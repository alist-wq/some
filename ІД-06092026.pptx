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415" r:id="rId3"/>
    <p:sldId id="257" r:id="rId4"/>
    <p:sldId id="258" r:id="rId5"/>
    <p:sldId id="259" r:id="rId6"/>
    <p:sldId id="260" r:id="rId7"/>
    <p:sldId id="262" r:id="rId8"/>
    <p:sldId id="386" r:id="rId9"/>
    <p:sldId id="388" r:id="rId10"/>
    <p:sldId id="392" r:id="rId11"/>
    <p:sldId id="372" r:id="rId12"/>
    <p:sldId id="389" r:id="rId13"/>
    <p:sldId id="393" r:id="rId14"/>
    <p:sldId id="390" r:id="rId15"/>
    <p:sldId id="394" r:id="rId16"/>
    <p:sldId id="295" r:id="rId17"/>
    <p:sldId id="373" r:id="rId18"/>
    <p:sldId id="261" r:id="rId19"/>
    <p:sldId id="275" r:id="rId20"/>
    <p:sldId id="375" r:id="rId21"/>
    <p:sldId id="294" r:id="rId22"/>
    <p:sldId id="290" r:id="rId23"/>
    <p:sldId id="347" r:id="rId24"/>
    <p:sldId id="324" r:id="rId25"/>
    <p:sldId id="269" r:id="rId26"/>
    <p:sldId id="416" r:id="rId27"/>
    <p:sldId id="417" r:id="rId28"/>
    <p:sldId id="418" r:id="rId29"/>
    <p:sldId id="419" r:id="rId30"/>
    <p:sldId id="420" r:id="rId31"/>
    <p:sldId id="326" r:id="rId32"/>
    <p:sldId id="387" r:id="rId33"/>
    <p:sldId id="296" r:id="rId34"/>
    <p:sldId id="414" r:id="rId35"/>
    <p:sldId id="320" r:id="rId36"/>
    <p:sldId id="321" r:id="rId37"/>
    <p:sldId id="322" r:id="rId38"/>
    <p:sldId id="374" r:id="rId39"/>
    <p:sldId id="336" r:id="rId40"/>
    <p:sldId id="323" r:id="rId41"/>
    <p:sldId id="274" r:id="rId42"/>
    <p:sldId id="305" r:id="rId43"/>
    <p:sldId id="302" r:id="rId44"/>
    <p:sldId id="421" r:id="rId45"/>
    <p:sldId id="376" r:id="rId46"/>
    <p:sldId id="377" r:id="rId47"/>
    <p:sldId id="422" r:id="rId48"/>
    <p:sldId id="423" r:id="rId49"/>
  </p:sldIdLst>
  <p:sldSz cx="12192000" cy="6858000"/>
  <p:notesSz cx="7104063" cy="10234613"/>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D27C1C-DC47-4203-8834-69F67A3F7CCC}" v="36" dt="2026-09-01T16:19:54.280"/>
  </p1510:revLst>
</p1510:revInfo>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5" autoAdjust="0"/>
    <p:restoredTop sz="95908" autoAdjust="0"/>
  </p:normalViewPr>
  <p:slideViewPr>
    <p:cSldViewPr snapToGrid="0">
      <p:cViewPr varScale="1">
        <p:scale>
          <a:sx n="89" d="100"/>
          <a:sy n="89" d="100"/>
        </p:scale>
        <p:origin x="68"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eksandr Listunov" userId="a899ef77104fdae0" providerId="LiveId" clId="{28710B53-4D26-4F39-BB49-B0E418DAB6C4}"/>
    <pc:docChg chg="undo custSel addSld delSld modSld">
      <pc:chgData name="Oleksandr Listunov" userId="a899ef77104fdae0" providerId="LiveId" clId="{28710B53-4D26-4F39-BB49-B0E418DAB6C4}" dt="2026-09-01T16:20:21.966" v="1361" actId="1076"/>
      <pc:docMkLst>
        <pc:docMk/>
      </pc:docMkLst>
      <pc:sldChg chg="modSp mod">
        <pc:chgData name="Oleksandr Listunov" userId="a899ef77104fdae0" providerId="LiveId" clId="{28710B53-4D26-4F39-BB49-B0E418DAB6C4}" dt="2026-09-01T14:27:43.780" v="86" actId="20577"/>
        <pc:sldMkLst>
          <pc:docMk/>
          <pc:sldMk cId="1453962398" sldId="256"/>
        </pc:sldMkLst>
        <pc:spChg chg="mod">
          <ac:chgData name="Oleksandr Listunov" userId="a899ef77104fdae0" providerId="LiveId" clId="{28710B53-4D26-4F39-BB49-B0E418DAB6C4}" dt="2026-09-01T14:27:43.780" v="86" actId="20577"/>
          <ac:spMkLst>
            <pc:docMk/>
            <pc:sldMk cId="1453962398" sldId="256"/>
            <ac:spMk id="6" creationId="{C9E723B8-98AB-2DBB-90B8-975A15AD5727}"/>
          </ac:spMkLst>
        </pc:spChg>
      </pc:sldChg>
      <pc:sldChg chg="modSp add del mod setBg">
        <pc:chgData name="Oleksandr Listunov" userId="a899ef77104fdae0" providerId="LiveId" clId="{28710B53-4D26-4F39-BB49-B0E418DAB6C4}" dt="2026-09-01T15:20:15.108" v="291"/>
        <pc:sldMkLst>
          <pc:docMk/>
          <pc:sldMk cId="0" sldId="257"/>
        </pc:sldMkLst>
        <pc:spChg chg="mod">
          <ac:chgData name="Oleksandr Listunov" userId="a899ef77104fdae0" providerId="LiveId" clId="{28710B53-4D26-4F39-BB49-B0E418DAB6C4}" dt="2026-09-01T15:20:06.915" v="229" actId="27636"/>
          <ac:spMkLst>
            <pc:docMk/>
            <pc:sldMk cId="0" sldId="257"/>
            <ac:spMk id="12" creationId="{00000000-0000-0000-0000-000000000000}"/>
          </ac:spMkLst>
        </pc:spChg>
      </pc:sldChg>
      <pc:sldChg chg="modSp add del mod setBg">
        <pc:chgData name="Oleksandr Listunov" userId="a899ef77104fdae0" providerId="LiveId" clId="{28710B53-4D26-4F39-BB49-B0E418DAB6C4}" dt="2026-09-01T15:20:15.108" v="291"/>
        <pc:sldMkLst>
          <pc:docMk/>
          <pc:sldMk cId="0" sldId="258"/>
        </pc:sldMkLst>
        <pc:spChg chg="mod">
          <ac:chgData name="Oleksandr Listunov" userId="a899ef77104fdae0" providerId="LiveId" clId="{28710B53-4D26-4F39-BB49-B0E418DAB6C4}" dt="2026-09-01T15:20:06.943" v="232" actId="27636"/>
          <ac:spMkLst>
            <pc:docMk/>
            <pc:sldMk cId="0" sldId="258"/>
            <ac:spMk id="12" creationId="{00000000-0000-0000-0000-000000000000}"/>
          </ac:spMkLst>
        </pc:spChg>
        <pc:spChg chg="mod">
          <ac:chgData name="Oleksandr Listunov" userId="a899ef77104fdae0" providerId="LiveId" clId="{28710B53-4D26-4F39-BB49-B0E418DAB6C4}" dt="2026-09-01T15:20:06.947" v="234" actId="27636"/>
          <ac:spMkLst>
            <pc:docMk/>
            <pc:sldMk cId="0" sldId="258"/>
            <ac:spMk id="14" creationId="{00000000-0000-0000-0000-000000000000}"/>
          </ac:spMkLst>
        </pc:spChg>
        <pc:spChg chg="mod">
          <ac:chgData name="Oleksandr Listunov" userId="a899ef77104fdae0" providerId="LiveId" clId="{28710B53-4D26-4F39-BB49-B0E418DAB6C4}" dt="2026-09-01T15:20:06.946" v="233" actId="27636"/>
          <ac:spMkLst>
            <pc:docMk/>
            <pc:sldMk cId="0" sldId="258"/>
            <ac:spMk id="17" creationId="{00000000-0000-0000-0000-000000000000}"/>
          </ac:spMkLst>
        </pc:spChg>
        <pc:spChg chg="mod">
          <ac:chgData name="Oleksandr Listunov" userId="a899ef77104fdae0" providerId="LiveId" clId="{28710B53-4D26-4F39-BB49-B0E418DAB6C4}" dt="2026-09-01T15:20:06.949" v="235" actId="27636"/>
          <ac:spMkLst>
            <pc:docMk/>
            <pc:sldMk cId="0" sldId="258"/>
            <ac:spMk id="38" creationId="{00000000-0000-0000-0000-000000000000}"/>
          </ac:spMkLst>
        </pc:spChg>
        <pc:spChg chg="mod">
          <ac:chgData name="Oleksandr Listunov" userId="a899ef77104fdae0" providerId="LiveId" clId="{28710B53-4D26-4F39-BB49-B0E418DAB6C4}" dt="2026-09-01T15:20:06.950" v="236" actId="27636"/>
          <ac:spMkLst>
            <pc:docMk/>
            <pc:sldMk cId="0" sldId="258"/>
            <ac:spMk id="59" creationId="{00000000-0000-0000-0000-000000000000}"/>
          </ac:spMkLst>
        </pc:spChg>
        <pc:spChg chg="mod">
          <ac:chgData name="Oleksandr Listunov" userId="a899ef77104fdae0" providerId="LiveId" clId="{28710B53-4D26-4F39-BB49-B0E418DAB6C4}" dt="2026-09-01T15:20:06.939" v="231" actId="27636"/>
          <ac:spMkLst>
            <pc:docMk/>
            <pc:sldMk cId="0" sldId="258"/>
            <ac:spMk id="80" creationId="{00000000-0000-0000-0000-000000000000}"/>
          </ac:spMkLst>
        </pc:spChg>
        <pc:spChg chg="mod">
          <ac:chgData name="Oleksandr Listunov" userId="a899ef77104fdae0" providerId="LiveId" clId="{28710B53-4D26-4F39-BB49-B0E418DAB6C4}" dt="2026-09-01T15:20:06.936" v="230" actId="27636"/>
          <ac:spMkLst>
            <pc:docMk/>
            <pc:sldMk cId="0" sldId="258"/>
            <ac:spMk id="101" creationId="{00000000-0000-0000-0000-000000000000}"/>
          </ac:spMkLst>
        </pc:spChg>
      </pc:sldChg>
      <pc:sldChg chg="modSp add del mod setBg">
        <pc:chgData name="Oleksandr Listunov" userId="a899ef77104fdae0" providerId="LiveId" clId="{28710B53-4D26-4F39-BB49-B0E418DAB6C4}" dt="2026-09-01T15:20:15.108" v="291"/>
        <pc:sldMkLst>
          <pc:docMk/>
          <pc:sldMk cId="0" sldId="259"/>
        </pc:sldMkLst>
        <pc:spChg chg="mod">
          <ac:chgData name="Oleksandr Listunov" userId="a899ef77104fdae0" providerId="LiveId" clId="{28710B53-4D26-4F39-BB49-B0E418DAB6C4}" dt="2026-09-01T15:20:06.968" v="239" actId="27636"/>
          <ac:spMkLst>
            <pc:docMk/>
            <pc:sldMk cId="0" sldId="259"/>
            <ac:spMk id="12" creationId="{00000000-0000-0000-0000-000000000000}"/>
          </ac:spMkLst>
        </pc:spChg>
        <pc:spChg chg="mod">
          <ac:chgData name="Oleksandr Listunov" userId="a899ef77104fdae0" providerId="LiveId" clId="{28710B53-4D26-4F39-BB49-B0E418DAB6C4}" dt="2026-09-01T15:20:06.967" v="238" actId="27636"/>
          <ac:spMkLst>
            <pc:docMk/>
            <pc:sldMk cId="0" sldId="259"/>
            <ac:spMk id="14" creationId="{00000000-0000-0000-0000-000000000000}"/>
          </ac:spMkLst>
        </pc:spChg>
        <pc:spChg chg="mod">
          <ac:chgData name="Oleksandr Listunov" userId="a899ef77104fdae0" providerId="LiveId" clId="{28710B53-4D26-4F39-BB49-B0E418DAB6C4}" dt="2026-09-01T15:20:06.959" v="237" actId="27636"/>
          <ac:spMkLst>
            <pc:docMk/>
            <pc:sldMk cId="0" sldId="259"/>
            <ac:spMk id="1089" creationId="{00000000-0000-0000-0000-000000000000}"/>
          </ac:spMkLst>
        </pc:spChg>
      </pc:sldChg>
      <pc:sldChg chg="modSp add del mod setBg">
        <pc:chgData name="Oleksandr Listunov" userId="a899ef77104fdae0" providerId="LiveId" clId="{28710B53-4D26-4F39-BB49-B0E418DAB6C4}" dt="2026-09-01T15:20:15.108" v="291"/>
        <pc:sldMkLst>
          <pc:docMk/>
          <pc:sldMk cId="0" sldId="260"/>
        </pc:sldMkLst>
        <pc:spChg chg="mod">
          <ac:chgData name="Oleksandr Listunov" userId="a899ef77104fdae0" providerId="LiveId" clId="{28710B53-4D26-4F39-BB49-B0E418DAB6C4}" dt="2026-09-01T15:20:06.977" v="245" actId="27636"/>
          <ac:spMkLst>
            <pc:docMk/>
            <pc:sldMk cId="0" sldId="260"/>
            <ac:spMk id="12" creationId="{00000000-0000-0000-0000-000000000000}"/>
          </ac:spMkLst>
        </pc:spChg>
        <pc:spChg chg="mod">
          <ac:chgData name="Oleksandr Listunov" userId="a899ef77104fdae0" providerId="LiveId" clId="{28710B53-4D26-4F39-BB49-B0E418DAB6C4}" dt="2026-09-01T15:20:06.983" v="250" actId="27636"/>
          <ac:spMkLst>
            <pc:docMk/>
            <pc:sldMk cId="0" sldId="260"/>
            <ac:spMk id="16" creationId="{00000000-0000-0000-0000-000000000000}"/>
          </ac:spMkLst>
        </pc:spChg>
        <pc:spChg chg="mod">
          <ac:chgData name="Oleksandr Listunov" userId="a899ef77104fdae0" providerId="LiveId" clId="{28710B53-4D26-4F39-BB49-B0E418DAB6C4}" dt="2026-09-01T15:20:06.989" v="258" actId="27636"/>
          <ac:spMkLst>
            <pc:docMk/>
            <pc:sldMk cId="0" sldId="260"/>
            <ac:spMk id="26" creationId="{00000000-0000-0000-0000-000000000000}"/>
          </ac:spMkLst>
        </pc:spChg>
        <pc:spChg chg="mod">
          <ac:chgData name="Oleksandr Listunov" userId="a899ef77104fdae0" providerId="LiveId" clId="{28710B53-4D26-4F39-BB49-B0E418DAB6C4}" dt="2026-09-01T15:20:06.996" v="266" actId="27636"/>
          <ac:spMkLst>
            <pc:docMk/>
            <pc:sldMk cId="0" sldId="260"/>
            <ac:spMk id="27" creationId="{00000000-0000-0000-0000-000000000000}"/>
          </ac:spMkLst>
        </pc:spChg>
        <pc:spChg chg="mod">
          <ac:chgData name="Oleksandr Listunov" userId="a899ef77104fdae0" providerId="LiveId" clId="{28710B53-4D26-4F39-BB49-B0E418DAB6C4}" dt="2026-09-01T15:20:07.006" v="278" actId="27636"/>
          <ac:spMkLst>
            <pc:docMk/>
            <pc:sldMk cId="0" sldId="260"/>
            <ac:spMk id="28" creationId="{00000000-0000-0000-0000-000000000000}"/>
          </ac:spMkLst>
        </pc:spChg>
        <pc:spChg chg="mod">
          <ac:chgData name="Oleksandr Listunov" userId="a899ef77104fdae0" providerId="LiveId" clId="{28710B53-4D26-4F39-BB49-B0E418DAB6C4}" dt="2026-09-01T15:20:06.973" v="240" actId="27636"/>
          <ac:spMkLst>
            <pc:docMk/>
            <pc:sldMk cId="0" sldId="260"/>
            <ac:spMk id="29" creationId="{00000000-0000-0000-0000-000000000000}"/>
          </ac:spMkLst>
        </pc:spChg>
        <pc:spChg chg="mod">
          <ac:chgData name="Oleksandr Listunov" userId="a899ef77104fdae0" providerId="LiveId" clId="{28710B53-4D26-4F39-BB49-B0E418DAB6C4}" dt="2026-09-01T15:20:07.008" v="281" actId="27636"/>
          <ac:spMkLst>
            <pc:docMk/>
            <pc:sldMk cId="0" sldId="260"/>
            <ac:spMk id="30" creationId="{00000000-0000-0000-0000-000000000000}"/>
          </ac:spMkLst>
        </pc:spChg>
        <pc:spChg chg="mod">
          <ac:chgData name="Oleksandr Listunov" userId="a899ef77104fdae0" providerId="LiveId" clId="{28710B53-4D26-4F39-BB49-B0E418DAB6C4}" dt="2026-09-01T15:20:07.007" v="279" actId="27636"/>
          <ac:spMkLst>
            <pc:docMk/>
            <pc:sldMk cId="0" sldId="260"/>
            <ac:spMk id="31" creationId="{00000000-0000-0000-0000-000000000000}"/>
          </ac:spMkLst>
        </pc:spChg>
        <pc:spChg chg="mod">
          <ac:chgData name="Oleksandr Listunov" userId="a899ef77104fdae0" providerId="LiveId" clId="{28710B53-4D26-4F39-BB49-B0E418DAB6C4}" dt="2026-09-01T15:20:07.005" v="276" actId="27636"/>
          <ac:spMkLst>
            <pc:docMk/>
            <pc:sldMk cId="0" sldId="260"/>
            <ac:spMk id="32" creationId="{00000000-0000-0000-0000-000000000000}"/>
          </ac:spMkLst>
        </pc:spChg>
        <pc:spChg chg="mod">
          <ac:chgData name="Oleksandr Listunov" userId="a899ef77104fdae0" providerId="LiveId" clId="{28710B53-4D26-4F39-BB49-B0E418DAB6C4}" dt="2026-09-01T15:20:07.014" v="288" actId="27636"/>
          <ac:spMkLst>
            <pc:docMk/>
            <pc:sldMk cId="0" sldId="260"/>
            <ac:spMk id="34" creationId="{00000000-0000-0000-0000-000000000000}"/>
          </ac:spMkLst>
        </pc:spChg>
        <pc:spChg chg="mod">
          <ac:chgData name="Oleksandr Listunov" userId="a899ef77104fdae0" providerId="LiveId" clId="{28710B53-4D26-4F39-BB49-B0E418DAB6C4}" dt="2026-09-01T15:20:07.016" v="290" actId="27636"/>
          <ac:spMkLst>
            <pc:docMk/>
            <pc:sldMk cId="0" sldId="260"/>
            <ac:spMk id="35" creationId="{00000000-0000-0000-0000-000000000000}"/>
          </ac:spMkLst>
        </pc:spChg>
        <pc:spChg chg="mod">
          <ac:chgData name="Oleksandr Listunov" userId="a899ef77104fdae0" providerId="LiveId" clId="{28710B53-4D26-4F39-BB49-B0E418DAB6C4}" dt="2026-09-01T15:20:07.012" v="287" actId="27636"/>
          <ac:spMkLst>
            <pc:docMk/>
            <pc:sldMk cId="0" sldId="260"/>
            <ac:spMk id="36" creationId="{00000000-0000-0000-0000-000000000000}"/>
          </ac:spMkLst>
        </pc:spChg>
        <pc:spChg chg="mod">
          <ac:chgData name="Oleksandr Listunov" userId="a899ef77104fdae0" providerId="LiveId" clId="{28710B53-4D26-4F39-BB49-B0E418DAB6C4}" dt="2026-09-01T15:20:06.992" v="261" actId="27636"/>
          <ac:spMkLst>
            <pc:docMk/>
            <pc:sldMk cId="0" sldId="260"/>
            <ac:spMk id="37" creationId="{00000000-0000-0000-0000-000000000000}"/>
          </ac:spMkLst>
        </pc:spChg>
        <pc:spChg chg="mod">
          <ac:chgData name="Oleksandr Listunov" userId="a899ef77104fdae0" providerId="LiveId" clId="{28710B53-4D26-4F39-BB49-B0E418DAB6C4}" dt="2026-09-01T15:20:06.990" v="259" actId="27636"/>
          <ac:spMkLst>
            <pc:docMk/>
            <pc:sldMk cId="0" sldId="260"/>
            <ac:spMk id="38" creationId="{00000000-0000-0000-0000-000000000000}"/>
          </ac:spMkLst>
        </pc:spChg>
        <pc:spChg chg="mod">
          <ac:chgData name="Oleksandr Listunov" userId="a899ef77104fdae0" providerId="LiveId" clId="{28710B53-4D26-4F39-BB49-B0E418DAB6C4}" dt="2026-09-01T15:20:07.001" v="270" actId="27636"/>
          <ac:spMkLst>
            <pc:docMk/>
            <pc:sldMk cId="0" sldId="260"/>
            <ac:spMk id="39" creationId="{00000000-0000-0000-0000-000000000000}"/>
          </ac:spMkLst>
        </pc:spChg>
        <pc:spChg chg="mod">
          <ac:chgData name="Oleksandr Listunov" userId="a899ef77104fdae0" providerId="LiveId" clId="{28710B53-4D26-4F39-BB49-B0E418DAB6C4}" dt="2026-09-01T15:20:07.003" v="274" actId="27636"/>
          <ac:spMkLst>
            <pc:docMk/>
            <pc:sldMk cId="0" sldId="260"/>
            <ac:spMk id="40" creationId="{00000000-0000-0000-0000-000000000000}"/>
          </ac:spMkLst>
        </pc:spChg>
        <pc:spChg chg="mod">
          <ac:chgData name="Oleksandr Listunov" userId="a899ef77104fdae0" providerId="LiveId" clId="{28710B53-4D26-4F39-BB49-B0E418DAB6C4}" dt="2026-09-01T15:20:07.005" v="275" actId="27636"/>
          <ac:spMkLst>
            <pc:docMk/>
            <pc:sldMk cId="0" sldId="260"/>
            <ac:spMk id="42" creationId="{00000000-0000-0000-0000-000000000000}"/>
          </ac:spMkLst>
        </pc:spChg>
        <pc:spChg chg="mod">
          <ac:chgData name="Oleksandr Listunov" userId="a899ef77104fdae0" providerId="LiveId" clId="{28710B53-4D26-4F39-BB49-B0E418DAB6C4}" dt="2026-09-01T15:20:06.999" v="268" actId="27636"/>
          <ac:spMkLst>
            <pc:docMk/>
            <pc:sldMk cId="0" sldId="260"/>
            <ac:spMk id="43" creationId="{00000000-0000-0000-0000-000000000000}"/>
          </ac:spMkLst>
        </pc:spChg>
        <pc:spChg chg="mod">
          <ac:chgData name="Oleksandr Listunov" userId="a899ef77104fdae0" providerId="LiveId" clId="{28710B53-4D26-4F39-BB49-B0E418DAB6C4}" dt="2026-09-01T15:20:07.010" v="283" actId="27636"/>
          <ac:spMkLst>
            <pc:docMk/>
            <pc:sldMk cId="0" sldId="260"/>
            <ac:spMk id="44" creationId="{00000000-0000-0000-0000-000000000000}"/>
          </ac:spMkLst>
        </pc:spChg>
        <pc:spChg chg="mod">
          <ac:chgData name="Oleksandr Listunov" userId="a899ef77104fdae0" providerId="LiveId" clId="{28710B53-4D26-4F39-BB49-B0E418DAB6C4}" dt="2026-09-01T15:20:06.995" v="264" actId="27636"/>
          <ac:spMkLst>
            <pc:docMk/>
            <pc:sldMk cId="0" sldId="260"/>
            <ac:spMk id="45" creationId="{00000000-0000-0000-0000-000000000000}"/>
          </ac:spMkLst>
        </pc:spChg>
        <pc:spChg chg="mod">
          <ac:chgData name="Oleksandr Listunov" userId="a899ef77104fdae0" providerId="LiveId" clId="{28710B53-4D26-4F39-BB49-B0E418DAB6C4}" dt="2026-09-01T15:20:06.986" v="253" actId="27636"/>
          <ac:spMkLst>
            <pc:docMk/>
            <pc:sldMk cId="0" sldId="260"/>
            <ac:spMk id="46" creationId="{00000000-0000-0000-0000-000000000000}"/>
          </ac:spMkLst>
        </pc:spChg>
        <pc:spChg chg="mod">
          <ac:chgData name="Oleksandr Listunov" userId="a899ef77104fdae0" providerId="LiveId" clId="{28710B53-4D26-4F39-BB49-B0E418DAB6C4}" dt="2026-09-01T15:20:06.974" v="241" actId="27636"/>
          <ac:spMkLst>
            <pc:docMk/>
            <pc:sldMk cId="0" sldId="260"/>
            <ac:spMk id="47" creationId="{00000000-0000-0000-0000-000000000000}"/>
          </ac:spMkLst>
        </pc:spChg>
        <pc:spChg chg="mod">
          <ac:chgData name="Oleksandr Listunov" userId="a899ef77104fdae0" providerId="LiveId" clId="{28710B53-4D26-4F39-BB49-B0E418DAB6C4}" dt="2026-09-01T15:20:06.980" v="247" actId="27636"/>
          <ac:spMkLst>
            <pc:docMk/>
            <pc:sldMk cId="0" sldId="260"/>
            <ac:spMk id="48" creationId="{00000000-0000-0000-0000-000000000000}"/>
          </ac:spMkLst>
        </pc:spChg>
        <pc:spChg chg="mod">
          <ac:chgData name="Oleksandr Listunov" userId="a899ef77104fdae0" providerId="LiveId" clId="{28710B53-4D26-4F39-BB49-B0E418DAB6C4}" dt="2026-09-01T15:20:06.987" v="255" actId="27636"/>
          <ac:spMkLst>
            <pc:docMk/>
            <pc:sldMk cId="0" sldId="260"/>
            <ac:spMk id="50" creationId="{00000000-0000-0000-0000-000000000000}"/>
          </ac:spMkLst>
        </pc:spChg>
        <pc:spChg chg="mod">
          <ac:chgData name="Oleksandr Listunov" userId="a899ef77104fdae0" providerId="LiveId" clId="{28710B53-4D26-4F39-BB49-B0E418DAB6C4}" dt="2026-09-01T15:20:07.001" v="271" actId="27636"/>
          <ac:spMkLst>
            <pc:docMk/>
            <pc:sldMk cId="0" sldId="260"/>
            <ac:spMk id="51" creationId="{00000000-0000-0000-0000-000000000000}"/>
          </ac:spMkLst>
        </pc:spChg>
        <pc:spChg chg="mod">
          <ac:chgData name="Oleksandr Listunov" userId="a899ef77104fdae0" providerId="LiveId" clId="{28710B53-4D26-4F39-BB49-B0E418DAB6C4}" dt="2026-09-01T15:20:07.011" v="285" actId="27636"/>
          <ac:spMkLst>
            <pc:docMk/>
            <pc:sldMk cId="0" sldId="260"/>
            <ac:spMk id="52" creationId="{00000000-0000-0000-0000-000000000000}"/>
          </ac:spMkLst>
        </pc:spChg>
        <pc:spChg chg="mod">
          <ac:chgData name="Oleksandr Listunov" userId="a899ef77104fdae0" providerId="LiveId" clId="{28710B53-4D26-4F39-BB49-B0E418DAB6C4}" dt="2026-09-01T15:20:06.989" v="257" actId="27636"/>
          <ac:spMkLst>
            <pc:docMk/>
            <pc:sldMk cId="0" sldId="260"/>
            <ac:spMk id="53" creationId="{00000000-0000-0000-0000-000000000000}"/>
          </ac:spMkLst>
        </pc:spChg>
        <pc:spChg chg="mod">
          <ac:chgData name="Oleksandr Listunov" userId="a899ef77104fdae0" providerId="LiveId" clId="{28710B53-4D26-4F39-BB49-B0E418DAB6C4}" dt="2026-09-01T15:20:06.997" v="267" actId="27636"/>
          <ac:spMkLst>
            <pc:docMk/>
            <pc:sldMk cId="0" sldId="260"/>
            <ac:spMk id="54" creationId="{00000000-0000-0000-0000-000000000000}"/>
          </ac:spMkLst>
        </pc:spChg>
        <pc:spChg chg="mod">
          <ac:chgData name="Oleksandr Listunov" userId="a899ef77104fdae0" providerId="LiveId" clId="{28710B53-4D26-4F39-BB49-B0E418DAB6C4}" dt="2026-09-01T15:20:06.988" v="256" actId="27636"/>
          <ac:spMkLst>
            <pc:docMk/>
            <pc:sldMk cId="0" sldId="260"/>
            <ac:spMk id="55" creationId="{00000000-0000-0000-0000-000000000000}"/>
          </ac:spMkLst>
        </pc:spChg>
        <pc:spChg chg="mod">
          <ac:chgData name="Oleksandr Listunov" userId="a899ef77104fdae0" providerId="LiveId" clId="{28710B53-4D26-4F39-BB49-B0E418DAB6C4}" dt="2026-09-01T15:20:06.995" v="265" actId="27636"/>
          <ac:spMkLst>
            <pc:docMk/>
            <pc:sldMk cId="0" sldId="260"/>
            <ac:spMk id="56" creationId="{00000000-0000-0000-0000-000000000000}"/>
          </ac:spMkLst>
        </pc:spChg>
        <pc:spChg chg="mod">
          <ac:chgData name="Oleksandr Listunov" userId="a899ef77104fdae0" providerId="LiveId" clId="{28710B53-4D26-4F39-BB49-B0E418DAB6C4}" dt="2026-09-01T15:20:06.992" v="262" actId="27636"/>
          <ac:spMkLst>
            <pc:docMk/>
            <pc:sldMk cId="0" sldId="260"/>
            <ac:spMk id="58" creationId="{00000000-0000-0000-0000-000000000000}"/>
          </ac:spMkLst>
        </pc:spChg>
        <pc:spChg chg="mod">
          <ac:chgData name="Oleksandr Listunov" userId="a899ef77104fdae0" providerId="LiveId" clId="{28710B53-4D26-4F39-BB49-B0E418DAB6C4}" dt="2026-09-01T15:20:07.011" v="284" actId="27636"/>
          <ac:spMkLst>
            <pc:docMk/>
            <pc:sldMk cId="0" sldId="260"/>
            <ac:spMk id="59" creationId="{00000000-0000-0000-0000-000000000000}"/>
          </ac:spMkLst>
        </pc:spChg>
        <pc:spChg chg="mod">
          <ac:chgData name="Oleksandr Listunov" userId="a899ef77104fdae0" providerId="LiveId" clId="{28710B53-4D26-4F39-BB49-B0E418DAB6C4}" dt="2026-09-01T15:20:06.987" v="254" actId="27636"/>
          <ac:spMkLst>
            <pc:docMk/>
            <pc:sldMk cId="0" sldId="260"/>
            <ac:spMk id="60" creationId="{00000000-0000-0000-0000-000000000000}"/>
          </ac:spMkLst>
        </pc:spChg>
        <pc:spChg chg="mod">
          <ac:chgData name="Oleksandr Listunov" userId="a899ef77104fdae0" providerId="LiveId" clId="{28710B53-4D26-4F39-BB49-B0E418DAB6C4}" dt="2026-09-01T15:20:07.002" v="273" actId="27636"/>
          <ac:spMkLst>
            <pc:docMk/>
            <pc:sldMk cId="0" sldId="260"/>
            <ac:spMk id="61" creationId="{00000000-0000-0000-0000-000000000000}"/>
          </ac:spMkLst>
        </pc:spChg>
        <pc:spChg chg="mod">
          <ac:chgData name="Oleksandr Listunov" userId="a899ef77104fdae0" providerId="LiveId" clId="{28710B53-4D26-4F39-BB49-B0E418DAB6C4}" dt="2026-09-01T15:20:07.006" v="277" actId="27636"/>
          <ac:spMkLst>
            <pc:docMk/>
            <pc:sldMk cId="0" sldId="260"/>
            <ac:spMk id="62" creationId="{00000000-0000-0000-0000-000000000000}"/>
          </ac:spMkLst>
        </pc:spChg>
        <pc:spChg chg="mod">
          <ac:chgData name="Oleksandr Listunov" userId="a899ef77104fdae0" providerId="LiveId" clId="{28710B53-4D26-4F39-BB49-B0E418DAB6C4}" dt="2026-09-01T15:20:06.993" v="263" actId="27636"/>
          <ac:spMkLst>
            <pc:docMk/>
            <pc:sldMk cId="0" sldId="260"/>
            <ac:spMk id="63" creationId="{00000000-0000-0000-0000-000000000000}"/>
          </ac:spMkLst>
        </pc:spChg>
        <pc:spChg chg="mod">
          <ac:chgData name="Oleksandr Listunov" userId="a899ef77104fdae0" providerId="LiveId" clId="{28710B53-4D26-4F39-BB49-B0E418DAB6C4}" dt="2026-09-01T15:20:06.999" v="269" actId="27636"/>
          <ac:spMkLst>
            <pc:docMk/>
            <pc:sldMk cId="0" sldId="260"/>
            <ac:spMk id="64" creationId="{00000000-0000-0000-0000-000000000000}"/>
          </ac:spMkLst>
        </pc:spChg>
        <pc:spChg chg="mod">
          <ac:chgData name="Oleksandr Listunov" userId="a899ef77104fdae0" providerId="LiveId" clId="{28710B53-4D26-4F39-BB49-B0E418DAB6C4}" dt="2026-09-01T15:20:06.991" v="260" actId="27636"/>
          <ac:spMkLst>
            <pc:docMk/>
            <pc:sldMk cId="0" sldId="260"/>
            <ac:spMk id="66" creationId="{00000000-0000-0000-0000-000000000000}"/>
          </ac:spMkLst>
        </pc:spChg>
        <pc:spChg chg="mod">
          <ac:chgData name="Oleksandr Listunov" userId="a899ef77104fdae0" providerId="LiveId" clId="{28710B53-4D26-4F39-BB49-B0E418DAB6C4}" dt="2026-09-01T15:20:07.002" v="272" actId="27636"/>
          <ac:spMkLst>
            <pc:docMk/>
            <pc:sldMk cId="0" sldId="260"/>
            <ac:spMk id="67" creationId="{00000000-0000-0000-0000-000000000000}"/>
          </ac:spMkLst>
        </pc:spChg>
        <pc:spChg chg="mod">
          <ac:chgData name="Oleksandr Listunov" userId="a899ef77104fdae0" providerId="LiveId" clId="{28710B53-4D26-4F39-BB49-B0E418DAB6C4}" dt="2026-09-01T15:20:07.015" v="289" actId="27636"/>
          <ac:spMkLst>
            <pc:docMk/>
            <pc:sldMk cId="0" sldId="260"/>
            <ac:spMk id="68" creationId="{00000000-0000-0000-0000-000000000000}"/>
          </ac:spMkLst>
        </pc:spChg>
        <pc:spChg chg="mod">
          <ac:chgData name="Oleksandr Listunov" userId="a899ef77104fdae0" providerId="LiveId" clId="{28710B53-4D26-4F39-BB49-B0E418DAB6C4}" dt="2026-09-01T15:20:06.985" v="252" actId="27636"/>
          <ac:spMkLst>
            <pc:docMk/>
            <pc:sldMk cId="0" sldId="260"/>
            <ac:spMk id="69" creationId="{00000000-0000-0000-0000-000000000000}"/>
          </ac:spMkLst>
        </pc:spChg>
        <pc:spChg chg="mod">
          <ac:chgData name="Oleksandr Listunov" userId="a899ef77104fdae0" providerId="LiveId" clId="{28710B53-4D26-4F39-BB49-B0E418DAB6C4}" dt="2026-09-01T15:20:06.974" v="242" actId="27636"/>
          <ac:spMkLst>
            <pc:docMk/>
            <pc:sldMk cId="0" sldId="260"/>
            <ac:spMk id="70" creationId="{00000000-0000-0000-0000-000000000000}"/>
          </ac:spMkLst>
        </pc:spChg>
        <pc:spChg chg="mod">
          <ac:chgData name="Oleksandr Listunov" userId="a899ef77104fdae0" providerId="LiveId" clId="{28710B53-4D26-4F39-BB49-B0E418DAB6C4}" dt="2026-09-01T15:20:07.008" v="280" actId="27636"/>
          <ac:spMkLst>
            <pc:docMk/>
            <pc:sldMk cId="0" sldId="260"/>
            <ac:spMk id="71" creationId="{00000000-0000-0000-0000-000000000000}"/>
          </ac:spMkLst>
        </pc:spChg>
        <pc:spChg chg="mod">
          <ac:chgData name="Oleksandr Listunov" userId="a899ef77104fdae0" providerId="LiveId" clId="{28710B53-4D26-4F39-BB49-B0E418DAB6C4}" dt="2026-09-01T15:20:06.976" v="244" actId="27636"/>
          <ac:spMkLst>
            <pc:docMk/>
            <pc:sldMk cId="0" sldId="260"/>
            <ac:spMk id="72" creationId="{00000000-0000-0000-0000-000000000000}"/>
          </ac:spMkLst>
        </pc:spChg>
        <pc:spChg chg="mod">
          <ac:chgData name="Oleksandr Listunov" userId="a899ef77104fdae0" providerId="LiveId" clId="{28710B53-4D26-4F39-BB49-B0E418DAB6C4}" dt="2026-09-01T15:20:06.982" v="249" actId="27636"/>
          <ac:spMkLst>
            <pc:docMk/>
            <pc:sldMk cId="0" sldId="260"/>
            <ac:spMk id="74" creationId="{00000000-0000-0000-0000-000000000000}"/>
          </ac:spMkLst>
        </pc:spChg>
        <pc:spChg chg="mod">
          <ac:chgData name="Oleksandr Listunov" userId="a899ef77104fdae0" providerId="LiveId" clId="{28710B53-4D26-4F39-BB49-B0E418DAB6C4}" dt="2026-09-01T15:20:06.984" v="251" actId="27636"/>
          <ac:spMkLst>
            <pc:docMk/>
            <pc:sldMk cId="0" sldId="260"/>
            <ac:spMk id="75" creationId="{00000000-0000-0000-0000-000000000000}"/>
          </ac:spMkLst>
        </pc:spChg>
        <pc:spChg chg="mod">
          <ac:chgData name="Oleksandr Listunov" userId="a899ef77104fdae0" providerId="LiveId" clId="{28710B53-4D26-4F39-BB49-B0E418DAB6C4}" dt="2026-09-01T15:20:06.975" v="243" actId="27636"/>
          <ac:spMkLst>
            <pc:docMk/>
            <pc:sldMk cId="0" sldId="260"/>
            <ac:spMk id="76" creationId="{00000000-0000-0000-0000-000000000000}"/>
          </ac:spMkLst>
        </pc:spChg>
        <pc:spChg chg="mod">
          <ac:chgData name="Oleksandr Listunov" userId="a899ef77104fdae0" providerId="LiveId" clId="{28710B53-4D26-4F39-BB49-B0E418DAB6C4}" dt="2026-09-01T15:20:07.012" v="286" actId="27636"/>
          <ac:spMkLst>
            <pc:docMk/>
            <pc:sldMk cId="0" sldId="260"/>
            <ac:spMk id="77" creationId="{00000000-0000-0000-0000-000000000000}"/>
          </ac:spMkLst>
        </pc:spChg>
        <pc:spChg chg="mod">
          <ac:chgData name="Oleksandr Listunov" userId="a899ef77104fdae0" providerId="LiveId" clId="{28710B53-4D26-4F39-BB49-B0E418DAB6C4}" dt="2026-09-01T15:20:06.981" v="248" actId="27636"/>
          <ac:spMkLst>
            <pc:docMk/>
            <pc:sldMk cId="0" sldId="260"/>
            <ac:spMk id="78" creationId="{00000000-0000-0000-0000-000000000000}"/>
          </ac:spMkLst>
        </pc:spChg>
        <pc:spChg chg="mod">
          <ac:chgData name="Oleksandr Listunov" userId="a899ef77104fdae0" providerId="LiveId" clId="{28710B53-4D26-4F39-BB49-B0E418DAB6C4}" dt="2026-09-01T15:20:07.009" v="282" actId="27636"/>
          <ac:spMkLst>
            <pc:docMk/>
            <pc:sldMk cId="0" sldId="260"/>
            <ac:spMk id="79" creationId="{00000000-0000-0000-0000-000000000000}"/>
          </ac:spMkLst>
        </pc:spChg>
        <pc:spChg chg="mod">
          <ac:chgData name="Oleksandr Listunov" userId="a899ef77104fdae0" providerId="LiveId" clId="{28710B53-4D26-4F39-BB49-B0E418DAB6C4}" dt="2026-09-01T15:20:06.979" v="246" actId="27636"/>
          <ac:spMkLst>
            <pc:docMk/>
            <pc:sldMk cId="0" sldId="260"/>
            <ac:spMk id="80" creationId="{00000000-0000-0000-0000-000000000000}"/>
          </ac:spMkLst>
        </pc:spChg>
      </pc:sldChg>
      <pc:sldChg chg="addSp delSp modSp mod">
        <pc:chgData name="Oleksandr Listunov" userId="a899ef77104fdae0" providerId="LiveId" clId="{28710B53-4D26-4F39-BB49-B0E418DAB6C4}" dt="2026-09-01T15:28:02.095" v="382" actId="20577"/>
        <pc:sldMkLst>
          <pc:docMk/>
          <pc:sldMk cId="947278211" sldId="261"/>
        </pc:sldMkLst>
        <pc:spChg chg="mod">
          <ac:chgData name="Oleksandr Listunov" userId="a899ef77104fdae0" providerId="LiveId" clId="{28710B53-4D26-4F39-BB49-B0E418DAB6C4}" dt="2026-09-01T15:28:02.095" v="382" actId="20577"/>
          <ac:spMkLst>
            <pc:docMk/>
            <pc:sldMk cId="947278211" sldId="261"/>
            <ac:spMk id="11" creationId="{850CCB0F-1EAE-EE9B-3001-C77BF3B4AA44}"/>
          </ac:spMkLst>
        </pc:spChg>
        <pc:picChg chg="del">
          <ac:chgData name="Oleksandr Listunov" userId="a899ef77104fdae0" providerId="LiveId" clId="{28710B53-4D26-4F39-BB49-B0E418DAB6C4}" dt="2026-09-01T14:28:00.693" v="89" actId="478"/>
          <ac:picMkLst>
            <pc:docMk/>
            <pc:sldMk cId="947278211" sldId="261"/>
            <ac:picMk id="4" creationId="{396631D5-02FB-5DB3-868E-35E885798973}"/>
          </ac:picMkLst>
        </pc:picChg>
        <pc:picChg chg="add ord">
          <ac:chgData name="Oleksandr Listunov" userId="a899ef77104fdae0" providerId="LiveId" clId="{28710B53-4D26-4F39-BB49-B0E418DAB6C4}" dt="2026-09-01T15:21:57.633" v="300" actId="167"/>
          <ac:picMkLst>
            <pc:docMk/>
            <pc:sldMk cId="947278211" sldId="261"/>
            <ac:picMk id="5" creationId="{A9098429-B71B-8193-5C04-56B8274B0D82}"/>
          </ac:picMkLst>
        </pc:picChg>
      </pc:sldChg>
      <pc:sldChg chg="addSp delSp modSp mod">
        <pc:chgData name="Oleksandr Listunov" userId="a899ef77104fdae0" providerId="LiveId" clId="{28710B53-4D26-4F39-BB49-B0E418DAB6C4}" dt="2026-09-01T15:03:28.602" v="149" actId="167"/>
        <pc:sldMkLst>
          <pc:docMk/>
          <pc:sldMk cId="2574458144" sldId="269"/>
        </pc:sldMkLst>
        <pc:spChg chg="ord">
          <ac:chgData name="Oleksandr Listunov" userId="a899ef77104fdae0" providerId="LiveId" clId="{28710B53-4D26-4F39-BB49-B0E418DAB6C4}" dt="2026-09-01T15:03:28.602" v="149" actId="167"/>
          <ac:spMkLst>
            <pc:docMk/>
            <pc:sldMk cId="2574458144" sldId="269"/>
            <ac:spMk id="19" creationId="{B40CD190-E093-B181-9D02-0645FDCF62B4}"/>
          </ac:spMkLst>
        </pc:spChg>
        <pc:picChg chg="add del mod">
          <ac:chgData name="Oleksandr Listunov" userId="a899ef77104fdae0" providerId="LiveId" clId="{28710B53-4D26-4F39-BB49-B0E418DAB6C4}" dt="2026-09-01T15:00:05.552" v="127" actId="21"/>
          <ac:picMkLst>
            <pc:docMk/>
            <pc:sldMk cId="2574458144" sldId="269"/>
            <ac:picMk id="4" creationId="{507FE2CF-599C-E21B-2352-280E6D816329}"/>
          </ac:picMkLst>
        </pc:picChg>
        <pc:picChg chg="del">
          <ac:chgData name="Oleksandr Listunov" userId="a899ef77104fdae0" providerId="LiveId" clId="{28710B53-4D26-4F39-BB49-B0E418DAB6C4}" dt="2026-09-01T14:28:10.628" v="93" actId="478"/>
          <ac:picMkLst>
            <pc:docMk/>
            <pc:sldMk cId="2574458144" sldId="269"/>
            <ac:picMk id="5" creationId="{8BB64963-FA3D-F8C6-B632-AD811E617DB7}"/>
          </ac:picMkLst>
        </pc:picChg>
        <pc:picChg chg="add mod ord modCrop">
          <ac:chgData name="Oleksandr Listunov" userId="a899ef77104fdae0" providerId="LiveId" clId="{28710B53-4D26-4F39-BB49-B0E418DAB6C4}" dt="2026-09-01T15:03:24.920" v="148" actId="167"/>
          <ac:picMkLst>
            <pc:docMk/>
            <pc:sldMk cId="2574458144" sldId="269"/>
            <ac:picMk id="9" creationId="{94393925-0D4D-B1B9-B604-A6D4A8D51A9B}"/>
          </ac:picMkLst>
        </pc:picChg>
      </pc:sldChg>
      <pc:sldChg chg="addSp delSp modSp mod">
        <pc:chgData name="Oleksandr Listunov" userId="a899ef77104fdae0" providerId="LiveId" clId="{28710B53-4D26-4F39-BB49-B0E418DAB6C4}" dt="2026-09-01T14:57:54.461" v="110" actId="167"/>
        <pc:sldMkLst>
          <pc:docMk/>
          <pc:sldMk cId="2548142953" sldId="274"/>
        </pc:sldMkLst>
        <pc:picChg chg="del">
          <ac:chgData name="Oleksandr Listunov" userId="a899ef77104fdae0" providerId="LiveId" clId="{28710B53-4D26-4F39-BB49-B0E418DAB6C4}" dt="2026-09-01T14:28:30.306" v="99" actId="478"/>
          <ac:picMkLst>
            <pc:docMk/>
            <pc:sldMk cId="2548142953" sldId="274"/>
            <ac:picMk id="4" creationId="{8F530F1B-E990-B64C-E1CF-40EBA9430C79}"/>
          </ac:picMkLst>
        </pc:picChg>
        <pc:picChg chg="add mod ord modCrop">
          <ac:chgData name="Oleksandr Listunov" userId="a899ef77104fdae0" providerId="LiveId" clId="{28710B53-4D26-4F39-BB49-B0E418DAB6C4}" dt="2026-09-01T14:57:54.461" v="110" actId="167"/>
          <ac:picMkLst>
            <pc:docMk/>
            <pc:sldMk cId="2548142953" sldId="274"/>
            <ac:picMk id="5" creationId="{B78FB78A-1278-F899-B56B-62DB7875AEA8}"/>
          </ac:picMkLst>
        </pc:picChg>
      </pc:sldChg>
      <pc:sldChg chg="addSp delSp modSp mod">
        <pc:chgData name="Oleksandr Listunov" userId="a899ef77104fdae0" providerId="LiveId" clId="{28710B53-4D26-4F39-BB49-B0E418DAB6C4}" dt="2026-09-01T15:30:08.437" v="509" actId="14100"/>
        <pc:sldMkLst>
          <pc:docMk/>
          <pc:sldMk cId="2616547977" sldId="275"/>
        </pc:sldMkLst>
        <pc:spChg chg="del mod">
          <ac:chgData name="Oleksandr Listunov" userId="a899ef77104fdae0" providerId="LiveId" clId="{28710B53-4D26-4F39-BB49-B0E418DAB6C4}" dt="2026-09-01T15:24:58.325" v="373" actId="478"/>
          <ac:spMkLst>
            <pc:docMk/>
            <pc:sldMk cId="2616547977" sldId="275"/>
            <ac:spMk id="5" creationId="{AE92E206-3F4D-ACF5-53FD-286B5A3E5FCB}"/>
          </ac:spMkLst>
        </pc:spChg>
        <pc:spChg chg="add mod">
          <ac:chgData name="Oleksandr Listunov" userId="a899ef77104fdae0" providerId="LiveId" clId="{28710B53-4D26-4F39-BB49-B0E418DAB6C4}" dt="2026-09-01T15:29:41.108" v="503" actId="14100"/>
          <ac:spMkLst>
            <pc:docMk/>
            <pc:sldMk cId="2616547977" sldId="275"/>
            <ac:spMk id="10" creationId="{B091B78E-7974-DD63-380B-E58139E84E61}"/>
          </ac:spMkLst>
        </pc:spChg>
        <pc:picChg chg="add mod modCrop">
          <ac:chgData name="Oleksandr Listunov" userId="a899ef77104fdae0" providerId="LiveId" clId="{28710B53-4D26-4F39-BB49-B0E418DAB6C4}" dt="2026-09-01T15:27:54.477" v="380" actId="14100"/>
          <ac:picMkLst>
            <pc:docMk/>
            <pc:sldMk cId="2616547977" sldId="275"/>
            <ac:picMk id="7" creationId="{ED1E8379-C1C6-F4E0-B8C7-0FDECA966AEB}"/>
          </ac:picMkLst>
        </pc:picChg>
        <pc:cxnChg chg="add mod">
          <ac:chgData name="Oleksandr Listunov" userId="a899ef77104fdae0" providerId="LiveId" clId="{28710B53-4D26-4F39-BB49-B0E418DAB6C4}" dt="2026-09-01T15:30:01.348" v="506" actId="14100"/>
          <ac:cxnSpMkLst>
            <pc:docMk/>
            <pc:sldMk cId="2616547977" sldId="275"/>
            <ac:cxnSpMk id="11" creationId="{D8A03979-038C-ECCB-4275-B0A5B6C5C4F7}"/>
          </ac:cxnSpMkLst>
        </pc:cxnChg>
        <pc:cxnChg chg="add mod">
          <ac:chgData name="Oleksandr Listunov" userId="a899ef77104fdae0" providerId="LiveId" clId="{28710B53-4D26-4F39-BB49-B0E418DAB6C4}" dt="2026-09-01T15:30:08.437" v="509" actId="14100"/>
          <ac:cxnSpMkLst>
            <pc:docMk/>
            <pc:sldMk cId="2616547977" sldId="275"/>
            <ac:cxnSpMk id="15" creationId="{A9FC7C4A-4A77-5FF4-9A5A-F5964DAD3BB8}"/>
          </ac:cxnSpMkLst>
        </pc:cxnChg>
      </pc:sldChg>
      <pc:sldChg chg="addSp delSp modSp mod">
        <pc:chgData name="Oleksandr Listunov" userId="a899ef77104fdae0" providerId="LiveId" clId="{28710B53-4D26-4F39-BB49-B0E418DAB6C4}" dt="2026-09-01T16:16:42.135" v="1334" actId="14100"/>
        <pc:sldMkLst>
          <pc:docMk/>
          <pc:sldMk cId="1310196736" sldId="289"/>
        </pc:sldMkLst>
        <pc:spChg chg="mod">
          <ac:chgData name="Oleksandr Listunov" userId="a899ef77104fdae0" providerId="LiveId" clId="{28710B53-4D26-4F39-BB49-B0E418DAB6C4}" dt="2026-09-01T16:13:13.526" v="1312"/>
          <ac:spMkLst>
            <pc:docMk/>
            <pc:sldMk cId="1310196736" sldId="289"/>
            <ac:spMk id="4" creationId="{690C0B9B-A552-F7CB-22D7-43684370F4DB}"/>
          </ac:spMkLst>
        </pc:spChg>
        <pc:spChg chg="mod">
          <ac:chgData name="Oleksandr Listunov" userId="a899ef77104fdae0" providerId="LiveId" clId="{28710B53-4D26-4F39-BB49-B0E418DAB6C4}" dt="2026-09-01T16:15:20.663" v="1328" actId="1076"/>
          <ac:spMkLst>
            <pc:docMk/>
            <pc:sldMk cId="1310196736" sldId="289"/>
            <ac:spMk id="10" creationId="{82C7C376-F2AC-68A7-C3FC-24CEC8D1A5D0}"/>
          </ac:spMkLst>
        </pc:spChg>
        <pc:spChg chg="mod">
          <ac:chgData name="Oleksandr Listunov" userId="a899ef77104fdae0" providerId="LiveId" clId="{28710B53-4D26-4F39-BB49-B0E418DAB6C4}" dt="2026-09-01T16:16:42.135" v="1334" actId="14100"/>
          <ac:spMkLst>
            <pc:docMk/>
            <pc:sldMk cId="1310196736" sldId="289"/>
            <ac:spMk id="11" creationId="{B6D02568-6650-AD9D-E1A5-76A68E15B6E4}"/>
          </ac:spMkLst>
        </pc:spChg>
        <pc:spChg chg="del">
          <ac:chgData name="Oleksandr Listunov" userId="a899ef77104fdae0" providerId="LiveId" clId="{28710B53-4D26-4F39-BB49-B0E418DAB6C4}" dt="2026-09-01T16:14:48.128" v="1322" actId="478"/>
          <ac:spMkLst>
            <pc:docMk/>
            <pc:sldMk cId="1310196736" sldId="289"/>
            <ac:spMk id="14" creationId="{F3E13578-A093-C8CD-F78A-D89C01DA319B}"/>
          </ac:spMkLst>
        </pc:spChg>
        <pc:spChg chg="mod">
          <ac:chgData name="Oleksandr Listunov" userId="a899ef77104fdae0" providerId="LiveId" clId="{28710B53-4D26-4F39-BB49-B0E418DAB6C4}" dt="2026-09-01T16:15:12.916" v="1327" actId="1076"/>
          <ac:spMkLst>
            <pc:docMk/>
            <pc:sldMk cId="1310196736" sldId="289"/>
            <ac:spMk id="17" creationId="{B881F16B-2D6D-20AD-80E1-20736FB30AA7}"/>
          </ac:spMkLst>
        </pc:spChg>
        <pc:spChg chg="del mod">
          <ac:chgData name="Oleksandr Listunov" userId="a899ef77104fdae0" providerId="LiveId" clId="{28710B53-4D26-4F39-BB49-B0E418DAB6C4}" dt="2026-09-01T16:15:07.949" v="1325" actId="478"/>
          <ac:spMkLst>
            <pc:docMk/>
            <pc:sldMk cId="1310196736" sldId="289"/>
            <ac:spMk id="20" creationId="{00A60E03-5DEA-4DCF-3F92-548101A2FF3E}"/>
          </ac:spMkLst>
        </pc:spChg>
        <pc:spChg chg="del mod">
          <ac:chgData name="Oleksandr Listunov" userId="a899ef77104fdae0" providerId="LiveId" clId="{28710B53-4D26-4F39-BB49-B0E418DAB6C4}" dt="2026-09-01T16:15:08.840" v="1326" actId="478"/>
          <ac:spMkLst>
            <pc:docMk/>
            <pc:sldMk cId="1310196736" sldId="289"/>
            <ac:spMk id="22" creationId="{335607EA-3C60-814F-1E6C-57A57283B855}"/>
          </ac:spMkLst>
        </pc:spChg>
        <pc:spChg chg="mod">
          <ac:chgData name="Oleksandr Listunov" userId="a899ef77104fdae0" providerId="LiveId" clId="{28710B53-4D26-4F39-BB49-B0E418DAB6C4}" dt="2026-08-31T16:33:51.550" v="76" actId="255"/>
          <ac:spMkLst>
            <pc:docMk/>
            <pc:sldMk cId="1310196736" sldId="289"/>
            <ac:spMk id="43" creationId="{8BE12BC4-9F16-7A1D-0132-0CF4290514A0}"/>
          </ac:spMkLst>
        </pc:spChg>
        <pc:picChg chg="add mod">
          <ac:chgData name="Oleksandr Listunov" userId="a899ef77104fdae0" providerId="LiveId" clId="{28710B53-4D26-4F39-BB49-B0E418DAB6C4}" dt="2026-09-01T16:15:47.913" v="1331" actId="1076"/>
          <ac:picMkLst>
            <pc:docMk/>
            <pc:sldMk cId="1310196736" sldId="289"/>
            <ac:picMk id="5" creationId="{F7B6D550-4EFD-40D0-3007-C3ADC8A7296E}"/>
          </ac:picMkLst>
        </pc:picChg>
        <pc:picChg chg="add mod">
          <ac:chgData name="Oleksandr Listunov" userId="a899ef77104fdae0" providerId="LiveId" clId="{28710B53-4D26-4F39-BB49-B0E418DAB6C4}" dt="2026-09-01T16:15:41.871" v="1330" actId="1076"/>
          <ac:picMkLst>
            <pc:docMk/>
            <pc:sldMk cId="1310196736" sldId="289"/>
            <ac:picMk id="9" creationId="{45A28DDF-1F4E-3AE0-B6D3-DB3AC33A2419}"/>
          </ac:picMkLst>
        </pc:picChg>
        <pc:picChg chg="del">
          <ac:chgData name="Oleksandr Listunov" userId="a899ef77104fdae0" providerId="LiveId" clId="{28710B53-4D26-4F39-BB49-B0E418DAB6C4}" dt="2026-09-01T16:13:39.296" v="1313" actId="478"/>
          <ac:picMkLst>
            <pc:docMk/>
            <pc:sldMk cId="1310196736" sldId="289"/>
            <ac:picMk id="16" creationId="{2910C9C9-D587-4D43-7F59-6488668031D8}"/>
          </ac:picMkLst>
        </pc:picChg>
        <pc:picChg chg="del">
          <ac:chgData name="Oleksandr Listunov" userId="a899ef77104fdae0" providerId="LiveId" clId="{28710B53-4D26-4F39-BB49-B0E418DAB6C4}" dt="2026-09-01T16:16:04.681" v="1332" actId="478"/>
          <ac:picMkLst>
            <pc:docMk/>
            <pc:sldMk cId="1310196736" sldId="289"/>
            <ac:picMk id="24" creationId="{4061DC94-4436-19DA-0048-B3B91CA786B2}"/>
          </ac:picMkLst>
        </pc:picChg>
      </pc:sldChg>
      <pc:sldChg chg="addSp delSp modSp mod">
        <pc:chgData name="Oleksandr Listunov" userId="a899ef77104fdae0" providerId="LiveId" clId="{28710B53-4D26-4F39-BB49-B0E418DAB6C4}" dt="2026-09-01T15:04:52.882" v="161" actId="167"/>
        <pc:sldMkLst>
          <pc:docMk/>
          <pc:sldMk cId="2617655039" sldId="290"/>
        </pc:sldMkLst>
        <pc:picChg chg="add mod ord modCrop">
          <ac:chgData name="Oleksandr Listunov" userId="a899ef77104fdae0" providerId="LiveId" clId="{28710B53-4D26-4F39-BB49-B0E418DAB6C4}" dt="2026-09-01T15:04:52.882" v="161" actId="167"/>
          <ac:picMkLst>
            <pc:docMk/>
            <pc:sldMk cId="2617655039" sldId="290"/>
            <ac:picMk id="4" creationId="{953AF3AC-243B-A409-03C8-0B6CF66C06C0}"/>
          </ac:picMkLst>
        </pc:picChg>
        <pc:picChg chg="del">
          <ac:chgData name="Oleksandr Listunov" userId="a899ef77104fdae0" providerId="LiveId" clId="{28710B53-4D26-4F39-BB49-B0E418DAB6C4}" dt="2026-09-01T14:28:08.151" v="92" actId="478"/>
          <ac:picMkLst>
            <pc:docMk/>
            <pc:sldMk cId="2617655039" sldId="290"/>
            <ac:picMk id="5" creationId="{C8337104-7DFA-14F4-4D54-1176A775B4F6}"/>
          </ac:picMkLst>
        </pc:picChg>
      </pc:sldChg>
      <pc:sldChg chg="addSp delSp modSp mod">
        <pc:chgData name="Oleksandr Listunov" userId="a899ef77104fdae0" providerId="LiveId" clId="{28710B53-4D26-4F39-BB49-B0E418DAB6C4}" dt="2026-09-01T15:38:53.613" v="710" actId="14100"/>
        <pc:sldMkLst>
          <pc:docMk/>
          <pc:sldMk cId="2629209994" sldId="294"/>
        </pc:sldMkLst>
        <pc:picChg chg="del">
          <ac:chgData name="Oleksandr Listunov" userId="a899ef77104fdae0" providerId="LiveId" clId="{28710B53-4D26-4F39-BB49-B0E418DAB6C4}" dt="2026-09-01T14:28:05.847" v="90" actId="478"/>
          <ac:picMkLst>
            <pc:docMk/>
            <pc:sldMk cId="2629209994" sldId="294"/>
            <ac:picMk id="4" creationId="{47C45199-FD3C-7585-DECD-583BA396870D}"/>
          </ac:picMkLst>
        </pc:picChg>
        <pc:picChg chg="add ord">
          <ac:chgData name="Oleksandr Listunov" userId="a899ef77104fdae0" providerId="LiveId" clId="{28710B53-4D26-4F39-BB49-B0E418DAB6C4}" dt="2026-09-01T15:22:14.726" v="302" actId="167"/>
          <ac:picMkLst>
            <pc:docMk/>
            <pc:sldMk cId="2629209994" sldId="294"/>
            <ac:picMk id="5" creationId="{3A9F150A-4013-11D0-1D95-0C7FA0A8D05B}"/>
          </ac:picMkLst>
        </pc:picChg>
        <pc:picChg chg="del">
          <ac:chgData name="Oleksandr Listunov" userId="a899ef77104fdae0" providerId="LiveId" clId="{28710B53-4D26-4F39-BB49-B0E418DAB6C4}" dt="2026-09-01T14:28:06.774" v="91" actId="478"/>
          <ac:picMkLst>
            <pc:docMk/>
            <pc:sldMk cId="2629209994" sldId="294"/>
            <ac:picMk id="13" creationId="{75F338BA-CE04-EF88-0C74-36A682ECEAEC}"/>
          </ac:picMkLst>
        </pc:picChg>
        <pc:picChg chg="add mod">
          <ac:chgData name="Oleksandr Listunov" userId="a899ef77104fdae0" providerId="LiveId" clId="{28710B53-4D26-4F39-BB49-B0E418DAB6C4}" dt="2026-09-01T15:38:53.613" v="710" actId="14100"/>
          <ac:picMkLst>
            <pc:docMk/>
            <pc:sldMk cId="2629209994" sldId="294"/>
            <ac:picMk id="14" creationId="{014BC27F-A597-426F-B9B2-16DD9ADFC2FA}"/>
          </ac:picMkLst>
        </pc:picChg>
      </pc:sldChg>
      <pc:sldChg chg="addSp delSp modSp mod">
        <pc:chgData name="Oleksandr Listunov" userId="a899ef77104fdae0" providerId="LiveId" clId="{28710B53-4D26-4F39-BB49-B0E418DAB6C4}" dt="2026-09-01T15:20:56.767" v="298" actId="20577"/>
        <pc:sldMkLst>
          <pc:docMk/>
          <pc:sldMk cId="2230916465" sldId="295"/>
        </pc:sldMkLst>
        <pc:spChg chg="mod">
          <ac:chgData name="Oleksandr Listunov" userId="a899ef77104fdae0" providerId="LiveId" clId="{28710B53-4D26-4F39-BB49-B0E418DAB6C4}" dt="2026-09-01T15:20:56.767" v="298" actId="20577"/>
          <ac:spMkLst>
            <pc:docMk/>
            <pc:sldMk cId="2230916465" sldId="295"/>
            <ac:spMk id="9" creationId="{38BB5F0B-2C95-302A-CC8C-108B754E70EC}"/>
          </ac:spMkLst>
        </pc:spChg>
        <pc:picChg chg="add mod ord">
          <ac:chgData name="Oleksandr Listunov" userId="a899ef77104fdae0" providerId="LiveId" clId="{28710B53-4D26-4F39-BB49-B0E418DAB6C4}" dt="2026-09-01T15:20:34.811" v="295" actId="167"/>
          <ac:picMkLst>
            <pc:docMk/>
            <pc:sldMk cId="2230916465" sldId="295"/>
            <ac:picMk id="4" creationId="{92032EC1-5308-5047-F603-730766E3D9E7}"/>
          </ac:picMkLst>
        </pc:picChg>
        <pc:picChg chg="del">
          <ac:chgData name="Oleksandr Listunov" userId="a899ef77104fdae0" providerId="LiveId" clId="{28710B53-4D26-4F39-BB49-B0E418DAB6C4}" dt="2026-09-01T14:27:59.480" v="88" actId="478"/>
          <ac:picMkLst>
            <pc:docMk/>
            <pc:sldMk cId="2230916465" sldId="295"/>
            <ac:picMk id="5" creationId="{BCEC83D5-4CFC-BDF9-1351-C8E843EA6017}"/>
          </ac:picMkLst>
        </pc:picChg>
      </pc:sldChg>
      <pc:sldChg chg="modSp mod">
        <pc:chgData name="Oleksandr Listunov" userId="a899ef77104fdae0" providerId="LiveId" clId="{28710B53-4D26-4F39-BB49-B0E418DAB6C4}" dt="2026-08-31T16:33:12.460" v="73" actId="20577"/>
        <pc:sldMkLst>
          <pc:docMk/>
          <pc:sldMk cId="1777279907" sldId="296"/>
        </pc:sldMkLst>
        <pc:spChg chg="mod">
          <ac:chgData name="Oleksandr Listunov" userId="a899ef77104fdae0" providerId="LiveId" clId="{28710B53-4D26-4F39-BB49-B0E418DAB6C4}" dt="2026-08-31T16:33:12.460" v="73" actId="20577"/>
          <ac:spMkLst>
            <pc:docMk/>
            <pc:sldMk cId="1777279907" sldId="296"/>
            <ac:spMk id="36" creationId="{6F5AA867-A6B5-4E24-070D-CF34397984EE}"/>
          </ac:spMkLst>
        </pc:spChg>
      </pc:sldChg>
      <pc:sldChg chg="addSp delSp modSp mod">
        <pc:chgData name="Oleksandr Listunov" userId="a899ef77104fdae0" providerId="LiveId" clId="{28710B53-4D26-4F39-BB49-B0E418DAB6C4}" dt="2026-09-01T14:59:41.850" v="125" actId="167"/>
        <pc:sldMkLst>
          <pc:docMk/>
          <pc:sldMk cId="4143765404" sldId="305"/>
        </pc:sldMkLst>
        <pc:spChg chg="ord">
          <ac:chgData name="Oleksandr Listunov" userId="a899ef77104fdae0" providerId="LiveId" clId="{28710B53-4D26-4F39-BB49-B0E418DAB6C4}" dt="2026-09-01T14:59:41.850" v="125" actId="167"/>
          <ac:spMkLst>
            <pc:docMk/>
            <pc:sldMk cId="4143765404" sldId="305"/>
            <ac:spMk id="4" creationId="{C7B7266C-33AA-B9B5-F433-6991B05E2E58}"/>
          </ac:spMkLst>
        </pc:spChg>
        <pc:spChg chg="mod">
          <ac:chgData name="Oleksandr Listunov" userId="a899ef77104fdae0" providerId="LiveId" clId="{28710B53-4D26-4F39-BB49-B0E418DAB6C4}" dt="2026-09-01T14:59:01.179" v="124" actId="1076"/>
          <ac:spMkLst>
            <pc:docMk/>
            <pc:sldMk cId="4143765404" sldId="305"/>
            <ac:spMk id="18" creationId="{B5B6F5E4-1CFB-15BC-D55D-A6AA935BE3FC}"/>
          </ac:spMkLst>
        </pc:spChg>
        <pc:picChg chg="add mod ord modCrop">
          <ac:chgData name="Oleksandr Listunov" userId="a899ef77104fdae0" providerId="LiveId" clId="{28710B53-4D26-4F39-BB49-B0E418DAB6C4}" dt="2026-09-01T14:58:53.886" v="123" actId="167"/>
          <ac:picMkLst>
            <pc:docMk/>
            <pc:sldMk cId="4143765404" sldId="305"/>
            <ac:picMk id="5" creationId="{7C27EEAD-6AB5-20D4-E886-1832CF769D5E}"/>
          </ac:picMkLst>
        </pc:picChg>
        <pc:picChg chg="del">
          <ac:chgData name="Oleksandr Listunov" userId="a899ef77104fdae0" providerId="LiveId" clId="{28710B53-4D26-4F39-BB49-B0E418DAB6C4}" dt="2026-09-01T14:28:31.999" v="100" actId="478"/>
          <ac:picMkLst>
            <pc:docMk/>
            <pc:sldMk cId="4143765404" sldId="305"/>
            <ac:picMk id="7" creationId="{1BA9FD25-CE67-B930-AF26-45F98494604E}"/>
          </ac:picMkLst>
        </pc:picChg>
      </pc:sldChg>
      <pc:sldChg chg="addSp modSp mod">
        <pc:chgData name="Oleksandr Listunov" userId="a899ef77104fdae0" providerId="LiveId" clId="{28710B53-4D26-4F39-BB49-B0E418DAB6C4}" dt="2026-09-01T15:36:54.815" v="707" actId="20577"/>
        <pc:sldMkLst>
          <pc:docMk/>
          <pc:sldMk cId="3901855562" sldId="320"/>
        </pc:sldMkLst>
        <pc:spChg chg="add mod">
          <ac:chgData name="Oleksandr Listunov" userId="a899ef77104fdae0" providerId="LiveId" clId="{28710B53-4D26-4F39-BB49-B0E418DAB6C4}" dt="2026-09-01T15:36:54.815" v="707" actId="20577"/>
          <ac:spMkLst>
            <pc:docMk/>
            <pc:sldMk cId="3901855562" sldId="320"/>
            <ac:spMk id="7" creationId="{EEDD5247-9DA5-D263-1CE0-6A2087116FA5}"/>
          </ac:spMkLst>
        </pc:spChg>
        <pc:spChg chg="ord">
          <ac:chgData name="Oleksandr Listunov" userId="a899ef77104fdae0" providerId="LiveId" clId="{28710B53-4D26-4F39-BB49-B0E418DAB6C4}" dt="2026-09-01T15:36:04.029" v="700" actId="167"/>
          <ac:spMkLst>
            <pc:docMk/>
            <pc:sldMk cId="3901855562" sldId="320"/>
            <ac:spMk id="9" creationId="{38410A13-3AB5-7EB4-B8DC-8467BF7AF9FC}"/>
          </ac:spMkLst>
        </pc:spChg>
        <pc:picChg chg="add mod ord modCrop">
          <ac:chgData name="Oleksandr Listunov" userId="a899ef77104fdae0" providerId="LiveId" clId="{28710B53-4D26-4F39-BB49-B0E418DAB6C4}" dt="2026-09-01T15:35:58.794" v="699" actId="167"/>
          <ac:picMkLst>
            <pc:docMk/>
            <pc:sldMk cId="3901855562" sldId="320"/>
            <ac:picMk id="4" creationId="{86302A3D-B917-03F5-83D1-C26CE4D51256}"/>
          </ac:picMkLst>
        </pc:picChg>
      </pc:sldChg>
      <pc:sldChg chg="addSp delSp modSp mod">
        <pc:chgData name="Oleksandr Listunov" userId="a899ef77104fdae0" providerId="LiveId" clId="{28710B53-4D26-4F39-BB49-B0E418DAB6C4}" dt="2026-09-01T15:39:50.338" v="713" actId="14100"/>
        <pc:sldMkLst>
          <pc:docMk/>
          <pc:sldMk cId="4393552" sldId="321"/>
        </pc:sldMkLst>
        <pc:picChg chg="del">
          <ac:chgData name="Oleksandr Listunov" userId="a899ef77104fdae0" providerId="LiveId" clId="{28710B53-4D26-4F39-BB49-B0E418DAB6C4}" dt="2026-09-01T14:28:22.109" v="95" actId="478"/>
          <ac:picMkLst>
            <pc:docMk/>
            <pc:sldMk cId="4393552" sldId="321"/>
            <ac:picMk id="4" creationId="{B4B7FFAF-64DE-0BFA-5E69-D35F47C824DC}"/>
          </ac:picMkLst>
        </pc:picChg>
        <pc:picChg chg="add ord">
          <ac:chgData name="Oleksandr Listunov" userId="a899ef77104fdae0" providerId="LiveId" clId="{28710B53-4D26-4F39-BB49-B0E418DAB6C4}" dt="2026-09-01T15:33:38.508" v="684" actId="167"/>
          <ac:picMkLst>
            <pc:docMk/>
            <pc:sldMk cId="4393552" sldId="321"/>
            <ac:picMk id="5" creationId="{E528D698-CE4C-E414-1A92-2EAE7C36CB95}"/>
          </ac:picMkLst>
        </pc:picChg>
        <pc:picChg chg="del">
          <ac:chgData name="Oleksandr Listunov" userId="a899ef77104fdae0" providerId="LiveId" clId="{28710B53-4D26-4F39-BB49-B0E418DAB6C4}" dt="2026-09-01T14:28:23.469" v="96" actId="478"/>
          <ac:picMkLst>
            <pc:docMk/>
            <pc:sldMk cId="4393552" sldId="321"/>
            <ac:picMk id="13" creationId="{CBA6D17C-AF63-1D7C-7638-F170F4236ACC}"/>
          </ac:picMkLst>
        </pc:picChg>
        <pc:picChg chg="add mod">
          <ac:chgData name="Oleksandr Listunov" userId="a899ef77104fdae0" providerId="LiveId" clId="{28710B53-4D26-4F39-BB49-B0E418DAB6C4}" dt="2026-09-01T15:39:50.338" v="713" actId="14100"/>
          <ac:picMkLst>
            <pc:docMk/>
            <pc:sldMk cId="4393552" sldId="321"/>
            <ac:picMk id="14" creationId="{DEFC219E-46B4-810D-7145-F52F3C8E941B}"/>
          </ac:picMkLst>
        </pc:picChg>
      </pc:sldChg>
      <pc:sldChg chg="addSp delSp modSp mod">
        <pc:chgData name="Oleksandr Listunov" userId="a899ef77104fdae0" providerId="LiveId" clId="{28710B53-4D26-4F39-BB49-B0E418DAB6C4}" dt="2026-09-01T15:34:02.090" v="689" actId="20577"/>
        <pc:sldMkLst>
          <pc:docMk/>
          <pc:sldMk cId="3723048323" sldId="322"/>
        </pc:sldMkLst>
        <pc:spChg chg="mod">
          <ac:chgData name="Oleksandr Listunov" userId="a899ef77104fdae0" providerId="LiveId" clId="{28710B53-4D26-4F39-BB49-B0E418DAB6C4}" dt="2026-09-01T15:34:02.090" v="689" actId="20577"/>
          <ac:spMkLst>
            <pc:docMk/>
            <pc:sldMk cId="3723048323" sldId="322"/>
            <ac:spMk id="9" creationId="{BEC2EB44-48AA-ADB7-AA88-030E441A3B45}"/>
          </ac:spMkLst>
        </pc:spChg>
        <pc:picChg chg="add ord">
          <ac:chgData name="Oleksandr Listunov" userId="a899ef77104fdae0" providerId="LiveId" clId="{28710B53-4D26-4F39-BB49-B0E418DAB6C4}" dt="2026-09-01T15:33:48.765" v="686" actId="167"/>
          <ac:picMkLst>
            <pc:docMk/>
            <pc:sldMk cId="3723048323" sldId="322"/>
            <ac:picMk id="4" creationId="{FB85BD02-CAC9-ACE3-CDAE-A2E924A94A97}"/>
          </ac:picMkLst>
        </pc:picChg>
        <pc:picChg chg="del">
          <ac:chgData name="Oleksandr Listunov" userId="a899ef77104fdae0" providerId="LiveId" clId="{28710B53-4D26-4F39-BB49-B0E418DAB6C4}" dt="2026-09-01T14:28:25.599" v="97" actId="478"/>
          <ac:picMkLst>
            <pc:docMk/>
            <pc:sldMk cId="3723048323" sldId="322"/>
            <ac:picMk id="5" creationId="{E9B37C24-4F83-019B-0802-595FB26D3698}"/>
          </ac:picMkLst>
        </pc:picChg>
      </pc:sldChg>
      <pc:sldChg chg="addSp modSp mod">
        <pc:chgData name="Oleksandr Listunov" userId="a899ef77104fdae0" providerId="LiveId" clId="{28710B53-4D26-4F39-BB49-B0E418DAB6C4}" dt="2026-09-01T15:05:59.899" v="178" actId="167"/>
        <pc:sldMkLst>
          <pc:docMk/>
          <pc:sldMk cId="1387204517" sldId="323"/>
        </pc:sldMkLst>
        <pc:spChg chg="ord">
          <ac:chgData name="Oleksandr Listunov" userId="a899ef77104fdae0" providerId="LiveId" clId="{28710B53-4D26-4F39-BB49-B0E418DAB6C4}" dt="2026-09-01T15:05:59.899" v="178" actId="167"/>
          <ac:spMkLst>
            <pc:docMk/>
            <pc:sldMk cId="1387204517" sldId="323"/>
            <ac:spMk id="5" creationId="{0DC7E385-D67C-C769-A193-EB1CA296E49A}"/>
          </ac:spMkLst>
        </pc:spChg>
        <pc:picChg chg="add mod ord modCrop">
          <ac:chgData name="Oleksandr Listunov" userId="a899ef77104fdae0" providerId="LiveId" clId="{28710B53-4D26-4F39-BB49-B0E418DAB6C4}" dt="2026-09-01T15:05:56.376" v="177" actId="167"/>
          <ac:picMkLst>
            <pc:docMk/>
            <pc:sldMk cId="1387204517" sldId="323"/>
            <ac:picMk id="4" creationId="{12461568-6548-2271-5C0F-AC8BAA76FC69}"/>
          </ac:picMkLst>
        </pc:picChg>
      </pc:sldChg>
      <pc:sldChg chg="addSp modSp mod">
        <pc:chgData name="Oleksandr Listunov" userId="a899ef77104fdae0" providerId="LiveId" clId="{28710B53-4D26-4F39-BB49-B0E418DAB6C4}" dt="2026-09-01T15:06:59.222" v="189" actId="167"/>
        <pc:sldMkLst>
          <pc:docMk/>
          <pc:sldMk cId="202568426" sldId="324"/>
        </pc:sldMkLst>
        <pc:spChg chg="ord">
          <ac:chgData name="Oleksandr Listunov" userId="a899ef77104fdae0" providerId="LiveId" clId="{28710B53-4D26-4F39-BB49-B0E418DAB6C4}" dt="2026-09-01T15:06:59.222" v="189" actId="167"/>
          <ac:spMkLst>
            <pc:docMk/>
            <pc:sldMk cId="202568426" sldId="324"/>
            <ac:spMk id="5" creationId="{F6AB1256-5181-FAD6-1617-DE9D7662198B}"/>
          </ac:spMkLst>
        </pc:spChg>
        <pc:picChg chg="add mod ord modCrop">
          <ac:chgData name="Oleksandr Listunov" userId="a899ef77104fdae0" providerId="LiveId" clId="{28710B53-4D26-4F39-BB49-B0E418DAB6C4}" dt="2026-09-01T15:06:56.015" v="188" actId="167"/>
          <ac:picMkLst>
            <pc:docMk/>
            <pc:sldMk cId="202568426" sldId="324"/>
            <ac:picMk id="4" creationId="{DB770624-9713-ADCB-F84A-848BA853459E}"/>
          </ac:picMkLst>
        </pc:picChg>
      </pc:sldChg>
      <pc:sldChg chg="addSp delSp modSp mod">
        <pc:chgData name="Oleksandr Listunov" userId="a899ef77104fdae0" providerId="LiveId" clId="{28710B53-4D26-4F39-BB49-B0E418DAB6C4}" dt="2026-09-01T15:00:48.768" v="138" actId="167"/>
        <pc:sldMkLst>
          <pc:docMk/>
          <pc:sldMk cId="1744537506" sldId="336"/>
        </pc:sldMkLst>
        <pc:spChg chg="ord">
          <ac:chgData name="Oleksandr Listunov" userId="a899ef77104fdae0" providerId="LiveId" clId="{28710B53-4D26-4F39-BB49-B0E418DAB6C4}" dt="2026-09-01T15:00:48.768" v="138" actId="167"/>
          <ac:spMkLst>
            <pc:docMk/>
            <pc:sldMk cId="1744537506" sldId="336"/>
            <ac:spMk id="19" creationId="{E8D45D28-F730-8C4B-8F5A-FA2FA60DC567}"/>
          </ac:spMkLst>
        </pc:spChg>
        <pc:picChg chg="del">
          <ac:chgData name="Oleksandr Listunov" userId="a899ef77104fdae0" providerId="LiveId" clId="{28710B53-4D26-4F39-BB49-B0E418DAB6C4}" dt="2026-09-01T14:28:28.656" v="98" actId="478"/>
          <ac:picMkLst>
            <pc:docMk/>
            <pc:sldMk cId="1744537506" sldId="336"/>
            <ac:picMk id="4" creationId="{BBC2DE32-CED3-8026-290E-DB5C65868694}"/>
          </ac:picMkLst>
        </pc:picChg>
        <pc:picChg chg="add mod ord modCrop">
          <ac:chgData name="Oleksandr Listunov" userId="a899ef77104fdae0" providerId="LiveId" clId="{28710B53-4D26-4F39-BB49-B0E418DAB6C4}" dt="2026-09-01T15:00:45.471" v="137" actId="167"/>
          <ac:picMkLst>
            <pc:docMk/>
            <pc:sldMk cId="1744537506" sldId="336"/>
            <ac:picMk id="5" creationId="{174F425F-5DCF-9EF4-A3A1-CEFC63D6A962}"/>
          </ac:picMkLst>
        </pc:picChg>
      </pc:sldChg>
      <pc:sldChg chg="addSp delSp modSp mod">
        <pc:chgData name="Oleksandr Listunov" userId="a899ef77104fdae0" providerId="LiveId" clId="{28710B53-4D26-4F39-BB49-B0E418DAB6C4}" dt="2026-08-31T16:30:20.834" v="15" actId="167"/>
        <pc:sldMkLst>
          <pc:docMk/>
          <pc:sldMk cId="678126320" sldId="387"/>
        </pc:sldMkLst>
        <pc:picChg chg="add del mod">
          <ac:chgData name="Oleksandr Listunov" userId="a899ef77104fdae0" providerId="LiveId" clId="{28710B53-4D26-4F39-BB49-B0E418DAB6C4}" dt="2026-08-31T16:28:49.020" v="2" actId="478"/>
          <ac:picMkLst>
            <pc:docMk/>
            <pc:sldMk cId="678126320" sldId="387"/>
            <ac:picMk id="5" creationId="{F7535D2E-3804-F3B7-CAE5-8B643E74A3BC}"/>
          </ac:picMkLst>
        </pc:picChg>
        <pc:picChg chg="del">
          <ac:chgData name="Oleksandr Listunov" userId="a899ef77104fdae0" providerId="LiveId" clId="{28710B53-4D26-4F39-BB49-B0E418DAB6C4}" dt="2026-08-31T16:28:19.668" v="0" actId="478"/>
          <ac:picMkLst>
            <pc:docMk/>
            <pc:sldMk cId="678126320" sldId="387"/>
            <ac:picMk id="7" creationId="{ADB43FC8-BB83-7F64-17AB-F47FE9F1BF0B}"/>
          </ac:picMkLst>
        </pc:picChg>
        <pc:picChg chg="add mod ord modCrop">
          <ac:chgData name="Oleksandr Listunov" userId="a899ef77104fdae0" providerId="LiveId" clId="{28710B53-4D26-4F39-BB49-B0E418DAB6C4}" dt="2026-08-31T16:30:20.834" v="15" actId="167"/>
          <ac:picMkLst>
            <pc:docMk/>
            <pc:sldMk cId="678126320" sldId="387"/>
            <ac:picMk id="9" creationId="{C0DC14C1-C2B2-A3AE-A4F6-AECBE6B25C70}"/>
          </ac:picMkLst>
        </pc:picChg>
      </pc:sldChg>
      <pc:sldChg chg="addSp delSp mod">
        <pc:chgData name="Oleksandr Listunov" userId="a899ef77104fdae0" providerId="LiveId" clId="{28710B53-4D26-4F39-BB49-B0E418DAB6C4}" dt="2026-09-01T15:12:08.635" v="191" actId="22"/>
        <pc:sldMkLst>
          <pc:docMk/>
          <pc:sldMk cId="313559354" sldId="388"/>
        </pc:sldMkLst>
        <pc:picChg chg="del">
          <ac:chgData name="Oleksandr Listunov" userId="a899ef77104fdae0" providerId="LiveId" clId="{28710B53-4D26-4F39-BB49-B0E418DAB6C4}" dt="2026-09-01T15:12:08.297" v="190" actId="478"/>
          <ac:picMkLst>
            <pc:docMk/>
            <pc:sldMk cId="313559354" sldId="388"/>
            <ac:picMk id="3" creationId="{C0EFB699-CC3C-E51F-75F3-EBF7051EDB51}"/>
          </ac:picMkLst>
        </pc:picChg>
        <pc:picChg chg="add">
          <ac:chgData name="Oleksandr Listunov" userId="a899ef77104fdae0" providerId="LiveId" clId="{28710B53-4D26-4F39-BB49-B0E418DAB6C4}" dt="2026-09-01T15:12:08.635" v="191" actId="22"/>
          <ac:picMkLst>
            <pc:docMk/>
            <pc:sldMk cId="313559354" sldId="388"/>
            <ac:picMk id="5" creationId="{0C10D20E-FFB0-572E-D50D-2E02409F84B2}"/>
          </ac:picMkLst>
        </pc:picChg>
      </pc:sldChg>
      <pc:sldChg chg="addSp delSp modSp mod">
        <pc:chgData name="Oleksandr Listunov" userId="a899ef77104fdae0" providerId="LiveId" clId="{28710B53-4D26-4F39-BB49-B0E418DAB6C4}" dt="2026-09-01T15:12:34.634" v="197" actId="22"/>
        <pc:sldMkLst>
          <pc:docMk/>
          <pc:sldMk cId="3327905082" sldId="389"/>
        </pc:sldMkLst>
        <pc:spChg chg="add">
          <ac:chgData name="Oleksandr Listunov" userId="a899ef77104fdae0" providerId="LiveId" clId="{28710B53-4D26-4F39-BB49-B0E418DAB6C4}" dt="2026-09-01T15:12:34.634" v="197" actId="22"/>
          <ac:spMkLst>
            <pc:docMk/>
            <pc:sldMk cId="3327905082" sldId="389"/>
            <ac:spMk id="8" creationId="{F561A8F3-136E-A0A8-B99C-A8E48A02596A}"/>
          </ac:spMkLst>
        </pc:spChg>
        <pc:spChg chg="del">
          <ac:chgData name="Oleksandr Listunov" userId="a899ef77104fdae0" providerId="LiveId" clId="{28710B53-4D26-4F39-BB49-B0E418DAB6C4}" dt="2026-09-01T15:12:30.763" v="193" actId="478"/>
          <ac:spMkLst>
            <pc:docMk/>
            <pc:sldMk cId="3327905082" sldId="389"/>
            <ac:spMk id="12" creationId="{31009B5A-1227-362E-CAFC-149BF2531691}"/>
          </ac:spMkLst>
        </pc:spChg>
        <pc:spChg chg="del">
          <ac:chgData name="Oleksandr Listunov" userId="a899ef77104fdae0" providerId="LiveId" clId="{28710B53-4D26-4F39-BB49-B0E418DAB6C4}" dt="2026-09-01T15:12:33.446" v="196" actId="478"/>
          <ac:spMkLst>
            <pc:docMk/>
            <pc:sldMk cId="3327905082" sldId="389"/>
            <ac:spMk id="15" creationId="{1A928DC8-4C66-2F6A-6B68-40078AC35E57}"/>
          </ac:spMkLst>
        </pc:spChg>
        <pc:spChg chg="del">
          <ac:chgData name="Oleksandr Listunov" userId="a899ef77104fdae0" providerId="LiveId" clId="{28710B53-4D26-4F39-BB49-B0E418DAB6C4}" dt="2026-09-01T15:12:31.702" v="194" actId="478"/>
          <ac:spMkLst>
            <pc:docMk/>
            <pc:sldMk cId="3327905082" sldId="389"/>
            <ac:spMk id="17" creationId="{BCCE53C6-0802-671D-C18B-784DEB62059E}"/>
          </ac:spMkLst>
        </pc:spChg>
        <pc:picChg chg="del">
          <ac:chgData name="Oleksandr Listunov" userId="a899ef77104fdae0" providerId="LiveId" clId="{28710B53-4D26-4F39-BB49-B0E418DAB6C4}" dt="2026-09-01T15:12:29.415" v="192" actId="478"/>
          <ac:picMkLst>
            <pc:docMk/>
            <pc:sldMk cId="3327905082" sldId="389"/>
            <ac:picMk id="2" creationId="{30E6392F-B594-5B1E-7AA9-568C0893B3E9}"/>
          </ac:picMkLst>
        </pc:picChg>
        <pc:picChg chg="add">
          <ac:chgData name="Oleksandr Listunov" userId="a899ef77104fdae0" providerId="LiveId" clId="{28710B53-4D26-4F39-BB49-B0E418DAB6C4}" dt="2026-09-01T15:12:34.634" v="197" actId="22"/>
          <ac:picMkLst>
            <pc:docMk/>
            <pc:sldMk cId="3327905082" sldId="389"/>
            <ac:picMk id="5" creationId="{8B9A6253-60B2-9056-899E-D9B04ECE843B}"/>
          </ac:picMkLst>
        </pc:picChg>
        <pc:cxnChg chg="del mod">
          <ac:chgData name="Oleksandr Listunov" userId="a899ef77104fdae0" providerId="LiveId" clId="{28710B53-4D26-4F39-BB49-B0E418DAB6C4}" dt="2026-09-01T15:12:32.655" v="195" actId="478"/>
          <ac:cxnSpMkLst>
            <pc:docMk/>
            <pc:sldMk cId="3327905082" sldId="389"/>
            <ac:cxnSpMk id="16" creationId="{FDE0F18A-51A6-7088-2200-BBF175D5F5CA}"/>
          </ac:cxnSpMkLst>
        </pc:cxnChg>
      </pc:sldChg>
      <pc:sldChg chg="addSp delSp modSp mod">
        <pc:chgData name="Oleksandr Listunov" userId="a899ef77104fdae0" providerId="LiveId" clId="{28710B53-4D26-4F39-BB49-B0E418DAB6C4}" dt="2026-09-01T15:12:54.960" v="200"/>
        <pc:sldMkLst>
          <pc:docMk/>
          <pc:sldMk cId="3412139678" sldId="390"/>
        </pc:sldMkLst>
        <pc:spChg chg="add mod">
          <ac:chgData name="Oleksandr Listunov" userId="a899ef77104fdae0" providerId="LiveId" clId="{28710B53-4D26-4F39-BB49-B0E418DAB6C4}" dt="2026-09-01T15:12:54.960" v="200"/>
          <ac:spMkLst>
            <pc:docMk/>
            <pc:sldMk cId="3412139678" sldId="390"/>
            <ac:spMk id="3" creationId="{232A87CA-AF8C-EB76-334A-A9CEE5AA56A9}"/>
          </ac:spMkLst>
        </pc:spChg>
        <pc:spChg chg="add mod">
          <ac:chgData name="Oleksandr Listunov" userId="a899ef77104fdae0" providerId="LiveId" clId="{28710B53-4D26-4F39-BB49-B0E418DAB6C4}" dt="2026-09-01T15:12:54.960" v="200"/>
          <ac:spMkLst>
            <pc:docMk/>
            <pc:sldMk cId="3412139678" sldId="390"/>
            <ac:spMk id="6" creationId="{81000C1C-9D54-578C-4C1F-6AC26E19E24E}"/>
          </ac:spMkLst>
        </pc:spChg>
        <pc:spChg chg="del">
          <ac:chgData name="Oleksandr Listunov" userId="a899ef77104fdae0" providerId="LiveId" clId="{28710B53-4D26-4F39-BB49-B0E418DAB6C4}" dt="2026-09-01T15:12:53.555" v="199" actId="478"/>
          <ac:spMkLst>
            <pc:docMk/>
            <pc:sldMk cId="3412139678" sldId="390"/>
            <ac:spMk id="14" creationId="{50B1996C-5CB5-0475-2FA0-F670FA5E1EC2}"/>
          </ac:spMkLst>
        </pc:spChg>
        <pc:picChg chg="add mod">
          <ac:chgData name="Oleksandr Listunov" userId="a899ef77104fdae0" providerId="LiveId" clId="{28710B53-4D26-4F39-BB49-B0E418DAB6C4}" dt="2026-09-01T15:12:54.960" v="200"/>
          <ac:picMkLst>
            <pc:docMk/>
            <pc:sldMk cId="3412139678" sldId="390"/>
            <ac:picMk id="2" creationId="{B73878B4-56B1-7672-BF36-DDFBCF815756}"/>
          </ac:picMkLst>
        </pc:picChg>
        <pc:picChg chg="del">
          <ac:chgData name="Oleksandr Listunov" userId="a899ef77104fdae0" providerId="LiveId" clId="{28710B53-4D26-4F39-BB49-B0E418DAB6C4}" dt="2026-09-01T15:12:52.338" v="198" actId="478"/>
          <ac:picMkLst>
            <pc:docMk/>
            <pc:sldMk cId="3412139678" sldId="390"/>
            <ac:picMk id="11" creationId="{EA8799F0-5F23-D6A1-4AD8-3BCBE3A21A7F}"/>
          </ac:picMkLst>
        </pc:picChg>
        <pc:cxnChg chg="add mod">
          <ac:chgData name="Oleksandr Listunov" userId="a899ef77104fdae0" providerId="LiveId" clId="{28710B53-4D26-4F39-BB49-B0E418DAB6C4}" dt="2026-09-01T15:12:54.960" v="200"/>
          <ac:cxnSpMkLst>
            <pc:docMk/>
            <pc:sldMk cId="3412139678" sldId="390"/>
            <ac:cxnSpMk id="5" creationId="{ADFB19A0-A78E-528C-118C-CFF4CC0A4973}"/>
          </ac:cxnSpMkLst>
        </pc:cxnChg>
      </pc:sldChg>
      <pc:sldChg chg="addSp delSp mod">
        <pc:chgData name="Oleksandr Listunov" userId="a899ef77104fdae0" providerId="LiveId" clId="{28710B53-4D26-4F39-BB49-B0E418DAB6C4}" dt="2026-09-01T15:19:10.381" v="202" actId="22"/>
        <pc:sldMkLst>
          <pc:docMk/>
          <pc:sldMk cId="1126801707" sldId="392"/>
        </pc:sldMkLst>
        <pc:picChg chg="del">
          <ac:chgData name="Oleksandr Listunov" userId="a899ef77104fdae0" providerId="LiveId" clId="{28710B53-4D26-4F39-BB49-B0E418DAB6C4}" dt="2026-09-01T15:19:10.148" v="201" actId="478"/>
          <ac:picMkLst>
            <pc:docMk/>
            <pc:sldMk cId="1126801707" sldId="392"/>
            <ac:picMk id="2" creationId="{5499663E-A670-C108-5DB8-B804164ECBF5}"/>
          </ac:picMkLst>
        </pc:picChg>
        <pc:picChg chg="add">
          <ac:chgData name="Oleksandr Listunov" userId="a899ef77104fdae0" providerId="LiveId" clId="{28710B53-4D26-4F39-BB49-B0E418DAB6C4}" dt="2026-09-01T15:19:10.381" v="202" actId="22"/>
          <ac:picMkLst>
            <pc:docMk/>
            <pc:sldMk cId="1126801707" sldId="392"/>
            <ac:picMk id="5" creationId="{5110795D-FEDE-6072-180F-17756FCA7278}"/>
          </ac:picMkLst>
        </pc:picChg>
      </pc:sldChg>
      <pc:sldChg chg="addSp delSp modSp mod">
        <pc:chgData name="Oleksandr Listunov" userId="a899ef77104fdae0" providerId="LiveId" clId="{28710B53-4D26-4F39-BB49-B0E418DAB6C4}" dt="2026-09-01T15:19:36.328" v="206" actId="22"/>
        <pc:sldMkLst>
          <pc:docMk/>
          <pc:sldMk cId="1764963854" sldId="393"/>
        </pc:sldMkLst>
        <pc:spChg chg="add">
          <ac:chgData name="Oleksandr Listunov" userId="a899ef77104fdae0" providerId="LiveId" clId="{28710B53-4D26-4F39-BB49-B0E418DAB6C4}" dt="2026-09-01T15:19:36.328" v="206" actId="22"/>
          <ac:spMkLst>
            <pc:docMk/>
            <pc:sldMk cId="1764963854" sldId="393"/>
            <ac:spMk id="6" creationId="{B52F50FB-5BB3-66F8-E8CE-E2AD3D39DD69}"/>
          </ac:spMkLst>
        </pc:spChg>
        <pc:spChg chg="del">
          <ac:chgData name="Oleksandr Listunov" userId="a899ef77104fdae0" providerId="LiveId" clId="{28710B53-4D26-4F39-BB49-B0E418DAB6C4}" dt="2026-09-01T15:19:32.157" v="203" actId="478"/>
          <ac:spMkLst>
            <pc:docMk/>
            <pc:sldMk cId="1764963854" sldId="393"/>
            <ac:spMk id="19" creationId="{A1E4E783-89F3-9D57-C998-074497863791}"/>
          </ac:spMkLst>
        </pc:spChg>
        <pc:spChg chg="del">
          <ac:chgData name="Oleksandr Listunov" userId="a899ef77104fdae0" providerId="LiveId" clId="{28710B53-4D26-4F39-BB49-B0E418DAB6C4}" dt="2026-09-01T15:19:34.326" v="205" actId="478"/>
          <ac:spMkLst>
            <pc:docMk/>
            <pc:sldMk cId="1764963854" sldId="393"/>
            <ac:spMk id="20" creationId="{FC34260E-6266-DA01-52EB-4B6D090787BA}"/>
          </ac:spMkLst>
        </pc:spChg>
        <pc:spChg chg="del">
          <ac:chgData name="Oleksandr Listunov" userId="a899ef77104fdae0" providerId="LiveId" clId="{28710B53-4D26-4F39-BB49-B0E418DAB6C4}" dt="2026-09-01T15:19:32.157" v="203" actId="478"/>
          <ac:spMkLst>
            <pc:docMk/>
            <pc:sldMk cId="1764963854" sldId="393"/>
            <ac:spMk id="21" creationId="{FB11B5D6-E29F-F134-C5CB-A7A88C182AAD}"/>
          </ac:spMkLst>
        </pc:spChg>
        <pc:spChg chg="del">
          <ac:chgData name="Oleksandr Listunov" userId="a899ef77104fdae0" providerId="LiveId" clId="{28710B53-4D26-4F39-BB49-B0E418DAB6C4}" dt="2026-09-01T15:19:32.157" v="203" actId="478"/>
          <ac:spMkLst>
            <pc:docMk/>
            <pc:sldMk cId="1764963854" sldId="393"/>
            <ac:spMk id="23" creationId="{DB9268D7-DDD9-CA0A-7FFD-70B567F885D0}"/>
          </ac:spMkLst>
        </pc:spChg>
        <pc:spChg chg="del">
          <ac:chgData name="Oleksandr Listunov" userId="a899ef77104fdae0" providerId="LiveId" clId="{28710B53-4D26-4F39-BB49-B0E418DAB6C4}" dt="2026-09-01T15:19:32.157" v="203" actId="478"/>
          <ac:spMkLst>
            <pc:docMk/>
            <pc:sldMk cId="1764963854" sldId="393"/>
            <ac:spMk id="24" creationId="{F83F2885-CD25-FC2D-6CE8-D0D2045EBF01}"/>
          </ac:spMkLst>
        </pc:spChg>
        <pc:spChg chg="del">
          <ac:chgData name="Oleksandr Listunov" userId="a899ef77104fdae0" providerId="LiveId" clId="{28710B53-4D26-4F39-BB49-B0E418DAB6C4}" dt="2026-09-01T15:19:32.157" v="203" actId="478"/>
          <ac:spMkLst>
            <pc:docMk/>
            <pc:sldMk cId="1764963854" sldId="393"/>
            <ac:spMk id="26" creationId="{12DB6A4B-3FD4-5CA1-B860-368019AA8E68}"/>
          </ac:spMkLst>
        </pc:spChg>
        <pc:spChg chg="del">
          <ac:chgData name="Oleksandr Listunov" userId="a899ef77104fdae0" providerId="LiveId" clId="{28710B53-4D26-4F39-BB49-B0E418DAB6C4}" dt="2026-09-01T15:19:32.157" v="203" actId="478"/>
          <ac:spMkLst>
            <pc:docMk/>
            <pc:sldMk cId="1764963854" sldId="393"/>
            <ac:spMk id="27" creationId="{2AA4D453-561A-63D7-9217-933A66720779}"/>
          </ac:spMkLst>
        </pc:spChg>
        <pc:picChg chg="add">
          <ac:chgData name="Oleksandr Listunov" userId="a899ef77104fdae0" providerId="LiveId" clId="{28710B53-4D26-4F39-BB49-B0E418DAB6C4}" dt="2026-09-01T15:19:36.328" v="206" actId="22"/>
          <ac:picMkLst>
            <pc:docMk/>
            <pc:sldMk cId="1764963854" sldId="393"/>
            <ac:picMk id="3" creationId="{B2F3860B-549E-D17A-B81E-A81D14B5FFAA}"/>
          </ac:picMkLst>
        </pc:picChg>
        <pc:picChg chg="del">
          <ac:chgData name="Oleksandr Listunov" userId="a899ef77104fdae0" providerId="LiveId" clId="{28710B53-4D26-4F39-BB49-B0E418DAB6C4}" dt="2026-09-01T15:19:33.142" v="204" actId="478"/>
          <ac:picMkLst>
            <pc:docMk/>
            <pc:sldMk cId="1764963854" sldId="393"/>
            <ac:picMk id="18" creationId="{A6678318-DB71-5235-796E-81050CF4BCC1}"/>
          </ac:picMkLst>
        </pc:picChg>
        <pc:cxnChg chg="del mod">
          <ac:chgData name="Oleksandr Listunov" userId="a899ef77104fdae0" providerId="LiveId" clId="{28710B53-4D26-4F39-BB49-B0E418DAB6C4}" dt="2026-09-01T15:19:32.157" v="203" actId="478"/>
          <ac:cxnSpMkLst>
            <pc:docMk/>
            <pc:sldMk cId="1764963854" sldId="393"/>
            <ac:cxnSpMk id="22" creationId="{979EEAC2-2ECF-778D-CFBD-9D387F72BA0F}"/>
          </ac:cxnSpMkLst>
        </pc:cxnChg>
        <pc:cxnChg chg="del mod">
          <ac:chgData name="Oleksandr Listunov" userId="a899ef77104fdae0" providerId="LiveId" clId="{28710B53-4D26-4F39-BB49-B0E418DAB6C4}" dt="2026-09-01T15:19:32.157" v="203" actId="478"/>
          <ac:cxnSpMkLst>
            <pc:docMk/>
            <pc:sldMk cId="1764963854" sldId="393"/>
            <ac:cxnSpMk id="25" creationId="{02B4E474-A636-3B7D-8B0A-58EF1D32A15D}"/>
          </ac:cxnSpMkLst>
        </pc:cxnChg>
        <pc:cxnChg chg="del mod">
          <ac:chgData name="Oleksandr Listunov" userId="a899ef77104fdae0" providerId="LiveId" clId="{28710B53-4D26-4F39-BB49-B0E418DAB6C4}" dt="2026-09-01T15:19:32.157" v="203" actId="478"/>
          <ac:cxnSpMkLst>
            <pc:docMk/>
            <pc:sldMk cId="1764963854" sldId="393"/>
            <ac:cxnSpMk id="28" creationId="{BDB757BE-1205-FF12-D16D-1A478B8DE4C9}"/>
          </ac:cxnSpMkLst>
        </pc:cxnChg>
      </pc:sldChg>
      <pc:sldChg chg="addSp delSp modSp mod">
        <pc:chgData name="Oleksandr Listunov" userId="a899ef77104fdae0" providerId="LiveId" clId="{28710B53-4D26-4F39-BB49-B0E418DAB6C4}" dt="2026-09-01T16:20:21.966" v="1361" actId="1076"/>
        <pc:sldMkLst>
          <pc:docMk/>
          <pc:sldMk cId="1803030185" sldId="407"/>
        </pc:sldMkLst>
        <pc:spChg chg="add mod">
          <ac:chgData name="Oleksandr Listunov" userId="a899ef77104fdae0" providerId="LiveId" clId="{28710B53-4D26-4F39-BB49-B0E418DAB6C4}" dt="2026-09-01T16:20:13.513" v="1360" actId="1076"/>
          <ac:spMkLst>
            <pc:docMk/>
            <pc:sldMk cId="1803030185" sldId="407"/>
            <ac:spMk id="4" creationId="{11C0FB32-6363-B744-9A1D-4333543C285D}"/>
          </ac:spMkLst>
        </pc:spChg>
        <pc:spChg chg="del">
          <ac:chgData name="Oleksandr Listunov" userId="a899ef77104fdae0" providerId="LiveId" clId="{28710B53-4D26-4F39-BB49-B0E418DAB6C4}" dt="2026-09-01T16:18:47.336" v="1348" actId="478"/>
          <ac:spMkLst>
            <pc:docMk/>
            <pc:sldMk cId="1803030185" sldId="407"/>
            <ac:spMk id="5" creationId="{81E45639-8D20-247E-12D0-BA3A1736A8E1}"/>
          </ac:spMkLst>
        </pc:spChg>
        <pc:spChg chg="add mod">
          <ac:chgData name="Oleksandr Listunov" userId="a899ef77104fdae0" providerId="LiveId" clId="{28710B53-4D26-4F39-BB49-B0E418DAB6C4}" dt="2026-09-01T16:20:13.513" v="1360" actId="1076"/>
          <ac:spMkLst>
            <pc:docMk/>
            <pc:sldMk cId="1803030185" sldId="407"/>
            <ac:spMk id="9" creationId="{C1B8851F-1C3B-36FE-9C4D-0B273CFD3715}"/>
          </ac:spMkLst>
        </pc:spChg>
        <pc:spChg chg="mod">
          <ac:chgData name="Oleksandr Listunov" userId="a899ef77104fdae0" providerId="LiveId" clId="{28710B53-4D26-4F39-BB49-B0E418DAB6C4}" dt="2026-09-01T16:19:56.502" v="1359" actId="14100"/>
          <ac:spMkLst>
            <pc:docMk/>
            <pc:sldMk cId="1803030185" sldId="407"/>
            <ac:spMk id="11" creationId="{68F10FEC-4A92-5898-37DB-B007688979C5}"/>
          </ac:spMkLst>
        </pc:spChg>
        <pc:spChg chg="del mod">
          <ac:chgData name="Oleksandr Listunov" userId="a899ef77104fdae0" providerId="LiveId" clId="{28710B53-4D26-4F39-BB49-B0E418DAB6C4}" dt="2026-09-01T16:18:25.932" v="1342" actId="478"/>
          <ac:spMkLst>
            <pc:docMk/>
            <pc:sldMk cId="1803030185" sldId="407"/>
            <ac:spMk id="18" creationId="{31F454DE-8D89-9D9F-BB3E-D1F9D2714F8E}"/>
          </ac:spMkLst>
        </pc:spChg>
        <pc:spChg chg="del">
          <ac:chgData name="Oleksandr Listunov" userId="a899ef77104fdae0" providerId="LiveId" clId="{28710B53-4D26-4F39-BB49-B0E418DAB6C4}" dt="2026-09-01T16:19:06.941" v="1352" actId="478"/>
          <ac:spMkLst>
            <pc:docMk/>
            <pc:sldMk cId="1803030185" sldId="407"/>
            <ac:spMk id="19" creationId="{8BDC6B81-655D-1372-15D5-EC5ACC521C64}"/>
          </ac:spMkLst>
        </pc:spChg>
        <pc:spChg chg="del mod">
          <ac:chgData name="Oleksandr Listunov" userId="a899ef77104fdae0" providerId="LiveId" clId="{28710B53-4D26-4F39-BB49-B0E418DAB6C4}" dt="2026-09-01T16:18:26.746" v="1343" actId="478"/>
          <ac:spMkLst>
            <pc:docMk/>
            <pc:sldMk cId="1803030185" sldId="407"/>
            <ac:spMk id="22" creationId="{D6DD8DE4-935C-30BC-FBAB-EBE8D8B222EC}"/>
          </ac:spMkLst>
        </pc:spChg>
        <pc:spChg chg="mod">
          <ac:chgData name="Oleksandr Listunov" userId="a899ef77104fdae0" providerId="LiveId" clId="{28710B53-4D26-4F39-BB49-B0E418DAB6C4}" dt="2026-09-01T16:18:57.385" v="1350" actId="1076"/>
          <ac:spMkLst>
            <pc:docMk/>
            <pc:sldMk cId="1803030185" sldId="407"/>
            <ac:spMk id="60" creationId="{491EC70E-2CD9-1B1E-A92E-DDED0D7BBBD8}"/>
          </ac:spMkLst>
        </pc:spChg>
        <pc:picChg chg="add mod">
          <ac:chgData name="Oleksandr Listunov" userId="a899ef77104fdae0" providerId="LiveId" clId="{28710B53-4D26-4F39-BB49-B0E418DAB6C4}" dt="2026-09-01T16:20:21.966" v="1361" actId="1076"/>
          <ac:picMkLst>
            <pc:docMk/>
            <pc:sldMk cId="1803030185" sldId="407"/>
            <ac:picMk id="13" creationId="{699A70F3-06D8-D610-CDF0-F976069F01EF}"/>
          </ac:picMkLst>
        </pc:picChg>
        <pc:cxnChg chg="mod">
          <ac:chgData name="Oleksandr Listunov" userId="a899ef77104fdae0" providerId="LiveId" clId="{28710B53-4D26-4F39-BB49-B0E418DAB6C4}" dt="2026-09-01T16:18:52.312" v="1349" actId="1076"/>
          <ac:cxnSpMkLst>
            <pc:docMk/>
            <pc:sldMk cId="1803030185" sldId="407"/>
            <ac:cxnSpMk id="62" creationId="{E4045894-D1F6-7F63-0A52-FA8624BFE9D1}"/>
          </ac:cxnSpMkLst>
        </pc:cxnChg>
      </pc:sldChg>
      <pc:sldChg chg="modSp add mod setBg">
        <pc:chgData name="Oleksandr Listunov" userId="a899ef77104fdae0" providerId="LiveId" clId="{28710B53-4D26-4F39-BB49-B0E418DAB6C4}" dt="2026-09-01T15:20:15.108" v="291"/>
        <pc:sldMkLst>
          <pc:docMk/>
          <pc:sldMk cId="0" sldId="408"/>
        </pc:sldMkLst>
        <pc:spChg chg="mod">
          <ac:chgData name="Oleksandr Listunov" userId="a899ef77104fdae0" providerId="LiveId" clId="{28710B53-4D26-4F39-BB49-B0E418DAB6C4}" dt="2026-09-01T15:20:06.842" v="211" actId="27636"/>
          <ac:spMkLst>
            <pc:docMk/>
            <pc:sldMk cId="0" sldId="408"/>
            <ac:spMk id="12" creationId="{00000000-0000-0000-0000-000000000000}"/>
          </ac:spMkLst>
        </pc:spChg>
        <pc:spChg chg="mod">
          <ac:chgData name="Oleksandr Listunov" userId="a899ef77104fdae0" providerId="LiveId" clId="{28710B53-4D26-4F39-BB49-B0E418DAB6C4}" dt="2026-09-01T15:20:06.841" v="210" actId="27636"/>
          <ac:spMkLst>
            <pc:docMk/>
            <pc:sldMk cId="0" sldId="408"/>
            <ac:spMk id="13" creationId="{00000000-0000-0000-0000-000000000000}"/>
          </ac:spMkLst>
        </pc:spChg>
        <pc:spChg chg="mod">
          <ac:chgData name="Oleksandr Listunov" userId="a899ef77104fdae0" providerId="LiveId" clId="{28710B53-4D26-4F39-BB49-B0E418DAB6C4}" dt="2026-09-01T15:20:06.838" v="209" actId="27636"/>
          <ac:spMkLst>
            <pc:docMk/>
            <pc:sldMk cId="0" sldId="408"/>
            <ac:spMk id="14" creationId="{00000000-0000-0000-0000-000000000000}"/>
          </ac:spMkLst>
        </pc:spChg>
        <pc:spChg chg="mod">
          <ac:chgData name="Oleksandr Listunov" userId="a899ef77104fdae0" providerId="LiveId" clId="{28710B53-4D26-4F39-BB49-B0E418DAB6C4}" dt="2026-09-01T15:20:06.845" v="214" actId="27636"/>
          <ac:spMkLst>
            <pc:docMk/>
            <pc:sldMk cId="0" sldId="408"/>
            <ac:spMk id="17" creationId="{00000000-0000-0000-0000-000000000000}"/>
          </ac:spMkLst>
        </pc:spChg>
        <pc:spChg chg="mod">
          <ac:chgData name="Oleksandr Listunov" userId="a899ef77104fdae0" providerId="LiveId" clId="{28710B53-4D26-4F39-BB49-B0E418DAB6C4}" dt="2026-09-01T15:20:06.844" v="212" actId="27636"/>
          <ac:spMkLst>
            <pc:docMk/>
            <pc:sldMk cId="0" sldId="408"/>
            <ac:spMk id="26" creationId="{00000000-0000-0000-0000-000000000000}"/>
          </ac:spMkLst>
        </pc:spChg>
        <pc:spChg chg="mod">
          <ac:chgData name="Oleksandr Listunov" userId="a899ef77104fdae0" providerId="LiveId" clId="{28710B53-4D26-4F39-BB49-B0E418DAB6C4}" dt="2026-09-01T15:20:06.847" v="216" actId="27636"/>
          <ac:spMkLst>
            <pc:docMk/>
            <pc:sldMk cId="0" sldId="408"/>
            <ac:spMk id="30" creationId="{00000000-0000-0000-0000-000000000000}"/>
          </ac:spMkLst>
        </pc:spChg>
        <pc:spChg chg="mod">
          <ac:chgData name="Oleksandr Listunov" userId="a899ef77104fdae0" providerId="LiveId" clId="{28710B53-4D26-4F39-BB49-B0E418DAB6C4}" dt="2026-09-01T15:20:06.848" v="217" actId="27636"/>
          <ac:spMkLst>
            <pc:docMk/>
            <pc:sldMk cId="0" sldId="408"/>
            <ac:spMk id="34" creationId="{00000000-0000-0000-0000-000000000000}"/>
          </ac:spMkLst>
        </pc:spChg>
        <pc:spChg chg="mod">
          <ac:chgData name="Oleksandr Listunov" userId="a899ef77104fdae0" providerId="LiveId" clId="{28710B53-4D26-4F39-BB49-B0E418DAB6C4}" dt="2026-09-01T15:20:06.849" v="218" actId="27636"/>
          <ac:spMkLst>
            <pc:docMk/>
            <pc:sldMk cId="0" sldId="408"/>
            <ac:spMk id="38" creationId="{00000000-0000-0000-0000-000000000000}"/>
          </ac:spMkLst>
        </pc:spChg>
        <pc:spChg chg="mod">
          <ac:chgData name="Oleksandr Listunov" userId="a899ef77104fdae0" providerId="LiveId" clId="{28710B53-4D26-4F39-BB49-B0E418DAB6C4}" dt="2026-09-01T15:20:06.845" v="213" actId="27636"/>
          <ac:spMkLst>
            <pc:docMk/>
            <pc:sldMk cId="0" sldId="408"/>
            <ac:spMk id="42" creationId="{00000000-0000-0000-0000-000000000000}"/>
          </ac:spMkLst>
        </pc:spChg>
        <pc:spChg chg="mod">
          <ac:chgData name="Oleksandr Listunov" userId="a899ef77104fdae0" providerId="LiveId" clId="{28710B53-4D26-4F39-BB49-B0E418DAB6C4}" dt="2026-09-01T15:20:06.846" v="215" actId="27636"/>
          <ac:spMkLst>
            <pc:docMk/>
            <pc:sldMk cId="0" sldId="408"/>
            <ac:spMk id="46" creationId="{00000000-0000-0000-0000-000000000000}"/>
          </ac:spMkLst>
        </pc:spChg>
        <pc:spChg chg="mod">
          <ac:chgData name="Oleksandr Listunov" userId="a899ef77104fdae0" providerId="LiveId" clId="{28710B53-4D26-4F39-BB49-B0E418DAB6C4}" dt="2026-09-01T15:20:06.850" v="220" actId="27636"/>
          <ac:spMkLst>
            <pc:docMk/>
            <pc:sldMk cId="0" sldId="408"/>
            <ac:spMk id="52" creationId="{00000000-0000-0000-0000-000000000000}"/>
          </ac:spMkLst>
        </pc:spChg>
        <pc:spChg chg="mod">
          <ac:chgData name="Oleksandr Listunov" userId="a899ef77104fdae0" providerId="LiveId" clId="{28710B53-4D26-4F39-BB49-B0E418DAB6C4}" dt="2026-09-01T15:20:06.853" v="222" actId="27636"/>
          <ac:spMkLst>
            <pc:docMk/>
            <pc:sldMk cId="0" sldId="408"/>
            <ac:spMk id="53" creationId="{00000000-0000-0000-0000-000000000000}"/>
          </ac:spMkLst>
        </pc:spChg>
        <pc:spChg chg="mod">
          <ac:chgData name="Oleksandr Listunov" userId="a899ef77104fdae0" providerId="LiveId" clId="{28710B53-4D26-4F39-BB49-B0E418DAB6C4}" dt="2026-09-01T15:20:06.852" v="221" actId="27636"/>
          <ac:spMkLst>
            <pc:docMk/>
            <pc:sldMk cId="0" sldId="408"/>
            <ac:spMk id="56" creationId="{00000000-0000-0000-0000-000000000000}"/>
          </ac:spMkLst>
        </pc:spChg>
        <pc:spChg chg="mod">
          <ac:chgData name="Oleksandr Listunov" userId="a899ef77104fdae0" providerId="LiveId" clId="{28710B53-4D26-4F39-BB49-B0E418DAB6C4}" dt="2026-09-01T15:20:06.856" v="225" actId="27636"/>
          <ac:spMkLst>
            <pc:docMk/>
            <pc:sldMk cId="0" sldId="408"/>
            <ac:spMk id="59" creationId="{00000000-0000-0000-0000-000000000000}"/>
          </ac:spMkLst>
        </pc:spChg>
        <pc:spChg chg="mod">
          <ac:chgData name="Oleksandr Listunov" userId="a899ef77104fdae0" providerId="LiveId" clId="{28710B53-4D26-4F39-BB49-B0E418DAB6C4}" dt="2026-09-01T15:20:06.849" v="219" actId="27636"/>
          <ac:spMkLst>
            <pc:docMk/>
            <pc:sldMk cId="0" sldId="408"/>
            <ac:spMk id="68" creationId="{00000000-0000-0000-0000-000000000000}"/>
          </ac:spMkLst>
        </pc:spChg>
        <pc:spChg chg="mod">
          <ac:chgData name="Oleksandr Listunov" userId="a899ef77104fdae0" providerId="LiveId" clId="{28710B53-4D26-4F39-BB49-B0E418DAB6C4}" dt="2026-09-01T15:20:06.854" v="223" actId="27636"/>
          <ac:spMkLst>
            <pc:docMk/>
            <pc:sldMk cId="0" sldId="408"/>
            <ac:spMk id="69" creationId="{00000000-0000-0000-0000-000000000000}"/>
          </ac:spMkLst>
        </pc:spChg>
        <pc:spChg chg="mod">
          <ac:chgData name="Oleksandr Listunov" userId="a899ef77104fdae0" providerId="LiveId" clId="{28710B53-4D26-4F39-BB49-B0E418DAB6C4}" dt="2026-09-01T15:20:06.858" v="227" actId="27636"/>
          <ac:spMkLst>
            <pc:docMk/>
            <pc:sldMk cId="0" sldId="408"/>
            <ac:spMk id="74" creationId="{00000000-0000-0000-0000-000000000000}"/>
          </ac:spMkLst>
        </pc:spChg>
        <pc:spChg chg="mod">
          <ac:chgData name="Oleksandr Listunov" userId="a899ef77104fdae0" providerId="LiveId" clId="{28710B53-4D26-4F39-BB49-B0E418DAB6C4}" dt="2026-09-01T15:20:06.855" v="224" actId="27636"/>
          <ac:spMkLst>
            <pc:docMk/>
            <pc:sldMk cId="0" sldId="408"/>
            <ac:spMk id="75" creationId="{00000000-0000-0000-0000-000000000000}"/>
          </ac:spMkLst>
        </pc:spChg>
        <pc:spChg chg="mod">
          <ac:chgData name="Oleksandr Listunov" userId="a899ef77104fdae0" providerId="LiveId" clId="{28710B53-4D26-4F39-BB49-B0E418DAB6C4}" dt="2026-09-01T15:20:06.859" v="228" actId="27636"/>
          <ac:spMkLst>
            <pc:docMk/>
            <pc:sldMk cId="0" sldId="408"/>
            <ac:spMk id="80" creationId="{00000000-0000-0000-0000-000000000000}"/>
          </ac:spMkLst>
        </pc:spChg>
        <pc:spChg chg="mod">
          <ac:chgData name="Oleksandr Listunov" userId="a899ef77104fdae0" providerId="LiveId" clId="{28710B53-4D26-4F39-BB49-B0E418DAB6C4}" dt="2026-09-01T15:20:06.857" v="226" actId="27636"/>
          <ac:spMkLst>
            <pc:docMk/>
            <pc:sldMk cId="0" sldId="408"/>
            <ac:spMk id="81" creationId="{00000000-0000-0000-0000-000000000000}"/>
          </ac:spMkLst>
        </pc:spChg>
        <pc:spChg chg="mod">
          <ac:chgData name="Oleksandr Listunov" userId="a899ef77104fdae0" providerId="LiveId" clId="{28710B53-4D26-4F39-BB49-B0E418DAB6C4}" dt="2026-09-01T15:20:06.834" v="208" actId="27636"/>
          <ac:spMkLst>
            <pc:docMk/>
            <pc:sldMk cId="0" sldId="408"/>
            <ac:spMk id="83" creationId="{00000000-0000-0000-0000-000000000000}"/>
          </ac:spMkLst>
        </pc:spChg>
      </pc:sldChg>
      <pc:sldChg chg="modSp add del mod setBg">
        <pc:chgData name="Oleksandr Listunov" userId="a899ef77104fdae0" providerId="LiveId" clId="{28710B53-4D26-4F39-BB49-B0E418DAB6C4}" dt="2026-09-01T15:33:22.017" v="682"/>
        <pc:sldMkLst>
          <pc:docMk/>
          <pc:sldMk cId="0" sldId="409"/>
        </pc:sldMkLst>
        <pc:spChg chg="mod">
          <ac:chgData name="Oleksandr Listunov" userId="a899ef77104fdae0" providerId="LiveId" clId="{28710B53-4D26-4F39-BB49-B0E418DAB6C4}" dt="2026-09-01T15:33:17.326" v="619" actId="27636"/>
          <ac:spMkLst>
            <pc:docMk/>
            <pc:sldMk cId="0" sldId="409"/>
            <ac:spMk id="12" creationId="{00000000-0000-0000-0000-000000000000}"/>
          </ac:spMkLst>
        </pc:spChg>
        <pc:spChg chg="mod">
          <ac:chgData name="Oleksandr Listunov" userId="a899ef77104fdae0" providerId="LiveId" clId="{28710B53-4D26-4F39-BB49-B0E418DAB6C4}" dt="2026-09-01T15:33:17.321" v="616" actId="27636"/>
          <ac:spMkLst>
            <pc:docMk/>
            <pc:sldMk cId="0" sldId="409"/>
            <ac:spMk id="13" creationId="{00000000-0000-0000-0000-000000000000}"/>
          </ac:spMkLst>
        </pc:spChg>
        <pc:spChg chg="mod">
          <ac:chgData name="Oleksandr Listunov" userId="a899ef77104fdae0" providerId="LiveId" clId="{28710B53-4D26-4F39-BB49-B0E418DAB6C4}" dt="2026-09-01T15:33:17.323" v="617" actId="27636"/>
          <ac:spMkLst>
            <pc:docMk/>
            <pc:sldMk cId="0" sldId="409"/>
            <ac:spMk id="14" creationId="{00000000-0000-0000-0000-000000000000}"/>
          </ac:spMkLst>
        </pc:spChg>
        <pc:spChg chg="mod">
          <ac:chgData name="Oleksandr Listunov" userId="a899ef77104fdae0" providerId="LiveId" clId="{28710B53-4D26-4F39-BB49-B0E418DAB6C4}" dt="2026-09-01T15:33:17.300" v="604" actId="27636"/>
          <ac:spMkLst>
            <pc:docMk/>
            <pc:sldMk cId="0" sldId="409"/>
            <ac:spMk id="17" creationId="{00000000-0000-0000-0000-000000000000}"/>
          </ac:spMkLst>
        </pc:spChg>
        <pc:spChg chg="mod">
          <ac:chgData name="Oleksandr Listunov" userId="a899ef77104fdae0" providerId="LiveId" clId="{28710B53-4D26-4F39-BB49-B0E418DAB6C4}" dt="2026-09-01T15:33:17.298" v="603" actId="27636"/>
          <ac:spMkLst>
            <pc:docMk/>
            <pc:sldMk cId="0" sldId="409"/>
            <ac:spMk id="26" creationId="{00000000-0000-0000-0000-000000000000}"/>
          </ac:spMkLst>
        </pc:spChg>
        <pc:spChg chg="mod">
          <ac:chgData name="Oleksandr Listunov" userId="a899ef77104fdae0" providerId="LiveId" clId="{28710B53-4D26-4F39-BB49-B0E418DAB6C4}" dt="2026-09-01T15:33:17.309" v="610" actId="27636"/>
          <ac:spMkLst>
            <pc:docMk/>
            <pc:sldMk cId="0" sldId="409"/>
            <ac:spMk id="30" creationId="{00000000-0000-0000-0000-000000000000}"/>
          </ac:spMkLst>
        </pc:spChg>
        <pc:spChg chg="mod">
          <ac:chgData name="Oleksandr Listunov" userId="a899ef77104fdae0" providerId="LiveId" clId="{28710B53-4D26-4F39-BB49-B0E418DAB6C4}" dt="2026-09-01T15:33:17.312" v="612" actId="27636"/>
          <ac:spMkLst>
            <pc:docMk/>
            <pc:sldMk cId="0" sldId="409"/>
            <ac:spMk id="34" creationId="{00000000-0000-0000-0000-000000000000}"/>
          </ac:spMkLst>
        </pc:spChg>
        <pc:spChg chg="mod">
          <ac:chgData name="Oleksandr Listunov" userId="a899ef77104fdae0" providerId="LiveId" clId="{28710B53-4D26-4F39-BB49-B0E418DAB6C4}" dt="2026-09-01T15:33:17.316" v="614" actId="27636"/>
          <ac:spMkLst>
            <pc:docMk/>
            <pc:sldMk cId="0" sldId="409"/>
            <ac:spMk id="38" creationId="{00000000-0000-0000-0000-000000000000}"/>
          </ac:spMkLst>
        </pc:spChg>
        <pc:spChg chg="mod">
          <ac:chgData name="Oleksandr Listunov" userId="a899ef77104fdae0" providerId="LiveId" clId="{28710B53-4D26-4F39-BB49-B0E418DAB6C4}" dt="2026-09-01T15:33:17.294" v="601" actId="27636"/>
          <ac:spMkLst>
            <pc:docMk/>
            <pc:sldMk cId="0" sldId="409"/>
            <ac:spMk id="42" creationId="{00000000-0000-0000-0000-000000000000}"/>
          </ac:spMkLst>
        </pc:spChg>
        <pc:spChg chg="mod">
          <ac:chgData name="Oleksandr Listunov" userId="a899ef77104fdae0" providerId="LiveId" clId="{28710B53-4D26-4F39-BB49-B0E418DAB6C4}" dt="2026-09-01T15:33:17.301" v="605" actId="27636"/>
          <ac:spMkLst>
            <pc:docMk/>
            <pc:sldMk cId="0" sldId="409"/>
            <ac:spMk id="46" creationId="{00000000-0000-0000-0000-000000000000}"/>
          </ac:spMkLst>
        </pc:spChg>
        <pc:spChg chg="mod">
          <ac:chgData name="Oleksandr Listunov" userId="a899ef77104fdae0" providerId="LiveId" clId="{28710B53-4D26-4F39-BB49-B0E418DAB6C4}" dt="2026-09-01T15:33:17.293" v="600" actId="27636"/>
          <ac:spMkLst>
            <pc:docMk/>
            <pc:sldMk cId="0" sldId="409"/>
            <ac:spMk id="52" creationId="{00000000-0000-0000-0000-000000000000}"/>
          </ac:spMkLst>
        </pc:spChg>
        <pc:spChg chg="mod">
          <ac:chgData name="Oleksandr Listunov" userId="a899ef77104fdae0" providerId="LiveId" clId="{28710B53-4D26-4F39-BB49-B0E418DAB6C4}" dt="2026-09-01T15:33:17.307" v="608" actId="27636"/>
          <ac:spMkLst>
            <pc:docMk/>
            <pc:sldMk cId="0" sldId="409"/>
            <ac:spMk id="53" creationId="{00000000-0000-0000-0000-000000000000}"/>
          </ac:spMkLst>
        </pc:spChg>
        <pc:spChg chg="mod">
          <ac:chgData name="Oleksandr Listunov" userId="a899ef77104fdae0" providerId="LiveId" clId="{28710B53-4D26-4F39-BB49-B0E418DAB6C4}" dt="2026-09-01T15:33:17.304" v="607" actId="27636"/>
          <ac:spMkLst>
            <pc:docMk/>
            <pc:sldMk cId="0" sldId="409"/>
            <ac:spMk id="56" creationId="{00000000-0000-0000-0000-000000000000}"/>
          </ac:spMkLst>
        </pc:spChg>
        <pc:spChg chg="mod">
          <ac:chgData name="Oleksandr Listunov" userId="a899ef77104fdae0" providerId="LiveId" clId="{28710B53-4D26-4F39-BB49-B0E418DAB6C4}" dt="2026-09-01T15:33:17.303" v="606" actId="27636"/>
          <ac:spMkLst>
            <pc:docMk/>
            <pc:sldMk cId="0" sldId="409"/>
            <ac:spMk id="59" creationId="{00000000-0000-0000-0000-000000000000}"/>
          </ac:spMkLst>
        </pc:spChg>
        <pc:spChg chg="mod">
          <ac:chgData name="Oleksandr Listunov" userId="a899ef77104fdae0" providerId="LiveId" clId="{28710B53-4D26-4F39-BB49-B0E418DAB6C4}" dt="2026-09-01T15:33:17.318" v="615" actId="27636"/>
          <ac:spMkLst>
            <pc:docMk/>
            <pc:sldMk cId="0" sldId="409"/>
            <ac:spMk id="68" creationId="{00000000-0000-0000-0000-000000000000}"/>
          </ac:spMkLst>
        </pc:spChg>
        <pc:spChg chg="mod">
          <ac:chgData name="Oleksandr Listunov" userId="a899ef77104fdae0" providerId="LiveId" clId="{28710B53-4D26-4F39-BB49-B0E418DAB6C4}" dt="2026-09-01T15:33:17.308" v="609" actId="27636"/>
          <ac:spMkLst>
            <pc:docMk/>
            <pc:sldMk cId="0" sldId="409"/>
            <ac:spMk id="69" creationId="{00000000-0000-0000-0000-000000000000}"/>
          </ac:spMkLst>
        </pc:spChg>
        <pc:spChg chg="mod">
          <ac:chgData name="Oleksandr Listunov" userId="a899ef77104fdae0" providerId="LiveId" clId="{28710B53-4D26-4F39-BB49-B0E418DAB6C4}" dt="2026-09-01T15:33:17.310" v="611" actId="27636"/>
          <ac:spMkLst>
            <pc:docMk/>
            <pc:sldMk cId="0" sldId="409"/>
            <ac:spMk id="74" creationId="{00000000-0000-0000-0000-000000000000}"/>
          </ac:spMkLst>
        </pc:spChg>
        <pc:spChg chg="mod">
          <ac:chgData name="Oleksandr Listunov" userId="a899ef77104fdae0" providerId="LiveId" clId="{28710B53-4D26-4F39-BB49-B0E418DAB6C4}" dt="2026-09-01T15:33:17.314" v="613" actId="27636"/>
          <ac:spMkLst>
            <pc:docMk/>
            <pc:sldMk cId="0" sldId="409"/>
            <ac:spMk id="75" creationId="{00000000-0000-0000-0000-000000000000}"/>
          </ac:spMkLst>
        </pc:spChg>
        <pc:spChg chg="mod">
          <ac:chgData name="Oleksandr Listunov" userId="a899ef77104fdae0" providerId="LiveId" clId="{28710B53-4D26-4F39-BB49-B0E418DAB6C4}" dt="2026-09-01T15:33:17.324" v="618" actId="27636"/>
          <ac:spMkLst>
            <pc:docMk/>
            <pc:sldMk cId="0" sldId="409"/>
            <ac:spMk id="80" creationId="{00000000-0000-0000-0000-000000000000}"/>
          </ac:spMkLst>
        </pc:spChg>
        <pc:spChg chg="mod">
          <ac:chgData name="Oleksandr Listunov" userId="a899ef77104fdae0" providerId="LiveId" clId="{28710B53-4D26-4F39-BB49-B0E418DAB6C4}" dt="2026-09-01T15:33:17.297" v="602" actId="27636"/>
          <ac:spMkLst>
            <pc:docMk/>
            <pc:sldMk cId="0" sldId="409"/>
            <ac:spMk id="81" creationId="{00000000-0000-0000-0000-000000000000}"/>
          </ac:spMkLst>
        </pc:spChg>
        <pc:spChg chg="mod">
          <ac:chgData name="Oleksandr Listunov" userId="a899ef77104fdae0" providerId="LiveId" clId="{28710B53-4D26-4F39-BB49-B0E418DAB6C4}" dt="2026-09-01T15:33:17.291" v="599" actId="27636"/>
          <ac:spMkLst>
            <pc:docMk/>
            <pc:sldMk cId="0" sldId="409"/>
            <ac:spMk id="83" creationId="{00000000-0000-0000-0000-000000000000}"/>
          </ac:spMkLst>
        </pc:spChg>
      </pc:sldChg>
      <pc:sldChg chg="modSp add del mod setBg">
        <pc:chgData name="Oleksandr Listunov" userId="a899ef77104fdae0" providerId="LiveId" clId="{28710B53-4D26-4F39-BB49-B0E418DAB6C4}" dt="2026-09-01T15:33:22.017" v="682"/>
        <pc:sldMkLst>
          <pc:docMk/>
          <pc:sldMk cId="0" sldId="410"/>
        </pc:sldMkLst>
        <pc:spChg chg="mod">
          <ac:chgData name="Oleksandr Listunov" userId="a899ef77104fdae0" providerId="LiveId" clId="{28710B53-4D26-4F39-BB49-B0E418DAB6C4}" dt="2026-09-01T15:33:17.352" v="620" actId="27636"/>
          <ac:spMkLst>
            <pc:docMk/>
            <pc:sldMk cId="0" sldId="410"/>
            <ac:spMk id="12" creationId="{00000000-0000-0000-0000-000000000000}"/>
          </ac:spMkLst>
        </pc:spChg>
      </pc:sldChg>
      <pc:sldChg chg="modSp add del mod setBg">
        <pc:chgData name="Oleksandr Listunov" userId="a899ef77104fdae0" providerId="LiveId" clId="{28710B53-4D26-4F39-BB49-B0E418DAB6C4}" dt="2026-09-01T15:33:22.017" v="682"/>
        <pc:sldMkLst>
          <pc:docMk/>
          <pc:sldMk cId="0" sldId="411"/>
        </pc:sldMkLst>
        <pc:spChg chg="mod">
          <ac:chgData name="Oleksandr Listunov" userId="a899ef77104fdae0" providerId="LiveId" clId="{28710B53-4D26-4F39-BB49-B0E418DAB6C4}" dt="2026-09-01T15:33:17.377" v="625" actId="27636"/>
          <ac:spMkLst>
            <pc:docMk/>
            <pc:sldMk cId="0" sldId="411"/>
            <ac:spMk id="12" creationId="{00000000-0000-0000-0000-000000000000}"/>
          </ac:spMkLst>
        </pc:spChg>
        <pc:spChg chg="mod">
          <ac:chgData name="Oleksandr Listunov" userId="a899ef77104fdae0" providerId="LiveId" clId="{28710B53-4D26-4F39-BB49-B0E418DAB6C4}" dt="2026-09-01T15:33:17.382" v="626" actId="27636"/>
          <ac:spMkLst>
            <pc:docMk/>
            <pc:sldMk cId="0" sldId="411"/>
            <ac:spMk id="14" creationId="{00000000-0000-0000-0000-000000000000}"/>
          </ac:spMkLst>
        </pc:spChg>
        <pc:spChg chg="mod">
          <ac:chgData name="Oleksandr Listunov" userId="a899ef77104fdae0" providerId="LiveId" clId="{28710B53-4D26-4F39-BB49-B0E418DAB6C4}" dt="2026-09-01T15:33:17.383" v="627" actId="27636"/>
          <ac:spMkLst>
            <pc:docMk/>
            <pc:sldMk cId="0" sldId="411"/>
            <ac:spMk id="17" creationId="{00000000-0000-0000-0000-000000000000}"/>
          </ac:spMkLst>
        </pc:spChg>
        <pc:spChg chg="mod">
          <ac:chgData name="Oleksandr Listunov" userId="a899ef77104fdae0" providerId="LiveId" clId="{28710B53-4D26-4F39-BB49-B0E418DAB6C4}" dt="2026-09-01T15:33:17.372" v="623" actId="27636"/>
          <ac:spMkLst>
            <pc:docMk/>
            <pc:sldMk cId="0" sldId="411"/>
            <ac:spMk id="38" creationId="{00000000-0000-0000-0000-000000000000}"/>
          </ac:spMkLst>
        </pc:spChg>
        <pc:spChg chg="mod">
          <ac:chgData name="Oleksandr Listunov" userId="a899ef77104fdae0" providerId="LiveId" clId="{28710B53-4D26-4F39-BB49-B0E418DAB6C4}" dt="2026-09-01T15:33:17.374" v="624" actId="27636"/>
          <ac:spMkLst>
            <pc:docMk/>
            <pc:sldMk cId="0" sldId="411"/>
            <ac:spMk id="59" creationId="{00000000-0000-0000-0000-000000000000}"/>
          </ac:spMkLst>
        </pc:spChg>
        <pc:spChg chg="mod">
          <ac:chgData name="Oleksandr Listunov" userId="a899ef77104fdae0" providerId="LiveId" clId="{28710B53-4D26-4F39-BB49-B0E418DAB6C4}" dt="2026-09-01T15:33:17.368" v="621" actId="27636"/>
          <ac:spMkLst>
            <pc:docMk/>
            <pc:sldMk cId="0" sldId="411"/>
            <ac:spMk id="80" creationId="{00000000-0000-0000-0000-000000000000}"/>
          </ac:spMkLst>
        </pc:spChg>
        <pc:spChg chg="mod">
          <ac:chgData name="Oleksandr Listunov" userId="a899ef77104fdae0" providerId="LiveId" clId="{28710B53-4D26-4F39-BB49-B0E418DAB6C4}" dt="2026-09-01T15:33:17.370" v="622" actId="27636"/>
          <ac:spMkLst>
            <pc:docMk/>
            <pc:sldMk cId="0" sldId="411"/>
            <ac:spMk id="101" creationId="{00000000-0000-0000-0000-000000000000}"/>
          </ac:spMkLst>
        </pc:spChg>
      </pc:sldChg>
      <pc:sldChg chg="modSp add del mod setBg">
        <pc:chgData name="Oleksandr Listunov" userId="a899ef77104fdae0" providerId="LiveId" clId="{28710B53-4D26-4F39-BB49-B0E418DAB6C4}" dt="2026-09-01T15:33:22.017" v="682"/>
        <pc:sldMkLst>
          <pc:docMk/>
          <pc:sldMk cId="0" sldId="412"/>
        </pc:sldMkLst>
        <pc:spChg chg="mod">
          <ac:chgData name="Oleksandr Listunov" userId="a899ef77104fdae0" providerId="LiveId" clId="{28710B53-4D26-4F39-BB49-B0E418DAB6C4}" dt="2026-09-01T15:33:17.393" v="629" actId="27636"/>
          <ac:spMkLst>
            <pc:docMk/>
            <pc:sldMk cId="0" sldId="412"/>
            <ac:spMk id="12" creationId="{00000000-0000-0000-0000-000000000000}"/>
          </ac:spMkLst>
        </pc:spChg>
        <pc:spChg chg="mod">
          <ac:chgData name="Oleksandr Listunov" userId="a899ef77104fdae0" providerId="LiveId" clId="{28710B53-4D26-4F39-BB49-B0E418DAB6C4}" dt="2026-09-01T15:33:17.391" v="628" actId="27636"/>
          <ac:spMkLst>
            <pc:docMk/>
            <pc:sldMk cId="0" sldId="412"/>
            <ac:spMk id="14" creationId="{00000000-0000-0000-0000-000000000000}"/>
          </ac:spMkLst>
        </pc:spChg>
        <pc:spChg chg="mod">
          <ac:chgData name="Oleksandr Listunov" userId="a899ef77104fdae0" providerId="LiveId" clId="{28710B53-4D26-4F39-BB49-B0E418DAB6C4}" dt="2026-09-01T15:33:17.398" v="630" actId="27636"/>
          <ac:spMkLst>
            <pc:docMk/>
            <pc:sldMk cId="0" sldId="412"/>
            <ac:spMk id="1089" creationId="{00000000-0000-0000-0000-000000000000}"/>
          </ac:spMkLst>
        </pc:spChg>
      </pc:sldChg>
      <pc:sldChg chg="modSp add del mod setBg">
        <pc:chgData name="Oleksandr Listunov" userId="a899ef77104fdae0" providerId="LiveId" clId="{28710B53-4D26-4F39-BB49-B0E418DAB6C4}" dt="2026-09-01T15:33:22.017" v="682"/>
        <pc:sldMkLst>
          <pc:docMk/>
          <pc:sldMk cId="0" sldId="413"/>
        </pc:sldMkLst>
        <pc:spChg chg="mod">
          <ac:chgData name="Oleksandr Listunov" userId="a899ef77104fdae0" providerId="LiveId" clId="{28710B53-4D26-4F39-BB49-B0E418DAB6C4}" dt="2026-09-01T15:33:17.415" v="637" actId="27636"/>
          <ac:spMkLst>
            <pc:docMk/>
            <pc:sldMk cId="0" sldId="413"/>
            <ac:spMk id="12" creationId="{00000000-0000-0000-0000-000000000000}"/>
          </ac:spMkLst>
        </pc:spChg>
        <pc:spChg chg="mod">
          <ac:chgData name="Oleksandr Listunov" userId="a899ef77104fdae0" providerId="LiveId" clId="{28710B53-4D26-4F39-BB49-B0E418DAB6C4}" dt="2026-09-01T15:33:17.413" v="635" actId="27636"/>
          <ac:spMkLst>
            <pc:docMk/>
            <pc:sldMk cId="0" sldId="413"/>
            <ac:spMk id="16" creationId="{00000000-0000-0000-0000-000000000000}"/>
          </ac:spMkLst>
        </pc:spChg>
        <pc:spChg chg="mod">
          <ac:chgData name="Oleksandr Listunov" userId="a899ef77104fdae0" providerId="LiveId" clId="{28710B53-4D26-4F39-BB49-B0E418DAB6C4}" dt="2026-09-01T15:33:17.417" v="638" actId="27636"/>
          <ac:spMkLst>
            <pc:docMk/>
            <pc:sldMk cId="0" sldId="413"/>
            <ac:spMk id="26" creationId="{00000000-0000-0000-0000-000000000000}"/>
          </ac:spMkLst>
        </pc:spChg>
        <pc:spChg chg="mod">
          <ac:chgData name="Oleksandr Listunov" userId="a899ef77104fdae0" providerId="LiveId" clId="{28710B53-4D26-4F39-BB49-B0E418DAB6C4}" dt="2026-09-01T15:33:17.407" v="631" actId="27636"/>
          <ac:spMkLst>
            <pc:docMk/>
            <pc:sldMk cId="0" sldId="413"/>
            <ac:spMk id="27" creationId="{00000000-0000-0000-0000-000000000000}"/>
          </ac:spMkLst>
        </pc:spChg>
        <pc:spChg chg="mod">
          <ac:chgData name="Oleksandr Listunov" userId="a899ef77104fdae0" providerId="LiveId" clId="{28710B53-4D26-4F39-BB49-B0E418DAB6C4}" dt="2026-09-01T15:33:17.451" v="665" actId="27636"/>
          <ac:spMkLst>
            <pc:docMk/>
            <pc:sldMk cId="0" sldId="413"/>
            <ac:spMk id="28" creationId="{00000000-0000-0000-0000-000000000000}"/>
          </ac:spMkLst>
        </pc:spChg>
        <pc:spChg chg="mod">
          <ac:chgData name="Oleksandr Listunov" userId="a899ef77104fdae0" providerId="LiveId" clId="{28710B53-4D26-4F39-BB49-B0E418DAB6C4}" dt="2026-09-01T15:33:17.443" v="658" actId="27636"/>
          <ac:spMkLst>
            <pc:docMk/>
            <pc:sldMk cId="0" sldId="413"/>
            <ac:spMk id="29" creationId="{00000000-0000-0000-0000-000000000000}"/>
          </ac:spMkLst>
        </pc:spChg>
        <pc:spChg chg="mod">
          <ac:chgData name="Oleksandr Listunov" userId="a899ef77104fdae0" providerId="LiveId" clId="{28710B53-4D26-4F39-BB49-B0E418DAB6C4}" dt="2026-09-01T15:33:17.448" v="662" actId="27636"/>
          <ac:spMkLst>
            <pc:docMk/>
            <pc:sldMk cId="0" sldId="413"/>
            <ac:spMk id="30" creationId="{00000000-0000-0000-0000-000000000000}"/>
          </ac:spMkLst>
        </pc:spChg>
        <pc:spChg chg="mod">
          <ac:chgData name="Oleksandr Listunov" userId="a899ef77104fdae0" providerId="LiveId" clId="{28710B53-4D26-4F39-BB49-B0E418DAB6C4}" dt="2026-09-01T15:33:17.454" v="667" actId="27636"/>
          <ac:spMkLst>
            <pc:docMk/>
            <pc:sldMk cId="0" sldId="413"/>
            <ac:spMk id="31" creationId="{00000000-0000-0000-0000-000000000000}"/>
          </ac:spMkLst>
        </pc:spChg>
        <pc:spChg chg="mod">
          <ac:chgData name="Oleksandr Listunov" userId="a899ef77104fdae0" providerId="LiveId" clId="{28710B53-4D26-4F39-BB49-B0E418DAB6C4}" dt="2026-09-01T15:33:17.433" v="650" actId="27636"/>
          <ac:spMkLst>
            <pc:docMk/>
            <pc:sldMk cId="0" sldId="413"/>
            <ac:spMk id="32" creationId="{00000000-0000-0000-0000-000000000000}"/>
          </ac:spMkLst>
        </pc:spChg>
        <pc:spChg chg="mod">
          <ac:chgData name="Oleksandr Listunov" userId="a899ef77104fdae0" providerId="LiveId" clId="{28710B53-4D26-4F39-BB49-B0E418DAB6C4}" dt="2026-09-01T15:33:17.421" v="641" actId="27636"/>
          <ac:spMkLst>
            <pc:docMk/>
            <pc:sldMk cId="0" sldId="413"/>
            <ac:spMk id="34" creationId="{00000000-0000-0000-0000-000000000000}"/>
          </ac:spMkLst>
        </pc:spChg>
        <pc:spChg chg="mod">
          <ac:chgData name="Oleksandr Listunov" userId="a899ef77104fdae0" providerId="LiveId" clId="{28710B53-4D26-4F39-BB49-B0E418DAB6C4}" dt="2026-09-01T15:33:17.449" v="663" actId="27636"/>
          <ac:spMkLst>
            <pc:docMk/>
            <pc:sldMk cId="0" sldId="413"/>
            <ac:spMk id="35" creationId="{00000000-0000-0000-0000-000000000000}"/>
          </ac:spMkLst>
        </pc:spChg>
        <pc:spChg chg="mod">
          <ac:chgData name="Oleksandr Listunov" userId="a899ef77104fdae0" providerId="LiveId" clId="{28710B53-4D26-4F39-BB49-B0E418DAB6C4}" dt="2026-09-01T15:33:17.431" v="648" actId="27636"/>
          <ac:spMkLst>
            <pc:docMk/>
            <pc:sldMk cId="0" sldId="413"/>
            <ac:spMk id="36" creationId="{00000000-0000-0000-0000-000000000000}"/>
          </ac:spMkLst>
        </pc:spChg>
        <pc:spChg chg="mod">
          <ac:chgData name="Oleksandr Listunov" userId="a899ef77104fdae0" providerId="LiveId" clId="{28710B53-4D26-4F39-BB49-B0E418DAB6C4}" dt="2026-09-01T15:33:17.432" v="649" actId="27636"/>
          <ac:spMkLst>
            <pc:docMk/>
            <pc:sldMk cId="0" sldId="413"/>
            <ac:spMk id="37" creationId="{00000000-0000-0000-0000-000000000000}"/>
          </ac:spMkLst>
        </pc:spChg>
        <pc:spChg chg="mod">
          <ac:chgData name="Oleksandr Listunov" userId="a899ef77104fdae0" providerId="LiveId" clId="{28710B53-4D26-4F39-BB49-B0E418DAB6C4}" dt="2026-09-01T15:33:17.418" v="639" actId="27636"/>
          <ac:spMkLst>
            <pc:docMk/>
            <pc:sldMk cId="0" sldId="413"/>
            <ac:spMk id="38" creationId="{00000000-0000-0000-0000-000000000000}"/>
          </ac:spMkLst>
        </pc:spChg>
        <pc:spChg chg="mod">
          <ac:chgData name="Oleksandr Listunov" userId="a899ef77104fdae0" providerId="LiveId" clId="{28710B53-4D26-4F39-BB49-B0E418DAB6C4}" dt="2026-09-01T15:33:17.447" v="661" actId="27636"/>
          <ac:spMkLst>
            <pc:docMk/>
            <pc:sldMk cId="0" sldId="413"/>
            <ac:spMk id="39" creationId="{00000000-0000-0000-0000-000000000000}"/>
          </ac:spMkLst>
        </pc:spChg>
        <pc:spChg chg="mod">
          <ac:chgData name="Oleksandr Listunov" userId="a899ef77104fdae0" providerId="LiveId" clId="{28710B53-4D26-4F39-BB49-B0E418DAB6C4}" dt="2026-09-01T15:33:17.409" v="633" actId="27636"/>
          <ac:spMkLst>
            <pc:docMk/>
            <pc:sldMk cId="0" sldId="413"/>
            <ac:spMk id="40" creationId="{00000000-0000-0000-0000-000000000000}"/>
          </ac:spMkLst>
        </pc:spChg>
        <pc:spChg chg="mod">
          <ac:chgData name="Oleksandr Listunov" userId="a899ef77104fdae0" providerId="LiveId" clId="{28710B53-4D26-4F39-BB49-B0E418DAB6C4}" dt="2026-09-01T15:33:17.428" v="647" actId="27636"/>
          <ac:spMkLst>
            <pc:docMk/>
            <pc:sldMk cId="0" sldId="413"/>
            <ac:spMk id="42" creationId="{00000000-0000-0000-0000-000000000000}"/>
          </ac:spMkLst>
        </pc:spChg>
        <pc:spChg chg="mod">
          <ac:chgData name="Oleksandr Listunov" userId="a899ef77104fdae0" providerId="LiveId" clId="{28710B53-4D26-4F39-BB49-B0E418DAB6C4}" dt="2026-09-01T15:33:17.434" v="651" actId="27636"/>
          <ac:spMkLst>
            <pc:docMk/>
            <pc:sldMk cId="0" sldId="413"/>
            <ac:spMk id="43" creationId="{00000000-0000-0000-0000-000000000000}"/>
          </ac:spMkLst>
        </pc:spChg>
        <pc:spChg chg="mod">
          <ac:chgData name="Oleksandr Listunov" userId="a899ef77104fdae0" providerId="LiveId" clId="{28710B53-4D26-4F39-BB49-B0E418DAB6C4}" dt="2026-09-01T15:33:17.444" v="659" actId="27636"/>
          <ac:spMkLst>
            <pc:docMk/>
            <pc:sldMk cId="0" sldId="413"/>
            <ac:spMk id="44" creationId="{00000000-0000-0000-0000-000000000000}"/>
          </ac:spMkLst>
        </pc:spChg>
        <pc:spChg chg="mod">
          <ac:chgData name="Oleksandr Listunov" userId="a899ef77104fdae0" providerId="LiveId" clId="{28710B53-4D26-4F39-BB49-B0E418DAB6C4}" dt="2026-09-01T15:33:17.428" v="646" actId="27636"/>
          <ac:spMkLst>
            <pc:docMk/>
            <pc:sldMk cId="0" sldId="413"/>
            <ac:spMk id="45" creationId="{00000000-0000-0000-0000-000000000000}"/>
          </ac:spMkLst>
        </pc:spChg>
        <pc:spChg chg="mod">
          <ac:chgData name="Oleksandr Listunov" userId="a899ef77104fdae0" providerId="LiveId" clId="{28710B53-4D26-4F39-BB49-B0E418DAB6C4}" dt="2026-09-01T15:33:17.423" v="642" actId="27636"/>
          <ac:spMkLst>
            <pc:docMk/>
            <pc:sldMk cId="0" sldId="413"/>
            <ac:spMk id="46" creationId="{00000000-0000-0000-0000-000000000000}"/>
          </ac:spMkLst>
        </pc:spChg>
        <pc:spChg chg="mod">
          <ac:chgData name="Oleksandr Listunov" userId="a899ef77104fdae0" providerId="LiveId" clId="{28710B53-4D26-4F39-BB49-B0E418DAB6C4}" dt="2026-09-01T15:33:17.412" v="634" actId="27636"/>
          <ac:spMkLst>
            <pc:docMk/>
            <pc:sldMk cId="0" sldId="413"/>
            <ac:spMk id="47" creationId="{00000000-0000-0000-0000-000000000000}"/>
          </ac:spMkLst>
        </pc:spChg>
        <pc:spChg chg="mod">
          <ac:chgData name="Oleksandr Listunov" userId="a899ef77104fdae0" providerId="LiveId" clId="{28710B53-4D26-4F39-BB49-B0E418DAB6C4}" dt="2026-09-01T15:33:17.439" v="655" actId="27636"/>
          <ac:spMkLst>
            <pc:docMk/>
            <pc:sldMk cId="0" sldId="413"/>
            <ac:spMk id="48" creationId="{00000000-0000-0000-0000-000000000000}"/>
          </ac:spMkLst>
        </pc:spChg>
        <pc:spChg chg="mod">
          <ac:chgData name="Oleksandr Listunov" userId="a899ef77104fdae0" providerId="LiveId" clId="{28710B53-4D26-4F39-BB49-B0E418DAB6C4}" dt="2026-09-01T15:33:17.450" v="664" actId="27636"/>
          <ac:spMkLst>
            <pc:docMk/>
            <pc:sldMk cId="0" sldId="413"/>
            <ac:spMk id="50" creationId="{00000000-0000-0000-0000-000000000000}"/>
          </ac:spMkLst>
        </pc:spChg>
        <pc:spChg chg="mod">
          <ac:chgData name="Oleksandr Listunov" userId="a899ef77104fdae0" providerId="LiveId" clId="{28710B53-4D26-4F39-BB49-B0E418DAB6C4}" dt="2026-09-01T15:33:17.424" v="643" actId="27636"/>
          <ac:spMkLst>
            <pc:docMk/>
            <pc:sldMk cId="0" sldId="413"/>
            <ac:spMk id="51" creationId="{00000000-0000-0000-0000-000000000000}"/>
          </ac:spMkLst>
        </pc:spChg>
        <pc:spChg chg="mod">
          <ac:chgData name="Oleksandr Listunov" userId="a899ef77104fdae0" providerId="LiveId" clId="{28710B53-4D26-4F39-BB49-B0E418DAB6C4}" dt="2026-09-01T15:33:17.408" v="632" actId="27636"/>
          <ac:spMkLst>
            <pc:docMk/>
            <pc:sldMk cId="0" sldId="413"/>
            <ac:spMk id="52" creationId="{00000000-0000-0000-0000-000000000000}"/>
          </ac:spMkLst>
        </pc:spChg>
        <pc:spChg chg="mod">
          <ac:chgData name="Oleksandr Listunov" userId="a899ef77104fdae0" providerId="LiveId" clId="{28710B53-4D26-4F39-BB49-B0E418DAB6C4}" dt="2026-09-01T15:33:17.414" v="636" actId="27636"/>
          <ac:spMkLst>
            <pc:docMk/>
            <pc:sldMk cId="0" sldId="413"/>
            <ac:spMk id="53" creationId="{00000000-0000-0000-0000-000000000000}"/>
          </ac:spMkLst>
        </pc:spChg>
        <pc:spChg chg="mod">
          <ac:chgData name="Oleksandr Listunov" userId="a899ef77104fdae0" providerId="LiveId" clId="{28710B53-4D26-4F39-BB49-B0E418DAB6C4}" dt="2026-09-01T15:33:17.438" v="654" actId="27636"/>
          <ac:spMkLst>
            <pc:docMk/>
            <pc:sldMk cId="0" sldId="413"/>
            <ac:spMk id="54" creationId="{00000000-0000-0000-0000-000000000000}"/>
          </ac:spMkLst>
        </pc:spChg>
        <pc:spChg chg="mod">
          <ac:chgData name="Oleksandr Listunov" userId="a899ef77104fdae0" providerId="LiveId" clId="{28710B53-4D26-4F39-BB49-B0E418DAB6C4}" dt="2026-09-01T15:33:17.427" v="645" actId="27636"/>
          <ac:spMkLst>
            <pc:docMk/>
            <pc:sldMk cId="0" sldId="413"/>
            <ac:spMk id="55" creationId="{00000000-0000-0000-0000-000000000000}"/>
          </ac:spMkLst>
        </pc:spChg>
        <pc:spChg chg="mod">
          <ac:chgData name="Oleksandr Listunov" userId="a899ef77104fdae0" providerId="LiveId" clId="{28710B53-4D26-4F39-BB49-B0E418DAB6C4}" dt="2026-09-01T15:33:17.442" v="657" actId="27636"/>
          <ac:spMkLst>
            <pc:docMk/>
            <pc:sldMk cId="0" sldId="413"/>
            <ac:spMk id="56" creationId="{00000000-0000-0000-0000-000000000000}"/>
          </ac:spMkLst>
        </pc:spChg>
        <pc:spChg chg="mod">
          <ac:chgData name="Oleksandr Listunov" userId="a899ef77104fdae0" providerId="LiveId" clId="{28710B53-4D26-4F39-BB49-B0E418DAB6C4}" dt="2026-09-01T15:33:17.471" v="679" actId="27636"/>
          <ac:spMkLst>
            <pc:docMk/>
            <pc:sldMk cId="0" sldId="413"/>
            <ac:spMk id="58" creationId="{00000000-0000-0000-0000-000000000000}"/>
          </ac:spMkLst>
        </pc:spChg>
        <pc:spChg chg="mod">
          <ac:chgData name="Oleksandr Listunov" userId="a899ef77104fdae0" providerId="LiveId" clId="{28710B53-4D26-4F39-BB49-B0E418DAB6C4}" dt="2026-09-01T15:33:17.456" v="668" actId="27636"/>
          <ac:spMkLst>
            <pc:docMk/>
            <pc:sldMk cId="0" sldId="413"/>
            <ac:spMk id="59" creationId="{00000000-0000-0000-0000-000000000000}"/>
          </ac:spMkLst>
        </pc:spChg>
        <pc:spChg chg="mod">
          <ac:chgData name="Oleksandr Listunov" userId="a899ef77104fdae0" providerId="LiveId" clId="{28710B53-4D26-4F39-BB49-B0E418DAB6C4}" dt="2026-09-01T15:33:17.458" v="670" actId="27636"/>
          <ac:spMkLst>
            <pc:docMk/>
            <pc:sldMk cId="0" sldId="413"/>
            <ac:spMk id="60" creationId="{00000000-0000-0000-0000-000000000000}"/>
          </ac:spMkLst>
        </pc:spChg>
        <pc:spChg chg="mod">
          <ac:chgData name="Oleksandr Listunov" userId="a899ef77104fdae0" providerId="LiveId" clId="{28710B53-4D26-4F39-BB49-B0E418DAB6C4}" dt="2026-09-01T15:33:17.468" v="677" actId="27636"/>
          <ac:spMkLst>
            <pc:docMk/>
            <pc:sldMk cId="0" sldId="413"/>
            <ac:spMk id="61" creationId="{00000000-0000-0000-0000-000000000000}"/>
          </ac:spMkLst>
        </pc:spChg>
        <pc:spChg chg="mod">
          <ac:chgData name="Oleksandr Listunov" userId="a899ef77104fdae0" providerId="LiveId" clId="{28710B53-4D26-4F39-BB49-B0E418DAB6C4}" dt="2026-09-01T15:33:17.467" v="676" actId="27636"/>
          <ac:spMkLst>
            <pc:docMk/>
            <pc:sldMk cId="0" sldId="413"/>
            <ac:spMk id="62" creationId="{00000000-0000-0000-0000-000000000000}"/>
          </ac:spMkLst>
        </pc:spChg>
        <pc:spChg chg="mod">
          <ac:chgData name="Oleksandr Listunov" userId="a899ef77104fdae0" providerId="LiveId" clId="{28710B53-4D26-4F39-BB49-B0E418DAB6C4}" dt="2026-09-01T15:33:17.461" v="672" actId="27636"/>
          <ac:spMkLst>
            <pc:docMk/>
            <pc:sldMk cId="0" sldId="413"/>
            <ac:spMk id="63" creationId="{00000000-0000-0000-0000-000000000000}"/>
          </ac:spMkLst>
        </pc:spChg>
        <pc:spChg chg="mod">
          <ac:chgData name="Oleksandr Listunov" userId="a899ef77104fdae0" providerId="LiveId" clId="{28710B53-4D26-4F39-BB49-B0E418DAB6C4}" dt="2026-09-01T15:33:17.466" v="675" actId="27636"/>
          <ac:spMkLst>
            <pc:docMk/>
            <pc:sldMk cId="0" sldId="413"/>
            <ac:spMk id="64" creationId="{00000000-0000-0000-0000-000000000000}"/>
          </ac:spMkLst>
        </pc:spChg>
        <pc:spChg chg="mod">
          <ac:chgData name="Oleksandr Listunov" userId="a899ef77104fdae0" providerId="LiveId" clId="{28710B53-4D26-4F39-BB49-B0E418DAB6C4}" dt="2026-09-01T15:33:17.457" v="669" actId="27636"/>
          <ac:spMkLst>
            <pc:docMk/>
            <pc:sldMk cId="0" sldId="413"/>
            <ac:spMk id="66" creationId="{00000000-0000-0000-0000-000000000000}"/>
          </ac:spMkLst>
        </pc:spChg>
        <pc:spChg chg="mod">
          <ac:chgData name="Oleksandr Listunov" userId="a899ef77104fdae0" providerId="LiveId" clId="{28710B53-4D26-4F39-BB49-B0E418DAB6C4}" dt="2026-09-01T15:33:17.464" v="674" actId="27636"/>
          <ac:spMkLst>
            <pc:docMk/>
            <pc:sldMk cId="0" sldId="413"/>
            <ac:spMk id="67" creationId="{00000000-0000-0000-0000-000000000000}"/>
          </ac:spMkLst>
        </pc:spChg>
        <pc:spChg chg="mod">
          <ac:chgData name="Oleksandr Listunov" userId="a899ef77104fdae0" providerId="LiveId" clId="{28710B53-4D26-4F39-BB49-B0E418DAB6C4}" dt="2026-09-01T15:33:17.453" v="666" actId="27636"/>
          <ac:spMkLst>
            <pc:docMk/>
            <pc:sldMk cId="0" sldId="413"/>
            <ac:spMk id="68" creationId="{00000000-0000-0000-0000-000000000000}"/>
          </ac:spMkLst>
        </pc:spChg>
        <pc:spChg chg="mod">
          <ac:chgData name="Oleksandr Listunov" userId="a899ef77104fdae0" providerId="LiveId" clId="{28710B53-4D26-4F39-BB49-B0E418DAB6C4}" dt="2026-09-01T15:33:17.463" v="673" actId="27636"/>
          <ac:spMkLst>
            <pc:docMk/>
            <pc:sldMk cId="0" sldId="413"/>
            <ac:spMk id="69" creationId="{00000000-0000-0000-0000-000000000000}"/>
          </ac:spMkLst>
        </pc:spChg>
        <pc:spChg chg="mod">
          <ac:chgData name="Oleksandr Listunov" userId="a899ef77104fdae0" providerId="LiveId" clId="{28710B53-4D26-4F39-BB49-B0E418DAB6C4}" dt="2026-09-01T15:33:17.469" v="678" actId="27636"/>
          <ac:spMkLst>
            <pc:docMk/>
            <pc:sldMk cId="0" sldId="413"/>
            <ac:spMk id="70" creationId="{00000000-0000-0000-0000-000000000000}"/>
          </ac:spMkLst>
        </pc:spChg>
        <pc:spChg chg="mod">
          <ac:chgData name="Oleksandr Listunov" userId="a899ef77104fdae0" providerId="LiveId" clId="{28710B53-4D26-4F39-BB49-B0E418DAB6C4}" dt="2026-09-01T15:33:17.460" v="671" actId="27636"/>
          <ac:spMkLst>
            <pc:docMk/>
            <pc:sldMk cId="0" sldId="413"/>
            <ac:spMk id="71" creationId="{00000000-0000-0000-0000-000000000000}"/>
          </ac:spMkLst>
        </pc:spChg>
        <pc:spChg chg="mod">
          <ac:chgData name="Oleksandr Listunov" userId="a899ef77104fdae0" providerId="LiveId" clId="{28710B53-4D26-4F39-BB49-B0E418DAB6C4}" dt="2026-09-01T15:33:17.473" v="681" actId="27636"/>
          <ac:spMkLst>
            <pc:docMk/>
            <pc:sldMk cId="0" sldId="413"/>
            <ac:spMk id="72" creationId="{00000000-0000-0000-0000-000000000000}"/>
          </ac:spMkLst>
        </pc:spChg>
        <pc:spChg chg="mod">
          <ac:chgData name="Oleksandr Listunov" userId="a899ef77104fdae0" providerId="LiveId" clId="{28710B53-4D26-4F39-BB49-B0E418DAB6C4}" dt="2026-09-01T15:33:17.426" v="644" actId="27636"/>
          <ac:spMkLst>
            <pc:docMk/>
            <pc:sldMk cId="0" sldId="413"/>
            <ac:spMk id="74" creationId="{00000000-0000-0000-0000-000000000000}"/>
          </ac:spMkLst>
        </pc:spChg>
        <pc:spChg chg="mod">
          <ac:chgData name="Oleksandr Listunov" userId="a899ef77104fdae0" providerId="LiveId" clId="{28710B53-4D26-4F39-BB49-B0E418DAB6C4}" dt="2026-09-01T15:33:17.441" v="656" actId="27636"/>
          <ac:spMkLst>
            <pc:docMk/>
            <pc:sldMk cId="0" sldId="413"/>
            <ac:spMk id="75" creationId="{00000000-0000-0000-0000-000000000000}"/>
          </ac:spMkLst>
        </pc:spChg>
        <pc:spChg chg="mod">
          <ac:chgData name="Oleksandr Listunov" userId="a899ef77104fdae0" providerId="LiveId" clId="{28710B53-4D26-4F39-BB49-B0E418DAB6C4}" dt="2026-09-01T15:33:17.437" v="653" actId="27636"/>
          <ac:spMkLst>
            <pc:docMk/>
            <pc:sldMk cId="0" sldId="413"/>
            <ac:spMk id="76" creationId="{00000000-0000-0000-0000-000000000000}"/>
          </ac:spMkLst>
        </pc:spChg>
        <pc:spChg chg="mod">
          <ac:chgData name="Oleksandr Listunov" userId="a899ef77104fdae0" providerId="LiveId" clId="{28710B53-4D26-4F39-BB49-B0E418DAB6C4}" dt="2026-09-01T15:33:17.436" v="652" actId="27636"/>
          <ac:spMkLst>
            <pc:docMk/>
            <pc:sldMk cId="0" sldId="413"/>
            <ac:spMk id="77" creationId="{00000000-0000-0000-0000-000000000000}"/>
          </ac:spMkLst>
        </pc:spChg>
        <pc:spChg chg="mod">
          <ac:chgData name="Oleksandr Listunov" userId="a899ef77104fdae0" providerId="LiveId" clId="{28710B53-4D26-4F39-BB49-B0E418DAB6C4}" dt="2026-09-01T15:33:17.472" v="680" actId="27636"/>
          <ac:spMkLst>
            <pc:docMk/>
            <pc:sldMk cId="0" sldId="413"/>
            <ac:spMk id="78" creationId="{00000000-0000-0000-0000-000000000000}"/>
          </ac:spMkLst>
        </pc:spChg>
        <pc:spChg chg="mod">
          <ac:chgData name="Oleksandr Listunov" userId="a899ef77104fdae0" providerId="LiveId" clId="{28710B53-4D26-4F39-BB49-B0E418DAB6C4}" dt="2026-09-01T15:33:17.446" v="660" actId="27636"/>
          <ac:spMkLst>
            <pc:docMk/>
            <pc:sldMk cId="0" sldId="413"/>
            <ac:spMk id="79" creationId="{00000000-0000-0000-0000-000000000000}"/>
          </ac:spMkLst>
        </pc:spChg>
        <pc:spChg chg="mod">
          <ac:chgData name="Oleksandr Listunov" userId="a899ef77104fdae0" providerId="LiveId" clId="{28710B53-4D26-4F39-BB49-B0E418DAB6C4}" dt="2026-09-01T15:33:17.420" v="640" actId="27636"/>
          <ac:spMkLst>
            <pc:docMk/>
            <pc:sldMk cId="0" sldId="413"/>
            <ac:spMk id="80" creationId="{00000000-0000-0000-0000-000000000000}"/>
          </ac:spMkLst>
        </pc:spChg>
      </pc:sldChg>
      <pc:sldChg chg="del">
        <pc:chgData name="Oleksandr Listunov" userId="a899ef77104fdae0" providerId="LiveId" clId="{28710B53-4D26-4F39-BB49-B0E418DAB6C4}" dt="2026-09-01T14:27:48.514" v="87" actId="47"/>
        <pc:sldMkLst>
          <pc:docMk/>
          <pc:sldMk cId="0" sldId="414"/>
        </pc:sldMkLst>
      </pc:sldChg>
      <pc:sldChg chg="addSp delSp modSp add mod setBg">
        <pc:chgData name="Oleksandr Listunov" userId="a899ef77104fdae0" providerId="LiveId" clId="{28710B53-4D26-4F39-BB49-B0E418DAB6C4}" dt="2026-09-01T16:12:30.620" v="1311" actId="208"/>
        <pc:sldMkLst>
          <pc:docMk/>
          <pc:sldMk cId="3657324919" sldId="414"/>
        </pc:sldMkLst>
        <pc:spChg chg="mod">
          <ac:chgData name="Oleksandr Listunov" userId="a899ef77104fdae0" providerId="LiveId" clId="{28710B53-4D26-4F39-BB49-B0E418DAB6C4}" dt="2026-09-01T16:01:56.496" v="719" actId="1076"/>
          <ac:spMkLst>
            <pc:docMk/>
            <pc:sldMk cId="3657324919" sldId="414"/>
            <ac:spMk id="9" creationId="{F4DB2E9E-661D-6BF3-4AD7-671CA99DED77}"/>
          </ac:spMkLst>
        </pc:spChg>
        <pc:spChg chg="add mod">
          <ac:chgData name="Oleksandr Listunov" userId="a899ef77104fdae0" providerId="LiveId" clId="{28710B53-4D26-4F39-BB49-B0E418DAB6C4}" dt="2026-09-01T16:08:33.174" v="1116" actId="14100"/>
          <ac:spMkLst>
            <pc:docMk/>
            <pc:sldMk cId="3657324919" sldId="414"/>
            <ac:spMk id="18" creationId="{36854FDF-E796-BEC3-BE99-2F68B3B267BC}"/>
          </ac:spMkLst>
        </pc:spChg>
        <pc:spChg chg="add mod">
          <ac:chgData name="Oleksandr Listunov" userId="a899ef77104fdae0" providerId="LiveId" clId="{28710B53-4D26-4F39-BB49-B0E418DAB6C4}" dt="2026-09-01T16:08:20.501" v="1085" actId="20577"/>
          <ac:spMkLst>
            <pc:docMk/>
            <pc:sldMk cId="3657324919" sldId="414"/>
            <ac:spMk id="20" creationId="{D9C74252-FE8A-3564-5F21-2F6871B48F10}"/>
          </ac:spMkLst>
        </pc:spChg>
        <pc:spChg chg="add mod">
          <ac:chgData name="Oleksandr Listunov" userId="a899ef77104fdae0" providerId="LiveId" clId="{28710B53-4D26-4F39-BB49-B0E418DAB6C4}" dt="2026-09-01T16:12:30.620" v="1311" actId="208"/>
          <ac:spMkLst>
            <pc:docMk/>
            <pc:sldMk cId="3657324919" sldId="414"/>
            <ac:spMk id="28" creationId="{867AB904-E502-004D-9370-BE84D9795F3B}"/>
          </ac:spMkLst>
        </pc:spChg>
        <pc:spChg chg="mod">
          <ac:chgData name="Oleksandr Listunov" userId="a899ef77104fdae0" providerId="LiveId" clId="{28710B53-4D26-4F39-BB49-B0E418DAB6C4}" dt="2026-09-01T16:05:30.503" v="862" actId="14100"/>
          <ac:spMkLst>
            <pc:docMk/>
            <pc:sldMk cId="3657324919" sldId="414"/>
            <ac:spMk id="36" creationId="{A053F943-19E1-42A2-6DFD-AAB4879B2D76}"/>
          </ac:spMkLst>
        </pc:spChg>
        <pc:picChg chg="add del mod">
          <ac:chgData name="Oleksandr Listunov" userId="a899ef77104fdae0" providerId="LiveId" clId="{28710B53-4D26-4F39-BB49-B0E418DAB6C4}" dt="2026-09-01T16:02:19.595" v="722" actId="478"/>
          <ac:picMkLst>
            <pc:docMk/>
            <pc:sldMk cId="3657324919" sldId="414"/>
            <ac:picMk id="3" creationId="{27195698-70B1-C128-90A3-AF87ECA6B8A2}"/>
          </ac:picMkLst>
        </pc:picChg>
        <pc:picChg chg="del">
          <ac:chgData name="Oleksandr Listunov" userId="a899ef77104fdae0" providerId="LiveId" clId="{28710B53-4D26-4F39-BB49-B0E418DAB6C4}" dt="2026-09-01T16:01:59.788" v="720" actId="478"/>
          <ac:picMkLst>
            <pc:docMk/>
            <pc:sldMk cId="3657324919" sldId="414"/>
            <ac:picMk id="7" creationId="{E1E7825B-894A-F457-7E4C-E5E2292BCFB3}"/>
          </ac:picMkLst>
        </pc:picChg>
        <pc:picChg chg="add del mod">
          <ac:chgData name="Oleksandr Listunov" userId="a899ef77104fdae0" providerId="LiveId" clId="{28710B53-4D26-4F39-BB49-B0E418DAB6C4}" dt="2026-09-01T16:02:45.392" v="724" actId="478"/>
          <ac:picMkLst>
            <pc:docMk/>
            <pc:sldMk cId="3657324919" sldId="414"/>
            <ac:picMk id="10" creationId="{668C9B4F-1A41-3703-E29F-A05D578A539D}"/>
          </ac:picMkLst>
        </pc:picChg>
        <pc:picChg chg="add mod ord modCrop">
          <ac:chgData name="Oleksandr Listunov" userId="a899ef77104fdae0" providerId="LiveId" clId="{28710B53-4D26-4F39-BB49-B0E418DAB6C4}" dt="2026-09-01T16:09:09.424" v="1128" actId="732"/>
          <ac:picMkLst>
            <pc:docMk/>
            <pc:sldMk cId="3657324919" sldId="414"/>
            <ac:picMk id="13" creationId="{1600EC35-887B-A4A4-4429-9F9DB5B95092}"/>
          </ac:picMkLst>
        </pc:picChg>
        <pc:cxnChg chg="add mod">
          <ac:chgData name="Oleksandr Listunov" userId="a899ef77104fdae0" providerId="LiveId" clId="{28710B53-4D26-4F39-BB49-B0E418DAB6C4}" dt="2026-09-01T16:05:50.930" v="865" actId="14100"/>
          <ac:cxnSpMkLst>
            <pc:docMk/>
            <pc:sldMk cId="3657324919" sldId="414"/>
            <ac:cxnSpMk id="14" creationId="{F0A39D18-4F12-CA36-D544-DFD66F6E2D91}"/>
          </ac:cxnSpMkLst>
        </pc:cxnChg>
        <pc:cxnChg chg="add mod">
          <ac:chgData name="Oleksandr Listunov" userId="a899ef77104fdae0" providerId="LiveId" clId="{28710B53-4D26-4F39-BB49-B0E418DAB6C4}" dt="2026-09-01T16:08:44.764" v="1120" actId="14100"/>
          <ac:cxnSpMkLst>
            <pc:docMk/>
            <pc:sldMk cId="3657324919" sldId="414"/>
            <ac:cxnSpMk id="21" creationId="{C91F0BDD-98F5-CF83-EDEC-8A8B908C1FC0}"/>
          </ac:cxnSpMkLst>
        </pc:cxnChg>
        <pc:cxnChg chg="add mod">
          <ac:chgData name="Oleksandr Listunov" userId="a899ef77104fdae0" providerId="LiveId" clId="{28710B53-4D26-4F39-BB49-B0E418DAB6C4}" dt="2026-09-01T16:08:53.513" v="1124" actId="14100"/>
          <ac:cxnSpMkLst>
            <pc:docMk/>
            <pc:sldMk cId="3657324919" sldId="414"/>
            <ac:cxnSpMk id="24" creationId="{99E47035-CEAF-2992-2A42-6B2DE78F86B4}"/>
          </ac:cxnSpMkLst>
        </pc:cxnChg>
      </pc:sldChg>
      <pc:sldChg chg="del">
        <pc:chgData name="Oleksandr Listunov" userId="a899ef77104fdae0" providerId="LiveId" clId="{28710B53-4D26-4F39-BB49-B0E418DAB6C4}" dt="2026-09-01T14:28:15.635" v="94" actId="47"/>
        <pc:sldMkLst>
          <pc:docMk/>
          <pc:sldMk cId="0" sldId="415"/>
        </pc:sldMkLst>
      </pc:sldChg>
      <pc:sldChg chg="del">
        <pc:chgData name="Oleksandr Listunov" userId="a899ef77104fdae0" providerId="LiveId" clId="{28710B53-4D26-4F39-BB49-B0E418DAB6C4}" dt="2026-09-01T14:28:15.635" v="94" actId="47"/>
        <pc:sldMkLst>
          <pc:docMk/>
          <pc:sldMk cId="0" sldId="416"/>
        </pc:sldMkLst>
      </pc:sldChg>
      <pc:sldChg chg="del">
        <pc:chgData name="Oleksandr Listunov" userId="a899ef77104fdae0" providerId="LiveId" clId="{28710B53-4D26-4F39-BB49-B0E418DAB6C4}" dt="2026-09-01T14:28:15.635" v="94" actId="47"/>
        <pc:sldMkLst>
          <pc:docMk/>
          <pc:sldMk cId="0" sldId="417"/>
        </pc:sldMkLst>
      </pc:sldChg>
      <pc:sldChg chg="del">
        <pc:chgData name="Oleksandr Listunov" userId="a899ef77104fdae0" providerId="LiveId" clId="{28710B53-4D26-4F39-BB49-B0E418DAB6C4}" dt="2026-09-01T14:28:15.635" v="94" actId="47"/>
        <pc:sldMkLst>
          <pc:docMk/>
          <pc:sldMk cId="0" sldId="418"/>
        </pc:sldMkLst>
      </pc:sldChg>
      <pc:sldChg chg="del">
        <pc:chgData name="Oleksandr Listunov" userId="a899ef77104fdae0" providerId="LiveId" clId="{28710B53-4D26-4F39-BB49-B0E418DAB6C4}" dt="2026-09-01T14:28:15.635" v="94" actId="47"/>
        <pc:sldMkLst>
          <pc:docMk/>
          <pc:sldMk cId="0" sldId="4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uk-UA"/>
          </a:p>
        </p:txBody>
      </p:sp>
      <p:sp>
        <p:nvSpPr>
          <p:cNvPr id="3" name="Місце для дати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2EF3D9B-3D1D-4547-9383-1F44955A66E7}" type="datetimeFigureOut">
              <a:rPr lang="uk-UA" smtClean="0"/>
              <a:t>06.09.2026</a:t>
            </a:fld>
            <a:endParaRPr lang="uk-UA"/>
          </a:p>
        </p:txBody>
      </p:sp>
      <p:sp>
        <p:nvSpPr>
          <p:cNvPr id="4" name="Місце для зображення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uk-UA"/>
          </a:p>
        </p:txBody>
      </p:sp>
      <p:sp>
        <p:nvSpPr>
          <p:cNvPr id="5" name="Місце для нотаток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uk-UA"/>
          </a:p>
        </p:txBody>
      </p:sp>
      <p:sp>
        <p:nvSpPr>
          <p:cNvPr id="7" name="Місце для номера слайда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E6A97DF1-837C-4247-B972-AD87E6FE7171}" type="slidenum">
              <a:rPr lang="uk-UA" smtClean="0"/>
              <a:t>‹#›</a:t>
            </a:fld>
            <a:endParaRPr lang="uk-UA"/>
          </a:p>
        </p:txBody>
      </p:sp>
    </p:spTree>
    <p:extLst>
      <p:ext uri="{BB962C8B-B14F-4D97-AF65-F5344CB8AC3E}">
        <p14:creationId xmlns:p14="http://schemas.microsoft.com/office/powerpoint/2010/main" val="3765955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UA"/>
          </a:p>
        </p:txBody>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E6A97DF1-837C-4247-B972-AD87E6FE7171}" type="slidenum">
              <a:rPr lang="uk-UA" smtClean="0"/>
              <a:t>7</a:t>
            </a:fld>
            <a:endParaRPr lang="uk-UA"/>
          </a:p>
        </p:txBody>
      </p:sp>
    </p:spTree>
    <p:extLst>
      <p:ext uri="{BB962C8B-B14F-4D97-AF65-F5344CB8AC3E}">
        <p14:creationId xmlns:p14="http://schemas.microsoft.com/office/powerpoint/2010/main" val="1254828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E60ED-DC58-114E-00E8-106C03A5A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9C1AD-CF64-1D80-43C4-111088B2C66D}"/>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D596F5D1-865A-3D52-3B6E-FA2FCD9696B5}"/>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D80182F3-10AE-F065-38BA-ECC3BE1433DA}"/>
              </a:ext>
            </a:extLst>
          </p:cNvPr>
          <p:cNvSpPr>
            <a:spLocks noGrp="1"/>
          </p:cNvSpPr>
          <p:nvPr>
            <p:ph type="sldNum" sz="quarter" idx="5"/>
          </p:nvPr>
        </p:nvSpPr>
        <p:spPr/>
        <p:txBody>
          <a:bodyPr/>
          <a:lstStyle/>
          <a:p>
            <a:fld id="{E6A97DF1-837C-4247-B972-AD87E6FE7171}" type="slidenum">
              <a:rPr lang="uk-UA" smtClean="0"/>
              <a:t>8</a:t>
            </a:fld>
            <a:endParaRPr lang="uk-UA"/>
          </a:p>
        </p:txBody>
      </p:sp>
    </p:spTree>
    <p:extLst>
      <p:ext uri="{BB962C8B-B14F-4D97-AF65-F5344CB8AC3E}">
        <p14:creationId xmlns:p14="http://schemas.microsoft.com/office/powerpoint/2010/main" val="4069967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FF37-3C5C-4EE5-E823-ADD4EC23FA9F}"/>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26B0ADAB-616C-17A5-6A6C-EDC285C0A8A6}"/>
              </a:ext>
            </a:extLst>
          </p:cNvPr>
          <p:cNvSpPr>
            <a:spLocks noGrp="1" noRot="1" noChangeAspect="1"/>
          </p:cNvSpPr>
          <p:nvPr>
            <p:ph type="sldImg"/>
          </p:nvPr>
        </p:nvSpPr>
        <p:spPr>
          <a:xfrm>
            <a:off x="685800" y="1143000"/>
            <a:ext cx="5486400" cy="3086100"/>
          </a:xfrm>
        </p:spPr>
        <p:txBody>
          <a:bodyPr/>
          <a:lstStyle/>
          <a:p>
            <a:endParaRPr lang="uk-UA"/>
          </a:p>
        </p:txBody>
      </p:sp>
      <p:sp>
        <p:nvSpPr>
          <p:cNvPr id="3" name="Місце для нотаток 2">
            <a:extLst>
              <a:ext uri="{FF2B5EF4-FFF2-40B4-BE49-F238E27FC236}">
                <a16:creationId xmlns:a16="http://schemas.microsoft.com/office/drawing/2014/main" id="{70721C06-6D6F-6C4E-6175-E2827DD3709A}"/>
              </a:ext>
            </a:extLst>
          </p:cNvPr>
          <p:cNvSpPr>
            <a:spLocks noGrp="1"/>
          </p:cNvSpPr>
          <p:nvPr>
            <p:ph type="body" idx="1"/>
          </p:nvPr>
        </p:nvSpPr>
        <p:spPr/>
        <p:txBody>
          <a:bodyPr/>
          <a:lstStyle/>
          <a:p>
            <a:endParaRPr lang="uk-UA" dirty="0"/>
          </a:p>
        </p:txBody>
      </p:sp>
      <p:sp>
        <p:nvSpPr>
          <p:cNvPr id="4" name="Місце для номера слайда 3">
            <a:extLst>
              <a:ext uri="{FF2B5EF4-FFF2-40B4-BE49-F238E27FC236}">
                <a16:creationId xmlns:a16="http://schemas.microsoft.com/office/drawing/2014/main" id="{20D64B4A-4473-EB1B-91B6-1ABA8D386F82}"/>
              </a:ext>
            </a:extLst>
          </p:cNvPr>
          <p:cNvSpPr>
            <a:spLocks noGrp="1"/>
          </p:cNvSpPr>
          <p:nvPr>
            <p:ph type="sldNum" sz="quarter" idx="5"/>
          </p:nvPr>
        </p:nvSpPr>
        <p:spPr/>
        <p:txBody>
          <a:bodyPr/>
          <a:lstStyle/>
          <a:p>
            <a:fld id="{426F3A0A-7211-A147-B9D3-70182F507737}" type="slidenum">
              <a:rPr lang="ru-UA" smtClean="0"/>
              <a:t>12</a:t>
            </a:fld>
            <a:endParaRPr lang="ru-UA"/>
          </a:p>
        </p:txBody>
      </p:sp>
    </p:spTree>
    <p:extLst>
      <p:ext uri="{BB962C8B-B14F-4D97-AF65-F5344CB8AC3E}">
        <p14:creationId xmlns:p14="http://schemas.microsoft.com/office/powerpoint/2010/main" val="2402088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txBody>
          <a:bodyPr/>
          <a:lstStyle/>
          <a:p>
            <a:endParaRPr lang="ru-UA"/>
          </a:p>
        </p:txBody>
      </p:sp>
      <p:sp>
        <p:nvSpPr>
          <p:cNvPr id="3" name="Місце для нотаток 2"/>
          <p:cNvSpPr>
            <a:spLocks noGrp="1"/>
          </p:cNvSpPr>
          <p:nvPr>
            <p:ph type="body" idx="1"/>
          </p:nvPr>
        </p:nvSpPr>
        <p:spPr/>
        <p:txBody>
          <a:bodyPr/>
          <a:lstStyle/>
          <a:p>
            <a:endParaRPr lang="uk-UA" dirty="0"/>
          </a:p>
        </p:txBody>
      </p:sp>
      <p:sp>
        <p:nvSpPr>
          <p:cNvPr id="4" name="Місце для номера слайда 3"/>
          <p:cNvSpPr>
            <a:spLocks noGrp="1"/>
          </p:cNvSpPr>
          <p:nvPr>
            <p:ph type="sldNum" sz="quarter" idx="5"/>
          </p:nvPr>
        </p:nvSpPr>
        <p:spPr/>
        <p:txBody>
          <a:bodyPr/>
          <a:lstStyle/>
          <a:p>
            <a:fld id="{426F3A0A-7211-A147-B9D3-70182F507737}" type="slidenum">
              <a:rPr lang="ru-UA" smtClean="0"/>
              <a:t>15</a:t>
            </a:fld>
            <a:endParaRPr lang="ru-UA"/>
          </a:p>
        </p:txBody>
      </p:sp>
    </p:spTree>
    <p:extLst>
      <p:ext uri="{BB962C8B-B14F-4D97-AF65-F5344CB8AC3E}">
        <p14:creationId xmlns:p14="http://schemas.microsoft.com/office/powerpoint/2010/main" val="1404484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8E465-8F4D-075D-B3FD-C3C1EF89A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385E4-0615-F09D-8911-CC688E0DA0F0}"/>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5F887873-03C2-8AD7-18BB-28EC17E9CBBE}"/>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DE1E95B2-A8FB-8EB9-F2AB-FFEA69B6D7C1}"/>
              </a:ext>
            </a:extLst>
          </p:cNvPr>
          <p:cNvSpPr>
            <a:spLocks noGrp="1"/>
          </p:cNvSpPr>
          <p:nvPr>
            <p:ph type="sldNum" sz="quarter" idx="5"/>
          </p:nvPr>
        </p:nvSpPr>
        <p:spPr/>
        <p:txBody>
          <a:bodyPr/>
          <a:lstStyle/>
          <a:p>
            <a:fld id="{E6A97DF1-837C-4247-B972-AD87E6FE7171}" type="slidenum">
              <a:rPr lang="uk-UA" smtClean="0"/>
              <a:t>16</a:t>
            </a:fld>
            <a:endParaRPr lang="uk-UA"/>
          </a:p>
        </p:txBody>
      </p:sp>
    </p:spTree>
    <p:extLst>
      <p:ext uri="{BB962C8B-B14F-4D97-AF65-F5344CB8AC3E}">
        <p14:creationId xmlns:p14="http://schemas.microsoft.com/office/powerpoint/2010/main" val="1654903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95DCE-E849-C0CC-18CC-7039978C1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829-F24A-2B09-9DC5-375C9C86268C}"/>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23F4240E-EB06-8454-B59E-A65E5D95A690}"/>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1387B39C-5A4A-9828-5CCE-8B800495978A}"/>
              </a:ext>
            </a:extLst>
          </p:cNvPr>
          <p:cNvSpPr>
            <a:spLocks noGrp="1"/>
          </p:cNvSpPr>
          <p:nvPr>
            <p:ph type="sldNum" sz="quarter" idx="5"/>
          </p:nvPr>
        </p:nvSpPr>
        <p:spPr/>
        <p:txBody>
          <a:bodyPr/>
          <a:lstStyle/>
          <a:p>
            <a:fld id="{E6A97DF1-837C-4247-B972-AD87E6FE7171}" type="slidenum">
              <a:rPr lang="uk-UA" smtClean="0"/>
              <a:t>17</a:t>
            </a:fld>
            <a:endParaRPr lang="uk-UA"/>
          </a:p>
        </p:txBody>
      </p:sp>
    </p:spTree>
    <p:extLst>
      <p:ext uri="{BB962C8B-B14F-4D97-AF65-F5344CB8AC3E}">
        <p14:creationId xmlns:p14="http://schemas.microsoft.com/office/powerpoint/2010/main" val="218443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UA"/>
          </a:p>
        </p:txBody>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5"/>
          </p:nvPr>
        </p:nvSpPr>
        <p:spPr/>
        <p:txBody>
          <a:bodyPr/>
          <a:lstStyle/>
          <a:p>
            <a:fld id="{E6A97DF1-837C-4247-B972-AD87E6FE7171}" type="slidenum">
              <a:rPr lang="uk-UA" smtClean="0"/>
              <a:t>18</a:t>
            </a:fld>
            <a:endParaRPr lang="uk-UA"/>
          </a:p>
        </p:txBody>
      </p:sp>
    </p:spTree>
    <p:extLst>
      <p:ext uri="{BB962C8B-B14F-4D97-AF65-F5344CB8AC3E}">
        <p14:creationId xmlns:p14="http://schemas.microsoft.com/office/powerpoint/2010/main" val="35325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FCB73-EE9A-5B8C-8E3C-915E14E09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C84EA-D5EF-B4D9-ACF0-72448D3FEF3A}"/>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A81BF617-E681-A820-6FE2-7E5B2EFE1E42}"/>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0A416B3B-FB78-B592-237A-5F75AD0FDC0A}"/>
              </a:ext>
            </a:extLst>
          </p:cNvPr>
          <p:cNvSpPr>
            <a:spLocks noGrp="1"/>
          </p:cNvSpPr>
          <p:nvPr>
            <p:ph type="sldNum" sz="quarter" idx="5"/>
          </p:nvPr>
        </p:nvSpPr>
        <p:spPr/>
        <p:txBody>
          <a:bodyPr/>
          <a:lstStyle/>
          <a:p>
            <a:fld id="{E6A97DF1-837C-4247-B972-AD87E6FE7171}" type="slidenum">
              <a:rPr lang="uk-UA" smtClean="0"/>
              <a:t>19</a:t>
            </a:fld>
            <a:endParaRPr lang="uk-UA"/>
          </a:p>
        </p:txBody>
      </p:sp>
    </p:spTree>
    <p:extLst>
      <p:ext uri="{BB962C8B-B14F-4D97-AF65-F5344CB8AC3E}">
        <p14:creationId xmlns:p14="http://schemas.microsoft.com/office/powerpoint/2010/main" val="2587421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0BE1-CAF9-7283-CBB3-155C683E1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20BD-5A0E-0112-0102-0A8724AB65BB}"/>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F3B227BB-9CA7-D8A1-93FF-584AF49AAE03}"/>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7A9A7DF9-1A2D-3119-4AA2-478CC332871E}"/>
              </a:ext>
            </a:extLst>
          </p:cNvPr>
          <p:cNvSpPr>
            <a:spLocks noGrp="1"/>
          </p:cNvSpPr>
          <p:nvPr>
            <p:ph type="sldNum" sz="quarter" idx="5"/>
          </p:nvPr>
        </p:nvSpPr>
        <p:spPr/>
        <p:txBody>
          <a:bodyPr/>
          <a:lstStyle/>
          <a:p>
            <a:fld id="{E6A97DF1-837C-4247-B972-AD87E6FE7171}" type="slidenum">
              <a:rPr lang="uk-UA" smtClean="0"/>
              <a:t>20</a:t>
            </a:fld>
            <a:endParaRPr lang="uk-UA"/>
          </a:p>
        </p:txBody>
      </p:sp>
    </p:spTree>
    <p:extLst>
      <p:ext uri="{BB962C8B-B14F-4D97-AF65-F5344CB8AC3E}">
        <p14:creationId xmlns:p14="http://schemas.microsoft.com/office/powerpoint/2010/main" val="2051430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D27B-925D-0AB8-972F-0C8449881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82FCD-F881-8D4A-400B-6222A8244447}"/>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A5A7EB94-0844-EEF1-6707-6BE3615BE498}"/>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4739CDAF-87FE-A338-26E2-C96389A3B2E1}"/>
              </a:ext>
            </a:extLst>
          </p:cNvPr>
          <p:cNvSpPr>
            <a:spLocks noGrp="1"/>
          </p:cNvSpPr>
          <p:nvPr>
            <p:ph type="sldNum" sz="quarter" idx="5"/>
          </p:nvPr>
        </p:nvSpPr>
        <p:spPr/>
        <p:txBody>
          <a:bodyPr/>
          <a:lstStyle/>
          <a:p>
            <a:fld id="{E6A97DF1-837C-4247-B972-AD87E6FE7171}" type="slidenum">
              <a:rPr lang="uk-UA" smtClean="0"/>
              <a:t>21</a:t>
            </a:fld>
            <a:endParaRPr lang="uk-UA"/>
          </a:p>
        </p:txBody>
      </p:sp>
    </p:spTree>
    <p:extLst>
      <p:ext uri="{BB962C8B-B14F-4D97-AF65-F5344CB8AC3E}">
        <p14:creationId xmlns:p14="http://schemas.microsoft.com/office/powerpoint/2010/main" val="3573907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8519C-1ED6-1E85-7B2D-68C3DE200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0398E-ADF4-0293-4452-AD9FB96895B9}"/>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11DB03A0-CFBC-26C0-4541-4294B91BCDA4}"/>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59D58D54-CA5E-5DD3-51EB-FCA5BB0F1E8D}"/>
              </a:ext>
            </a:extLst>
          </p:cNvPr>
          <p:cNvSpPr>
            <a:spLocks noGrp="1"/>
          </p:cNvSpPr>
          <p:nvPr>
            <p:ph type="sldNum" sz="quarter" idx="5"/>
          </p:nvPr>
        </p:nvSpPr>
        <p:spPr/>
        <p:txBody>
          <a:bodyPr/>
          <a:lstStyle/>
          <a:p>
            <a:fld id="{E6A97DF1-837C-4247-B972-AD87E6FE7171}" type="slidenum">
              <a:rPr lang="uk-UA" smtClean="0"/>
              <a:t>22</a:t>
            </a:fld>
            <a:endParaRPr lang="uk-UA"/>
          </a:p>
        </p:txBody>
      </p:sp>
    </p:spTree>
    <p:extLst>
      <p:ext uri="{BB962C8B-B14F-4D97-AF65-F5344CB8AC3E}">
        <p14:creationId xmlns:p14="http://schemas.microsoft.com/office/powerpoint/2010/main" val="2619973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79A3A-021F-1C46-42BD-BA0D383DE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0349B-6A06-BBFA-A70F-E38EC9773394}"/>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1D38A994-2342-9702-CCE7-F3D290CF1E0A}"/>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00B8F4A5-CD09-6CB0-BCA6-6F47CE69AE09}"/>
              </a:ext>
            </a:extLst>
          </p:cNvPr>
          <p:cNvSpPr>
            <a:spLocks noGrp="1"/>
          </p:cNvSpPr>
          <p:nvPr>
            <p:ph type="sldNum" sz="quarter" idx="5"/>
          </p:nvPr>
        </p:nvSpPr>
        <p:spPr/>
        <p:txBody>
          <a:bodyPr/>
          <a:lstStyle/>
          <a:p>
            <a:fld id="{E6A97DF1-837C-4247-B972-AD87E6FE7171}" type="slidenum">
              <a:rPr lang="uk-UA" smtClean="0"/>
              <a:t>23</a:t>
            </a:fld>
            <a:endParaRPr lang="uk-UA"/>
          </a:p>
        </p:txBody>
      </p:sp>
    </p:spTree>
    <p:extLst>
      <p:ext uri="{BB962C8B-B14F-4D97-AF65-F5344CB8AC3E}">
        <p14:creationId xmlns:p14="http://schemas.microsoft.com/office/powerpoint/2010/main" val="1342146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677AF-3141-086E-BC28-0A9508D22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A6C65-2216-0352-8280-5CD30BB6BB8D}"/>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620B5B92-1865-2FBD-2243-67EAF86CDCFE}"/>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F38138E5-D862-421F-C2D1-20D0A21555F5}"/>
              </a:ext>
            </a:extLst>
          </p:cNvPr>
          <p:cNvSpPr>
            <a:spLocks noGrp="1"/>
          </p:cNvSpPr>
          <p:nvPr>
            <p:ph type="sldNum" sz="quarter" idx="5"/>
          </p:nvPr>
        </p:nvSpPr>
        <p:spPr/>
        <p:txBody>
          <a:bodyPr/>
          <a:lstStyle/>
          <a:p>
            <a:fld id="{E6A97DF1-837C-4247-B972-AD87E6FE7171}" type="slidenum">
              <a:rPr lang="uk-UA" smtClean="0"/>
              <a:t>24</a:t>
            </a:fld>
            <a:endParaRPr lang="uk-UA"/>
          </a:p>
        </p:txBody>
      </p:sp>
    </p:spTree>
    <p:extLst>
      <p:ext uri="{BB962C8B-B14F-4D97-AF65-F5344CB8AC3E}">
        <p14:creationId xmlns:p14="http://schemas.microsoft.com/office/powerpoint/2010/main" val="665668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BA24-3994-7795-90EB-D3FE9CF15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52731-7A3E-ACAE-E179-8AAFC9C7AB40}"/>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A75E6C8D-CE1A-D3A8-273B-F8F132DA1E52}"/>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C62A5E09-0981-B72A-EE0D-91FBA64B0565}"/>
              </a:ext>
            </a:extLst>
          </p:cNvPr>
          <p:cNvSpPr>
            <a:spLocks noGrp="1"/>
          </p:cNvSpPr>
          <p:nvPr>
            <p:ph type="sldNum" sz="quarter" idx="5"/>
          </p:nvPr>
        </p:nvSpPr>
        <p:spPr/>
        <p:txBody>
          <a:bodyPr/>
          <a:lstStyle/>
          <a:p>
            <a:fld id="{E6A97DF1-837C-4247-B972-AD87E6FE7171}" type="slidenum">
              <a:rPr lang="uk-UA" smtClean="0"/>
              <a:t>25</a:t>
            </a:fld>
            <a:endParaRPr lang="uk-UA"/>
          </a:p>
        </p:txBody>
      </p:sp>
    </p:spTree>
    <p:extLst>
      <p:ext uri="{BB962C8B-B14F-4D97-AF65-F5344CB8AC3E}">
        <p14:creationId xmlns:p14="http://schemas.microsoft.com/office/powerpoint/2010/main" val="1615784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13E3-7E7F-C1D1-6786-DCB5FF29C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F35BB-8460-445D-DB24-BF0CD19E30A0}"/>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06ACCCCB-BCBA-216A-B0CD-46B654D111D3}"/>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81E5FAD0-C482-2568-5739-7B58D97A092B}"/>
              </a:ext>
            </a:extLst>
          </p:cNvPr>
          <p:cNvSpPr>
            <a:spLocks noGrp="1"/>
          </p:cNvSpPr>
          <p:nvPr>
            <p:ph type="sldNum" sz="quarter" idx="5"/>
          </p:nvPr>
        </p:nvSpPr>
        <p:spPr/>
        <p:txBody>
          <a:bodyPr/>
          <a:lstStyle/>
          <a:p>
            <a:fld id="{E6A97DF1-837C-4247-B972-AD87E6FE7171}" type="slidenum">
              <a:rPr lang="uk-UA" smtClean="0"/>
              <a:t>31</a:t>
            </a:fld>
            <a:endParaRPr lang="uk-UA"/>
          </a:p>
        </p:txBody>
      </p:sp>
    </p:spTree>
    <p:extLst>
      <p:ext uri="{BB962C8B-B14F-4D97-AF65-F5344CB8AC3E}">
        <p14:creationId xmlns:p14="http://schemas.microsoft.com/office/powerpoint/2010/main" val="3187662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B894-CD56-5375-5B87-18A0D1D00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7F5E3-E6CB-EA30-F72A-9F6069E3D6FA}"/>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083E7E9B-67FD-5904-7EE5-6EEB5A9C35F6}"/>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77FC8BCF-CEE3-0A7D-43AA-60E213291AC7}"/>
              </a:ext>
            </a:extLst>
          </p:cNvPr>
          <p:cNvSpPr>
            <a:spLocks noGrp="1"/>
          </p:cNvSpPr>
          <p:nvPr>
            <p:ph type="sldNum" sz="quarter" idx="5"/>
          </p:nvPr>
        </p:nvSpPr>
        <p:spPr/>
        <p:txBody>
          <a:bodyPr/>
          <a:lstStyle/>
          <a:p>
            <a:fld id="{E6A97DF1-837C-4247-B972-AD87E6FE7171}" type="slidenum">
              <a:rPr lang="uk-UA" smtClean="0"/>
              <a:t>32</a:t>
            </a:fld>
            <a:endParaRPr lang="uk-UA"/>
          </a:p>
        </p:txBody>
      </p:sp>
    </p:spTree>
    <p:extLst>
      <p:ext uri="{BB962C8B-B14F-4D97-AF65-F5344CB8AC3E}">
        <p14:creationId xmlns:p14="http://schemas.microsoft.com/office/powerpoint/2010/main" val="2479489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867E-861F-1469-2E7F-9EEC625CA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4C609-8650-3228-C881-7C3D32C584D6}"/>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07D78E2A-BBEC-B62F-4C9F-04E013D507E0}"/>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D15C48F0-3E81-8EF0-0CA4-6CE1BA3164E3}"/>
              </a:ext>
            </a:extLst>
          </p:cNvPr>
          <p:cNvSpPr>
            <a:spLocks noGrp="1"/>
          </p:cNvSpPr>
          <p:nvPr>
            <p:ph type="sldNum" sz="quarter" idx="5"/>
          </p:nvPr>
        </p:nvSpPr>
        <p:spPr/>
        <p:txBody>
          <a:bodyPr/>
          <a:lstStyle/>
          <a:p>
            <a:fld id="{E6A97DF1-837C-4247-B972-AD87E6FE7171}" type="slidenum">
              <a:rPr lang="uk-UA" smtClean="0"/>
              <a:t>33</a:t>
            </a:fld>
            <a:endParaRPr lang="uk-UA"/>
          </a:p>
        </p:txBody>
      </p:sp>
    </p:spTree>
    <p:extLst>
      <p:ext uri="{BB962C8B-B14F-4D97-AF65-F5344CB8AC3E}">
        <p14:creationId xmlns:p14="http://schemas.microsoft.com/office/powerpoint/2010/main" val="686514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4C56-04DA-A68A-94B4-964DB63B0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A62D9-AE14-A292-FE83-73FC91A04EB7}"/>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36DE6963-957E-36F0-7B3B-A274E8CC64EC}"/>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A0ABD7C5-62E2-8198-5440-30CF02B6A4B8}"/>
              </a:ext>
            </a:extLst>
          </p:cNvPr>
          <p:cNvSpPr>
            <a:spLocks noGrp="1"/>
          </p:cNvSpPr>
          <p:nvPr>
            <p:ph type="sldNum" sz="quarter" idx="5"/>
          </p:nvPr>
        </p:nvSpPr>
        <p:spPr/>
        <p:txBody>
          <a:bodyPr/>
          <a:lstStyle/>
          <a:p>
            <a:fld id="{E6A97DF1-837C-4247-B972-AD87E6FE7171}" type="slidenum">
              <a:rPr lang="uk-UA" smtClean="0"/>
              <a:t>34</a:t>
            </a:fld>
            <a:endParaRPr lang="uk-UA"/>
          </a:p>
        </p:txBody>
      </p:sp>
    </p:spTree>
    <p:extLst>
      <p:ext uri="{BB962C8B-B14F-4D97-AF65-F5344CB8AC3E}">
        <p14:creationId xmlns:p14="http://schemas.microsoft.com/office/powerpoint/2010/main" val="1584251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D730A-C24B-E2E2-BCF9-324CF3003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0B57C-9FC1-54AB-E581-E7416F8BA972}"/>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E00BBC87-D62C-E9D5-532A-AC4C4055296F}"/>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885114EB-B7E8-BABE-E1DD-A3B5410E8746}"/>
              </a:ext>
            </a:extLst>
          </p:cNvPr>
          <p:cNvSpPr>
            <a:spLocks noGrp="1"/>
          </p:cNvSpPr>
          <p:nvPr>
            <p:ph type="sldNum" sz="quarter" idx="5"/>
          </p:nvPr>
        </p:nvSpPr>
        <p:spPr/>
        <p:txBody>
          <a:bodyPr/>
          <a:lstStyle/>
          <a:p>
            <a:fld id="{E6A97DF1-837C-4247-B972-AD87E6FE7171}" type="slidenum">
              <a:rPr lang="uk-UA" smtClean="0"/>
              <a:t>35</a:t>
            </a:fld>
            <a:endParaRPr lang="uk-UA"/>
          </a:p>
        </p:txBody>
      </p:sp>
    </p:spTree>
    <p:extLst>
      <p:ext uri="{BB962C8B-B14F-4D97-AF65-F5344CB8AC3E}">
        <p14:creationId xmlns:p14="http://schemas.microsoft.com/office/powerpoint/2010/main" val="2100357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6C71-184F-BCCD-A37B-3135F2714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7C730-C0FB-617E-2CFC-5707692A61BE}"/>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0A473181-0F3A-591E-724F-9CB4ADCDA83C}"/>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BA192262-5EC3-254A-D99A-8BD91007F4C2}"/>
              </a:ext>
            </a:extLst>
          </p:cNvPr>
          <p:cNvSpPr>
            <a:spLocks noGrp="1"/>
          </p:cNvSpPr>
          <p:nvPr>
            <p:ph type="sldNum" sz="quarter" idx="5"/>
          </p:nvPr>
        </p:nvSpPr>
        <p:spPr/>
        <p:txBody>
          <a:bodyPr/>
          <a:lstStyle/>
          <a:p>
            <a:fld id="{E6A97DF1-837C-4247-B972-AD87E6FE7171}" type="slidenum">
              <a:rPr lang="uk-UA" smtClean="0"/>
              <a:t>36</a:t>
            </a:fld>
            <a:endParaRPr lang="uk-UA"/>
          </a:p>
        </p:txBody>
      </p:sp>
    </p:spTree>
    <p:extLst>
      <p:ext uri="{BB962C8B-B14F-4D97-AF65-F5344CB8AC3E}">
        <p14:creationId xmlns:p14="http://schemas.microsoft.com/office/powerpoint/2010/main" val="1106305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99F44-FC4F-9755-FE25-E04268AE0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CB75E-C064-FEE3-87EE-7873A613218C}"/>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87EC357E-44DF-B4F5-F77C-491D7EB89B0C}"/>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A864CC28-4870-7126-5601-6F2476CAAC3E}"/>
              </a:ext>
            </a:extLst>
          </p:cNvPr>
          <p:cNvSpPr>
            <a:spLocks noGrp="1"/>
          </p:cNvSpPr>
          <p:nvPr>
            <p:ph type="sldNum" sz="quarter" idx="5"/>
          </p:nvPr>
        </p:nvSpPr>
        <p:spPr/>
        <p:txBody>
          <a:bodyPr/>
          <a:lstStyle/>
          <a:p>
            <a:fld id="{E6A97DF1-837C-4247-B972-AD87E6FE7171}" type="slidenum">
              <a:rPr lang="uk-UA" smtClean="0"/>
              <a:t>37</a:t>
            </a:fld>
            <a:endParaRPr lang="uk-UA"/>
          </a:p>
        </p:txBody>
      </p:sp>
    </p:spTree>
    <p:extLst>
      <p:ext uri="{BB962C8B-B14F-4D97-AF65-F5344CB8AC3E}">
        <p14:creationId xmlns:p14="http://schemas.microsoft.com/office/powerpoint/2010/main" val="1925198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33521-01F7-FF2C-65E5-A83229BF6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85CBD-A2AD-446A-6007-A8AFDBD3ACEE}"/>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6F7513D6-10D3-D0CD-3E30-69A2421F2235}"/>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29B67D75-2C13-E95C-BD39-9B8567C5C704}"/>
              </a:ext>
            </a:extLst>
          </p:cNvPr>
          <p:cNvSpPr>
            <a:spLocks noGrp="1"/>
          </p:cNvSpPr>
          <p:nvPr>
            <p:ph type="sldNum" sz="quarter" idx="5"/>
          </p:nvPr>
        </p:nvSpPr>
        <p:spPr/>
        <p:txBody>
          <a:bodyPr/>
          <a:lstStyle/>
          <a:p>
            <a:fld id="{E6A97DF1-837C-4247-B972-AD87E6FE7171}" type="slidenum">
              <a:rPr lang="uk-UA" smtClean="0"/>
              <a:t>38</a:t>
            </a:fld>
            <a:endParaRPr lang="uk-UA"/>
          </a:p>
        </p:txBody>
      </p:sp>
    </p:spTree>
    <p:extLst>
      <p:ext uri="{BB962C8B-B14F-4D97-AF65-F5344CB8AC3E}">
        <p14:creationId xmlns:p14="http://schemas.microsoft.com/office/powerpoint/2010/main" val="1012995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6B36-7AAF-81A6-0F1E-EC35FBE05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DA431-A86D-11C4-057A-FF19B7EB7715}"/>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E9E9C03B-1257-64CB-0592-B9C02DF8F2CC}"/>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BECEBF83-473A-D3B2-DBA0-37EDAFEB071A}"/>
              </a:ext>
            </a:extLst>
          </p:cNvPr>
          <p:cNvSpPr>
            <a:spLocks noGrp="1"/>
          </p:cNvSpPr>
          <p:nvPr>
            <p:ph type="sldNum" sz="quarter" idx="5"/>
          </p:nvPr>
        </p:nvSpPr>
        <p:spPr/>
        <p:txBody>
          <a:bodyPr/>
          <a:lstStyle/>
          <a:p>
            <a:fld id="{E6A97DF1-837C-4247-B972-AD87E6FE7171}" type="slidenum">
              <a:rPr lang="uk-UA" smtClean="0"/>
              <a:t>39</a:t>
            </a:fld>
            <a:endParaRPr lang="uk-UA"/>
          </a:p>
        </p:txBody>
      </p:sp>
    </p:spTree>
    <p:extLst>
      <p:ext uri="{BB962C8B-B14F-4D97-AF65-F5344CB8AC3E}">
        <p14:creationId xmlns:p14="http://schemas.microsoft.com/office/powerpoint/2010/main" val="3235334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A951B-6C62-71B9-AF10-7859E1A28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EEC50-22B1-FA7B-04C5-956818336313}"/>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FB04B471-8333-3896-27E8-0A9B84FE3538}"/>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899321DF-0857-10D6-C6ED-05C8ED4FCAD2}"/>
              </a:ext>
            </a:extLst>
          </p:cNvPr>
          <p:cNvSpPr>
            <a:spLocks noGrp="1"/>
          </p:cNvSpPr>
          <p:nvPr>
            <p:ph type="sldNum" sz="quarter" idx="5"/>
          </p:nvPr>
        </p:nvSpPr>
        <p:spPr/>
        <p:txBody>
          <a:bodyPr/>
          <a:lstStyle/>
          <a:p>
            <a:fld id="{E6A97DF1-837C-4247-B972-AD87E6FE7171}" type="slidenum">
              <a:rPr lang="uk-UA" smtClean="0"/>
              <a:t>40</a:t>
            </a:fld>
            <a:endParaRPr lang="uk-UA"/>
          </a:p>
        </p:txBody>
      </p:sp>
    </p:spTree>
    <p:extLst>
      <p:ext uri="{BB962C8B-B14F-4D97-AF65-F5344CB8AC3E}">
        <p14:creationId xmlns:p14="http://schemas.microsoft.com/office/powerpoint/2010/main" val="17469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0D68-C82F-1F92-CF38-BB21F35BC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2DBFA-9211-62AF-F260-18C4CD561A8A}"/>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4AD11C00-8A07-301B-0451-05A4272D4E5C}"/>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8C7574F2-5685-035F-CDAB-6BD7F9EA3812}"/>
              </a:ext>
            </a:extLst>
          </p:cNvPr>
          <p:cNvSpPr>
            <a:spLocks noGrp="1"/>
          </p:cNvSpPr>
          <p:nvPr>
            <p:ph type="sldNum" sz="quarter" idx="5"/>
          </p:nvPr>
        </p:nvSpPr>
        <p:spPr/>
        <p:txBody>
          <a:bodyPr/>
          <a:lstStyle/>
          <a:p>
            <a:fld id="{E6A97DF1-837C-4247-B972-AD87E6FE7171}" type="slidenum">
              <a:rPr lang="uk-UA" smtClean="0"/>
              <a:t>41</a:t>
            </a:fld>
            <a:endParaRPr lang="uk-UA"/>
          </a:p>
        </p:txBody>
      </p:sp>
    </p:spTree>
    <p:extLst>
      <p:ext uri="{BB962C8B-B14F-4D97-AF65-F5344CB8AC3E}">
        <p14:creationId xmlns:p14="http://schemas.microsoft.com/office/powerpoint/2010/main" val="677339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927D-C596-DD2D-6EFD-B9D2D5D34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62BEA-A5BE-0BC8-471E-9B4EAD7C97F4}"/>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A2ED48A3-737B-62E7-7169-F786843D9F12}"/>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FB5BE79E-2D62-E3DA-F8B9-142A051FF4DE}"/>
              </a:ext>
            </a:extLst>
          </p:cNvPr>
          <p:cNvSpPr>
            <a:spLocks noGrp="1"/>
          </p:cNvSpPr>
          <p:nvPr>
            <p:ph type="sldNum" sz="quarter" idx="5"/>
          </p:nvPr>
        </p:nvSpPr>
        <p:spPr/>
        <p:txBody>
          <a:bodyPr/>
          <a:lstStyle/>
          <a:p>
            <a:fld id="{E6A97DF1-837C-4247-B972-AD87E6FE7171}" type="slidenum">
              <a:rPr lang="uk-UA" smtClean="0"/>
              <a:t>42</a:t>
            </a:fld>
            <a:endParaRPr lang="uk-UA"/>
          </a:p>
        </p:txBody>
      </p:sp>
    </p:spTree>
    <p:extLst>
      <p:ext uri="{BB962C8B-B14F-4D97-AF65-F5344CB8AC3E}">
        <p14:creationId xmlns:p14="http://schemas.microsoft.com/office/powerpoint/2010/main" val="461204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2F722-06BF-E4D0-9A93-E2DC0FA52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1FF98-83E5-7B24-534C-B60C79F0DCEE}"/>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6BE441BE-6A79-E4D7-A02C-522A5221D888}"/>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CD6BC83A-7DB5-6B69-878B-CA022F67B8F0}"/>
              </a:ext>
            </a:extLst>
          </p:cNvPr>
          <p:cNvSpPr>
            <a:spLocks noGrp="1"/>
          </p:cNvSpPr>
          <p:nvPr>
            <p:ph type="sldNum" sz="quarter" idx="5"/>
          </p:nvPr>
        </p:nvSpPr>
        <p:spPr/>
        <p:txBody>
          <a:bodyPr/>
          <a:lstStyle/>
          <a:p>
            <a:fld id="{E6A97DF1-837C-4247-B972-AD87E6FE7171}" type="slidenum">
              <a:rPr lang="uk-UA" smtClean="0"/>
              <a:t>43</a:t>
            </a:fld>
            <a:endParaRPr lang="uk-UA"/>
          </a:p>
        </p:txBody>
      </p:sp>
    </p:spTree>
    <p:extLst>
      <p:ext uri="{BB962C8B-B14F-4D97-AF65-F5344CB8AC3E}">
        <p14:creationId xmlns:p14="http://schemas.microsoft.com/office/powerpoint/2010/main" val="258671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EEB1-A3FE-99D6-BA0D-968CC0ED1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863C7-7289-FBFB-914C-8A18C322E8B6}"/>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3EA78666-55EB-DF3F-D94D-3790075BD573}"/>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EC34BED8-5E65-EAA8-8AE0-F1F46FA7481B}"/>
              </a:ext>
            </a:extLst>
          </p:cNvPr>
          <p:cNvSpPr>
            <a:spLocks noGrp="1"/>
          </p:cNvSpPr>
          <p:nvPr>
            <p:ph type="sldNum" sz="quarter" idx="5"/>
          </p:nvPr>
        </p:nvSpPr>
        <p:spPr/>
        <p:txBody>
          <a:bodyPr/>
          <a:lstStyle/>
          <a:p>
            <a:fld id="{E6A97DF1-837C-4247-B972-AD87E6FE7171}" type="slidenum">
              <a:rPr lang="uk-UA" smtClean="0"/>
              <a:t>44</a:t>
            </a:fld>
            <a:endParaRPr lang="uk-UA"/>
          </a:p>
        </p:txBody>
      </p:sp>
    </p:spTree>
    <p:extLst>
      <p:ext uri="{BB962C8B-B14F-4D97-AF65-F5344CB8AC3E}">
        <p14:creationId xmlns:p14="http://schemas.microsoft.com/office/powerpoint/2010/main" val="1179853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0B8E-604D-9931-B6A7-3606BBAB8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BC514-A241-5F47-9799-275E158908A6}"/>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EBD1E598-7542-668C-1442-682EB6A860BE}"/>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D1B304E9-8497-B560-695F-20C6DFB8A0EF}"/>
              </a:ext>
            </a:extLst>
          </p:cNvPr>
          <p:cNvSpPr>
            <a:spLocks noGrp="1"/>
          </p:cNvSpPr>
          <p:nvPr>
            <p:ph type="sldNum" sz="quarter" idx="5"/>
          </p:nvPr>
        </p:nvSpPr>
        <p:spPr/>
        <p:txBody>
          <a:bodyPr/>
          <a:lstStyle/>
          <a:p>
            <a:fld id="{E6A97DF1-837C-4247-B972-AD87E6FE7171}" type="slidenum">
              <a:rPr lang="uk-UA" smtClean="0"/>
              <a:t>45</a:t>
            </a:fld>
            <a:endParaRPr lang="uk-UA"/>
          </a:p>
        </p:txBody>
      </p:sp>
    </p:spTree>
    <p:extLst>
      <p:ext uri="{BB962C8B-B14F-4D97-AF65-F5344CB8AC3E}">
        <p14:creationId xmlns:p14="http://schemas.microsoft.com/office/powerpoint/2010/main" val="19821958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9825-D71C-EBB2-68A7-58A9CC39B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E6EB1-91EB-E026-D93A-C62A43CC3269}"/>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2B30FBE6-CD96-E7BE-C26B-A8A276BCD9A1}"/>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11029599-627D-3023-5A04-CD44D9F6AE7C}"/>
              </a:ext>
            </a:extLst>
          </p:cNvPr>
          <p:cNvSpPr>
            <a:spLocks noGrp="1"/>
          </p:cNvSpPr>
          <p:nvPr>
            <p:ph type="sldNum" sz="quarter" idx="5"/>
          </p:nvPr>
        </p:nvSpPr>
        <p:spPr/>
        <p:txBody>
          <a:bodyPr/>
          <a:lstStyle/>
          <a:p>
            <a:fld id="{E6A97DF1-837C-4247-B972-AD87E6FE7171}" type="slidenum">
              <a:rPr lang="uk-UA" smtClean="0"/>
              <a:t>46</a:t>
            </a:fld>
            <a:endParaRPr lang="uk-UA"/>
          </a:p>
        </p:txBody>
      </p:sp>
    </p:spTree>
    <p:extLst>
      <p:ext uri="{BB962C8B-B14F-4D97-AF65-F5344CB8AC3E}">
        <p14:creationId xmlns:p14="http://schemas.microsoft.com/office/powerpoint/2010/main" val="21541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1855-2C3E-ECCB-92C8-FF924F087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63038-37CF-94B8-9958-09EDB07B6F6A}"/>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A02D98DF-D3DF-10F8-6335-1858E9049274}"/>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44465E03-0171-B5A4-1422-D6F293DEAAD0}"/>
              </a:ext>
            </a:extLst>
          </p:cNvPr>
          <p:cNvSpPr>
            <a:spLocks noGrp="1"/>
          </p:cNvSpPr>
          <p:nvPr>
            <p:ph type="sldNum" sz="quarter" idx="5"/>
          </p:nvPr>
        </p:nvSpPr>
        <p:spPr/>
        <p:txBody>
          <a:bodyPr/>
          <a:lstStyle/>
          <a:p>
            <a:fld id="{E6A97DF1-837C-4247-B972-AD87E6FE7171}" type="slidenum">
              <a:rPr lang="uk-UA" smtClean="0"/>
              <a:t>47</a:t>
            </a:fld>
            <a:endParaRPr lang="uk-UA"/>
          </a:p>
        </p:txBody>
      </p:sp>
    </p:spTree>
    <p:extLst>
      <p:ext uri="{BB962C8B-B14F-4D97-AF65-F5344CB8AC3E}">
        <p14:creationId xmlns:p14="http://schemas.microsoft.com/office/powerpoint/2010/main" val="36220752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36FE7-FB8F-AB0C-ECD9-53A66A613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687E3-D667-CE51-2ECB-72358280288E}"/>
              </a:ext>
            </a:extLst>
          </p:cNvPr>
          <p:cNvSpPr>
            <a:spLocks noGrp="1" noRot="1" noChangeAspect="1"/>
          </p:cNvSpPr>
          <p:nvPr>
            <p:ph type="sldImg"/>
          </p:nvPr>
        </p:nvSpPr>
        <p:spPr/>
        <p:txBody>
          <a:bodyPr/>
          <a:lstStyle/>
          <a:p>
            <a:endParaRPr lang="ru-UA"/>
          </a:p>
        </p:txBody>
      </p:sp>
      <p:sp>
        <p:nvSpPr>
          <p:cNvPr id="3" name="Notes Placeholder 2">
            <a:extLst>
              <a:ext uri="{FF2B5EF4-FFF2-40B4-BE49-F238E27FC236}">
                <a16:creationId xmlns:a16="http://schemas.microsoft.com/office/drawing/2014/main" id="{76365019-AA1F-F7DD-6910-115D849211A8}"/>
              </a:ext>
            </a:extLst>
          </p:cNvPr>
          <p:cNvSpPr>
            <a:spLocks noGrp="1"/>
          </p:cNvSpPr>
          <p:nvPr>
            <p:ph type="body" idx="1"/>
          </p:nvPr>
        </p:nvSpPr>
        <p:spPr/>
        <p:txBody>
          <a:bodyPr/>
          <a:lstStyle/>
          <a:p>
            <a:endParaRPr lang="uk-UA" dirty="0"/>
          </a:p>
        </p:txBody>
      </p:sp>
      <p:sp>
        <p:nvSpPr>
          <p:cNvPr id="4" name="Slide Number Placeholder 3">
            <a:extLst>
              <a:ext uri="{FF2B5EF4-FFF2-40B4-BE49-F238E27FC236}">
                <a16:creationId xmlns:a16="http://schemas.microsoft.com/office/drawing/2014/main" id="{F061F1C6-7E92-94AF-24D1-2A2D8C222E15}"/>
              </a:ext>
            </a:extLst>
          </p:cNvPr>
          <p:cNvSpPr>
            <a:spLocks noGrp="1"/>
          </p:cNvSpPr>
          <p:nvPr>
            <p:ph type="sldNum" sz="quarter" idx="5"/>
          </p:nvPr>
        </p:nvSpPr>
        <p:spPr/>
        <p:txBody>
          <a:bodyPr/>
          <a:lstStyle/>
          <a:p>
            <a:fld id="{E6A97DF1-837C-4247-B972-AD87E6FE7171}" type="slidenum">
              <a:rPr lang="uk-UA" smtClean="0"/>
              <a:t>48</a:t>
            </a:fld>
            <a:endParaRPr lang="uk-UA"/>
          </a:p>
        </p:txBody>
      </p:sp>
    </p:spTree>
    <p:extLst>
      <p:ext uri="{BB962C8B-B14F-4D97-AF65-F5344CB8AC3E}">
        <p14:creationId xmlns:p14="http://schemas.microsoft.com/office/powerpoint/2010/main" val="3458858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A65D07-54D9-2CAA-325E-8B16A3352A1A}"/>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EC32BD40-8CF1-13EE-2F2C-FCC8AF735D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78191C2C-0CEF-7AB2-687A-1B3DB02A782A}"/>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ED26231C-5CCA-7F0F-5BF0-D726F0D1603E}"/>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5BE5AEA2-63B4-7799-A75D-597A7C910C80}"/>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43694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5C349E-39F0-4875-33D1-FDF1B3CF8A36}"/>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FEF7837-F822-1BFA-BC68-129F95241360}"/>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2DFCC42F-FFF5-891A-E665-5BA28D53C069}"/>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1D56EB62-A7B1-030F-A84A-EA8BAFF061D9}"/>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5474E63F-AC01-7C61-2500-EADDBBD6A6EC}"/>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2654313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44C7AA-611E-09DF-9653-D7007BC20E3E}"/>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18833790-B381-8F53-39CB-0D14341400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08DA1739-C5C4-2061-47AB-9A6BC7FB20E9}"/>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581F3653-46AF-6128-5EB0-894804B68021}"/>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5B51CFAC-F4F1-3F48-56B8-B473E224565C}"/>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267904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BF575C-0672-1A69-5400-97D18AB27FBE}"/>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BEA4A367-C70D-58DA-32E5-6B876351347B}"/>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8B7BB7FA-38FB-06F3-2F63-BBA60EB14205}"/>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42309CBB-6A7B-E7D4-444D-43C1EFC501D1}"/>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6" name="Місце для нижнього колонтитула 5">
            <a:extLst>
              <a:ext uri="{FF2B5EF4-FFF2-40B4-BE49-F238E27FC236}">
                <a16:creationId xmlns:a16="http://schemas.microsoft.com/office/drawing/2014/main" id="{8689692A-8B45-DA3C-66E7-1ADE659A1B90}"/>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4684D4A5-9FE5-F5A8-10B4-50CCAFBFDBCB}"/>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2176106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BC2D49-378A-6979-FE45-6A942A1BD9B0}"/>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6E2DCE46-2929-92C7-376F-E330BA560C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AC8859B5-2C4C-C01A-EC29-672A4D9664E1}"/>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048B9358-253F-2701-7C67-4F01257043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A113F8B2-79D0-F2F5-E74F-12FA44C1E58B}"/>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22FD48E9-CDDF-AAD4-9644-7DB629068930}"/>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8" name="Місце для нижнього колонтитула 7">
            <a:extLst>
              <a:ext uri="{FF2B5EF4-FFF2-40B4-BE49-F238E27FC236}">
                <a16:creationId xmlns:a16="http://schemas.microsoft.com/office/drawing/2014/main" id="{B58CBFAB-5ADA-7861-0B80-D1C779B84261}"/>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2137FF30-DB4D-9518-ACE1-C8D0C7CE8A67}"/>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3091735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FD529F-2999-E0C1-F9AC-096619E28682}"/>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6B2F7953-50D6-7D92-14C7-D070FD1C756B}"/>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4" name="Місце для нижнього колонтитула 3">
            <a:extLst>
              <a:ext uri="{FF2B5EF4-FFF2-40B4-BE49-F238E27FC236}">
                <a16:creationId xmlns:a16="http://schemas.microsoft.com/office/drawing/2014/main" id="{D3D17676-FA72-C7A6-3349-3C6CBC52BF14}"/>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17B65730-C27F-D878-E7CC-7E31D1E0F96E}"/>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1542382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B6204352-6ED5-C0E4-DC93-2C3C93A7F9EA}"/>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3" name="Місце для нижнього колонтитула 2">
            <a:extLst>
              <a:ext uri="{FF2B5EF4-FFF2-40B4-BE49-F238E27FC236}">
                <a16:creationId xmlns:a16="http://schemas.microsoft.com/office/drawing/2014/main" id="{2F75D05C-FB77-EE6A-33CA-9336ACBB409D}"/>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2594F26D-6CC7-8A53-42E8-72BC7CCEC176}"/>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3921539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855F19-F522-A126-40C3-189816E2A669}"/>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D06680C0-940B-5EC7-4920-6E38755AC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C1B2231B-F8B1-D208-3742-B4A939FC2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B8F60120-151E-3EF2-6EA6-D07457EBC0E2}"/>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6" name="Місце для нижнього колонтитула 5">
            <a:extLst>
              <a:ext uri="{FF2B5EF4-FFF2-40B4-BE49-F238E27FC236}">
                <a16:creationId xmlns:a16="http://schemas.microsoft.com/office/drawing/2014/main" id="{0FEC8BFE-35E9-6FF5-ECC2-244C260500D7}"/>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3674FA91-8AA3-0A99-C7D1-64AF013A9283}"/>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255057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B54BA5-B584-D65F-C333-F434B9747D58}"/>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70350553-A343-6DE1-5A76-61A2062167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483ADCAA-B568-5E82-8D25-857356C1F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175B00E0-FD63-A5DC-16F9-13CACA2742E8}"/>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6" name="Місце для нижнього колонтитула 5">
            <a:extLst>
              <a:ext uri="{FF2B5EF4-FFF2-40B4-BE49-F238E27FC236}">
                <a16:creationId xmlns:a16="http://schemas.microsoft.com/office/drawing/2014/main" id="{760E3E68-AFA0-D3E5-46B7-1DB415EDD978}"/>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9C4E6CD0-A6B8-B7AB-5BE8-55C377B332A2}"/>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951234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8E310-B954-C180-1B6B-E228E257B09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2A3345ED-182D-AC2D-9F76-B62C5BAE57F4}"/>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97F64508-8797-61B5-DC93-4FA77DFDDEF9}"/>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0C45E2C5-5767-A1C1-E566-8FC81B9B486E}"/>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0D504CDA-F9C4-0A94-0B42-6919EAFC1D02}"/>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315993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FC75571B-C538-4302-D1DE-6266E13848C4}"/>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066A7F4C-3429-B4A6-266E-8ED4F464A96E}"/>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FFE01080-481E-1E70-BCFA-BBFE3D5349BD}"/>
              </a:ext>
            </a:extLst>
          </p:cNvPr>
          <p:cNvSpPr>
            <a:spLocks noGrp="1"/>
          </p:cNvSpPr>
          <p:nvPr>
            <p:ph type="dt" sz="half" idx="10"/>
          </p:nvPr>
        </p:nvSpPr>
        <p:spPr/>
        <p:txBody>
          <a:body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AF358F88-7C59-8AC9-0B6E-D5CC501E533C}"/>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E6118E4B-0A7D-4779-24E0-BF2FF19A57F8}"/>
              </a:ext>
            </a:extLst>
          </p:cNvPr>
          <p:cNvSpPr>
            <a:spLocks noGrp="1"/>
          </p:cNvSpPr>
          <p:nvPr>
            <p:ph type="sldNum" sz="quarter" idx="12"/>
          </p:nvPr>
        </p:nvSpPr>
        <p:spPr/>
        <p:txBody>
          <a:bodyPr/>
          <a:lstStyle/>
          <a:p>
            <a:fld id="{640738B9-54BB-415B-A5C8-90B8EB5BF934}" type="slidenum">
              <a:rPr lang="uk-UA" smtClean="0"/>
              <a:t>‹#›</a:t>
            </a:fld>
            <a:endParaRPr lang="uk-UA"/>
          </a:p>
        </p:txBody>
      </p:sp>
    </p:spTree>
    <p:extLst>
      <p:ext uri="{BB962C8B-B14F-4D97-AF65-F5344CB8AC3E}">
        <p14:creationId xmlns:p14="http://schemas.microsoft.com/office/powerpoint/2010/main" val="3255989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76DF7A40-6BF6-DEBB-AD6B-C180C314F1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4206464A-DD49-49EF-8D2E-0F58AC8B9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B26E93F0-4174-0B40-2246-A8251F0EB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FDBB17-147F-4805-839E-FD514C951036}" type="datetimeFigureOut">
              <a:rPr lang="uk-UA" smtClean="0"/>
              <a:t>06.09.2026</a:t>
            </a:fld>
            <a:endParaRPr lang="uk-UA"/>
          </a:p>
        </p:txBody>
      </p:sp>
      <p:sp>
        <p:nvSpPr>
          <p:cNvPr id="5" name="Місце для нижнього колонтитула 4">
            <a:extLst>
              <a:ext uri="{FF2B5EF4-FFF2-40B4-BE49-F238E27FC236}">
                <a16:creationId xmlns:a16="http://schemas.microsoft.com/office/drawing/2014/main" id="{44EB34AD-D2EF-25B7-8D0B-A66EDFE8EA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2EFF9ED8-D57F-745A-B04B-B6D5A6F22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0738B9-54BB-415B-A5C8-90B8EB5BF934}" type="slidenum">
              <a:rPr lang="uk-UA" smtClean="0"/>
              <a:t>‹#›</a:t>
            </a:fld>
            <a:endParaRPr lang="uk-UA"/>
          </a:p>
        </p:txBody>
      </p:sp>
    </p:spTree>
    <p:extLst>
      <p:ext uri="{BB962C8B-B14F-4D97-AF65-F5344CB8AC3E}">
        <p14:creationId xmlns:p14="http://schemas.microsoft.com/office/powerpoint/2010/main" val="252937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hyperlink" Target="https://www.facebook.com/reel/1432158862101302/?__cft__%5b0%5d=AZgFDPrfPWQ52REgcAgidEXDUV-kofNnN51usQfCp3NG7ivwFsSCgOLYJ-JHsM1IwtzbzChHsIPv83im0RK0g3rX3FYdPMwPw5-ZuOfOszjtl-BLG0OFcltr3kufEgs7qnv3YSKBGQ6nJtX93VNKUNV_iCJERdBKMC7SEk95Wtnu-gB1B4c6KplssK9BbtZVEHE69A&amp;__tn__=%2CO%2CP-R"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www.facebook.com/reel/1372163207887274/?__cft__%5b0%5d=AZj5_CoqOjTNTqMZAV96XiT-GPLzq2AcZI0OTKIX-XXqOCQ6GhzeEAaNFLh0EEWusD8X93Qo-7Vgay1xfDW2SatWlevjyQiMBGRVdc2HMNhkg4ZwhsJoxqN1vwMOera_930GCFwHE19yGESNmuB4pmgmJAE4j0MWL5aqp7ncrs0KBhfs2wo3_S9iCECoURAkiIrnIg&amp;__tn__=%2CO%2CP-R" TargetMode="External"/><Relationship Id="rId5" Type="http://schemas.openxmlformats.org/officeDocument/2006/relationships/hyperlink" Target="https://militarnyi.com/uk/news/rosiya-pratsyuye-nad-zbilshennyam-v-arena-m/" TargetMode="External"/><Relationship Id="rId4" Type="http://schemas.openxmlformats.org/officeDocument/2006/relationships/image" Target="../media/image2.png"/><Relationship Id="rId9" Type="http://schemas.openxmlformats.org/officeDocument/2006/relationships/image" Target="../media/image34.png"/></Relationships>
</file>

<file path=ppt/slides/_rels/slide4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s://militarnyi.com/uk/news/rosiya-zbilshyla-dalnist-keruvannya-dronamy-do-175-km-zavdyaky-mesh-merezham-ki-insights/" TargetMode="External"/><Relationship Id="rId5" Type="http://schemas.openxmlformats.org/officeDocument/2006/relationships/hyperlink" Target="https://www.facebook.com/Serhii.Flash/posts/pfbid0HWczTugcWADRHiBQ5kx46PRowd7C7xbaaE492TPYuWrE3jTTzpSEUUJj2Gv8WWhfl?__cft__%5b0%5d=AZhMAUJxzv0INt8H4Fyap0lfBoSaPvyVBfFK5h0FyTPUqKtkU1ePVPytCGQ8RF02f8bXqH6h-It2jDAeq8FuxKOvCj5TEXUyGt2dME9QS-dmVdNZvuIaO8IdzPYdZEAtUZeW_iWhx_BFuyb6yX1_XRJVoNpgMpTgcQ&amp;__cft__%5b1%5d=AZgczZX899J4sL7BP-sc_hFBoZLOIuTHcmli1o_tkcnYs3IItBCFmbaBx37ibEJ8W9QqwoXRHeT6wA0HwrJli4_0BzN4yYktp_m3iFf52ReljcnVMKjCI_mecfRk97HeBIY6_Fh_aHo&amp;__tn__=%2CO%2CP-R" TargetMode="Externa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t.me/RussianArms/29065" TargetMode="External"/><Relationship Id="rId5" Type="http://schemas.openxmlformats.org/officeDocument/2006/relationships/hyperlink" Target="https://ria.ru/20260830/robot-amfibija-2114101209.html"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4AFCC1-3A3B-103D-7013-B8DD641F1794}"/>
              </a:ext>
            </a:extLst>
          </p:cNvPr>
          <p:cNvSpPr txBox="1"/>
          <p:nvPr/>
        </p:nvSpPr>
        <p:spPr>
          <a:xfrm>
            <a:off x="3067707" y="868506"/>
            <a:ext cx="6056593" cy="954107"/>
          </a:xfrm>
          <a:prstGeom prst="rect">
            <a:avLst/>
          </a:prstGeom>
          <a:noFill/>
        </p:spPr>
        <p:txBody>
          <a:bodyPr wrap="none" rtlCol="0">
            <a:spAutoFit/>
          </a:bodyPr>
          <a:lstStyle/>
          <a:p>
            <a:pPr algn="ctr"/>
            <a:r>
              <a:rPr lang="uk-UA" sz="2800" dirty="0">
                <a:solidFill>
                  <a:schemeClr val="bg1"/>
                </a:solidFill>
                <a:latin typeface="Arial" panose="020B0604020202020204" pitchFamily="34" charset="0"/>
                <a:cs typeface="Arial" panose="020B0604020202020204" pitchFamily="34" charset="0"/>
              </a:rPr>
              <a:t>Інформаційна довідка за 24 години</a:t>
            </a:r>
            <a:br>
              <a:rPr lang="uk-UA" sz="2800" dirty="0">
                <a:solidFill>
                  <a:schemeClr val="bg1"/>
                </a:solidFill>
                <a:latin typeface="Arial" panose="020B0604020202020204" pitchFamily="34" charset="0"/>
                <a:cs typeface="Arial" panose="020B0604020202020204" pitchFamily="34" charset="0"/>
              </a:rPr>
            </a:br>
            <a:r>
              <a:rPr lang="uk-UA" sz="2800" dirty="0">
                <a:solidFill>
                  <a:schemeClr val="bg1"/>
                </a:solidFill>
                <a:latin typeface="Arial" panose="020B0604020202020204" pitchFamily="34" charset="0"/>
                <a:cs typeface="Arial" panose="020B0604020202020204" pitchFamily="34" charset="0"/>
              </a:rPr>
              <a:t>(18:00-18:00)</a:t>
            </a:r>
          </a:p>
        </p:txBody>
      </p:sp>
      <p:sp>
        <p:nvSpPr>
          <p:cNvPr id="5" name="TextBox 4">
            <a:extLst>
              <a:ext uri="{FF2B5EF4-FFF2-40B4-BE49-F238E27FC236}">
                <a16:creationId xmlns:a16="http://schemas.microsoft.com/office/drawing/2014/main" id="{05080C59-0707-B65B-1451-02FE46527511}"/>
              </a:ext>
            </a:extLst>
          </p:cNvPr>
          <p:cNvSpPr txBox="1"/>
          <p:nvPr/>
        </p:nvSpPr>
        <p:spPr>
          <a:xfrm>
            <a:off x="1712075" y="2370813"/>
            <a:ext cx="8767849" cy="523220"/>
          </a:xfrm>
          <a:prstGeom prst="rect">
            <a:avLst/>
          </a:prstGeom>
          <a:noFill/>
        </p:spPr>
        <p:txBody>
          <a:bodyPr wrap="none" rtlCol="0">
            <a:spAutoFit/>
          </a:bodyPr>
          <a:lstStyle/>
          <a:p>
            <a:r>
              <a:rPr lang="uk-UA" sz="2800" dirty="0">
                <a:solidFill>
                  <a:schemeClr val="bg1"/>
                </a:solidFill>
                <a:latin typeface="Arial" panose="020B0604020202020204" pitchFamily="34" charset="0"/>
                <a:cs typeface="Arial" panose="020B0604020202020204" pitchFamily="34" charset="0"/>
              </a:rPr>
              <a:t>Зведеного підрозділу штурмового полку «РУГ» НГУ</a:t>
            </a:r>
          </a:p>
        </p:txBody>
      </p:sp>
      <p:sp>
        <p:nvSpPr>
          <p:cNvPr id="6" name="TextBox 5">
            <a:extLst>
              <a:ext uri="{FF2B5EF4-FFF2-40B4-BE49-F238E27FC236}">
                <a16:creationId xmlns:a16="http://schemas.microsoft.com/office/drawing/2014/main" id="{C9E723B8-98AB-2DBB-90B8-975A15AD5727}"/>
              </a:ext>
            </a:extLst>
          </p:cNvPr>
          <p:cNvSpPr txBox="1"/>
          <p:nvPr/>
        </p:nvSpPr>
        <p:spPr>
          <a:xfrm>
            <a:off x="4976140" y="3963968"/>
            <a:ext cx="2239717" cy="461665"/>
          </a:xfrm>
          <a:prstGeom prst="rect">
            <a:avLst/>
          </a:prstGeom>
          <a:noFill/>
        </p:spPr>
        <p:txBody>
          <a:bodyPr wrap="none" rtlCol="0">
            <a:spAutoFit/>
          </a:bodyPr>
          <a:lstStyle/>
          <a:p>
            <a:pPr algn="ctr"/>
            <a:r>
              <a:rPr lang="uk-UA" sz="2400" b="1" dirty="0">
                <a:solidFill>
                  <a:schemeClr val="bg1"/>
                </a:solidFill>
                <a:latin typeface="Arial" pitchFamily="34" charset="0"/>
                <a:cs typeface="Arial" pitchFamily="34" charset="0"/>
              </a:rPr>
              <a:t>06С</a:t>
            </a:r>
            <a:r>
              <a:rPr lang="uk-UA" sz="2400" dirty="0">
                <a:solidFill>
                  <a:schemeClr val="bg1"/>
                </a:solidFill>
                <a:latin typeface="Arial" pitchFamily="34" charset="0"/>
                <a:cs typeface="Arial" pitchFamily="34" charset="0"/>
              </a:rPr>
              <a:t> </a:t>
            </a:r>
            <a:r>
              <a:rPr lang="uk-UA" sz="2400" b="1" dirty="0">
                <a:solidFill>
                  <a:schemeClr val="bg1"/>
                </a:solidFill>
                <a:latin typeface="Arial" pitchFamily="34" charset="0"/>
                <a:cs typeface="Arial" pitchFamily="34" charset="0"/>
              </a:rPr>
              <a:t>ВЕР 2026</a:t>
            </a:r>
            <a:endParaRPr lang="ru-RU" sz="2400" b="1" dirty="0">
              <a:solidFill>
                <a:schemeClr val="bg1"/>
              </a:solidFill>
              <a:latin typeface="Arial" pitchFamily="34" charset="0"/>
              <a:cs typeface="Arial" pitchFamily="34" charset="0"/>
            </a:endParaRPr>
          </a:p>
        </p:txBody>
      </p:sp>
      <p:pic>
        <p:nvPicPr>
          <p:cNvPr id="12" name="logo_left">
            <a:extLst>
              <a:ext uri="{FF2B5EF4-FFF2-40B4-BE49-F238E27FC236}">
                <a16:creationId xmlns:a16="http://schemas.microsoft.com/office/drawing/2014/main" id="{A5817367-704D-C47F-62EA-7FB3F08B42D6}"/>
              </a:ext>
            </a:extLst>
          </p:cNvPr>
          <p:cNvPicPr/>
          <p:nvPr/>
        </p:nvPicPr>
        <p:blipFill>
          <a:blip r:embed="rId2"/>
          <a:stretch>
            <a:fillRect/>
          </a:stretch>
        </p:blipFill>
        <p:spPr>
          <a:xfrm>
            <a:off x="274320" y="109728"/>
            <a:ext cx="658368" cy="1005840"/>
          </a:xfrm>
          <a:prstGeom prst="rect">
            <a:avLst/>
          </a:prstGeom>
        </p:spPr>
      </p:pic>
      <p:pic>
        <p:nvPicPr>
          <p:cNvPr id="14" name="logo_right">
            <a:extLst>
              <a:ext uri="{FF2B5EF4-FFF2-40B4-BE49-F238E27FC236}">
                <a16:creationId xmlns:a16="http://schemas.microsoft.com/office/drawing/2014/main" id="{8A83E9A7-18A3-0474-3BFE-2D85E85F36B3}"/>
              </a:ext>
            </a:extLst>
          </p:cNvPr>
          <p:cNvPicPr/>
          <p:nvPr/>
        </p:nvPicPr>
        <p:blipFill>
          <a:blip r:embed="rId3"/>
          <a:stretch>
            <a:fillRect/>
          </a:stretch>
        </p:blipFill>
        <p:spPr>
          <a:xfrm>
            <a:off x="10927080" y="109728"/>
            <a:ext cx="804672" cy="1042416"/>
          </a:xfrm>
          <a:prstGeom prst="rect">
            <a:avLst/>
          </a:prstGeom>
        </p:spPr>
      </p:pic>
    </p:spTree>
    <p:extLst>
      <p:ext uri="{BB962C8B-B14F-4D97-AF65-F5344CB8AC3E}">
        <p14:creationId xmlns:p14="http://schemas.microsoft.com/office/powerpoint/2010/main" val="1453962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658368" cy="1005840"/>
          </a:xfrm>
          <a:prstGeom prst="rect">
            <a:avLst/>
          </a:prstGeom>
        </p:spPr>
      </p:pic>
      <p:pic>
        <p:nvPicPr>
          <p:cNvPr id="11" name="logo_right"/>
          <p:cNvPicPr/>
          <p:nvPr/>
        </p:nvPicPr>
        <p:blipFill>
          <a:blip r:embed="rId3"/>
          <a:stretch>
            <a:fillRect/>
          </a:stretch>
        </p:blipFill>
        <p:spPr>
          <a:xfrm>
            <a:off x="10927080" y="109728"/>
            <a:ext cx="804672" cy="1042416"/>
          </a:xfrm>
          <a:prstGeom prst="rect">
            <a:avLst/>
          </a:prstGeom>
        </p:spPr>
      </p:pic>
      <p:sp>
        <p:nvSpPr>
          <p:cNvPr id="12" name="text12"/>
          <p:cNvSpPr txBox="1"/>
          <p:nvPr/>
        </p:nvSpPr>
        <p:spPr>
          <a:xfrm>
            <a:off x="1143000" y="310896"/>
            <a:ext cx="9052560" cy="420624"/>
          </a:xfrm>
          <a:prstGeom prst="rect">
            <a:avLst/>
          </a:prstGeom>
          <a:noFill/>
          <a:ln>
            <a:noFill/>
          </a:ln>
        </p:spPr>
        <p:txBody>
          <a:bodyPr wrap="none" lIns="0" tIns="0" rIns="0" bIns="0">
            <a:normAutofit fontScale="92500" lnSpcReduction="10000"/>
          </a:bodyPr>
          <a:lstStyle/>
          <a:p>
            <a:pPr algn="ctr"/>
            <a:r>
              <a:rPr lang="uk-UA" sz="3100" b="1">
                <a:solidFill>
                  <a:srgbClr val="FFFFFF"/>
                </a:solidFill>
                <a:latin typeface="Aptos"/>
                <a:cs typeface="Aptos"/>
              </a:rPr>
              <a:t>Прогноз погоди КУП'ЯНСЬК</a:t>
            </a:r>
          </a:p>
        </p:txBody>
      </p:sp>
      <p:sp>
        <p:nvSpPr>
          <p:cNvPr id="13" name="text13"/>
          <p:cNvSpPr txBox="1"/>
          <p:nvPr/>
        </p:nvSpPr>
        <p:spPr>
          <a:xfrm>
            <a:off x="3840480" y="987552"/>
            <a:ext cx="4480560" cy="310896"/>
          </a:xfrm>
          <a:prstGeom prst="rect">
            <a:avLst/>
          </a:prstGeom>
          <a:noFill/>
          <a:ln>
            <a:noFill/>
          </a:ln>
        </p:spPr>
        <p:txBody>
          <a:bodyPr wrap="none" lIns="0" tIns="0" rIns="0" bIns="0">
            <a:normAutofit fontScale="85000" lnSpcReduction="20000"/>
          </a:bodyPr>
          <a:lstStyle/>
          <a:p>
            <a:pPr algn="ctr"/>
            <a:r>
              <a:rPr lang="uk-UA" sz="2800" b="1">
                <a:solidFill>
                  <a:srgbClr val="FFFFFF"/>
                </a:solidFill>
                <a:latin typeface="Aptos"/>
                <a:cs typeface="Aptos"/>
              </a:rPr>
              <a:t>Добовий звіт</a:t>
            </a:r>
          </a:p>
        </p:txBody>
      </p:sp>
      <p:sp>
        <p:nvSpPr>
          <p:cNvPr id="14" name="text14"/>
          <p:cNvSpPr txBox="1"/>
          <p:nvPr/>
        </p:nvSpPr>
        <p:spPr>
          <a:xfrm>
            <a:off x="3840480" y="1380744"/>
            <a:ext cx="4480560" cy="228600"/>
          </a:xfrm>
          <a:prstGeom prst="rect">
            <a:avLst/>
          </a:prstGeom>
          <a:noFill/>
          <a:ln>
            <a:noFill/>
          </a:ln>
        </p:spPr>
        <p:txBody>
          <a:bodyPr wrap="none" lIns="0" tIns="0" rIns="0" bIns="0">
            <a:normAutofit lnSpcReduction="10000"/>
          </a:bodyPr>
          <a:lstStyle/>
          <a:p>
            <a:pPr algn="ctr"/>
            <a:r>
              <a:rPr lang="uk-UA" sz="1600">
                <a:solidFill>
                  <a:srgbClr val="D0D0D0"/>
                </a:solidFill>
                <a:latin typeface="Aptos"/>
                <a:cs typeface="Aptos"/>
              </a:rPr>
              <a:t>06.09 18:00 — 07.09 18:00</a:t>
            </a:r>
          </a:p>
        </p:txBody>
      </p:sp>
      <p:sp>
        <p:nvSpPr>
          <p:cNvPr id="15" name="shape15"/>
          <p:cNvSpPr/>
          <p:nvPr/>
        </p:nvSpPr>
        <p:spPr>
          <a:xfrm>
            <a:off x="640080" y="1874520"/>
            <a:ext cx="3291840" cy="1755648"/>
          </a:xfrm>
          <a:prstGeom prst="roundRect">
            <a:avLst/>
          </a:prstGeom>
          <a:solidFill>
            <a:srgbClr val="0B0B0B"/>
          </a:solidFill>
          <a:ln w="12700">
            <a:solidFill>
              <a:srgbClr val="303030"/>
            </a:solidFill>
          </a:ln>
        </p:spPr>
        <p:txBody>
          <a:bodyPr/>
          <a:lstStyle/>
          <a:p>
            <a:endParaRPr lang="uk-UA"/>
          </a:p>
        </p:txBody>
      </p:sp>
      <p:sp>
        <p:nvSpPr>
          <p:cNvPr id="16" name="text16"/>
          <p:cNvSpPr txBox="1"/>
          <p:nvPr/>
        </p:nvSpPr>
        <p:spPr>
          <a:xfrm>
            <a:off x="804672" y="2011680"/>
            <a:ext cx="2962656" cy="164592"/>
          </a:xfrm>
          <a:prstGeom prst="rect">
            <a:avLst/>
          </a:prstGeom>
          <a:noFill/>
          <a:ln>
            <a:noFill/>
          </a:ln>
        </p:spPr>
        <p:txBody>
          <a:bodyPr wrap="none" lIns="0" tIns="0" rIns="0" bIns="0">
            <a:normAutofit/>
          </a:bodyPr>
          <a:lstStyle/>
          <a:p>
            <a:pPr algn="l"/>
            <a:r>
              <a:rPr lang="uk-UA" sz="1000" b="1">
                <a:solidFill>
                  <a:srgbClr val="B8B8B8"/>
                </a:solidFill>
                <a:latin typeface="Aptos"/>
                <a:cs typeface="Aptos"/>
              </a:rPr>
              <a:t>ТЕМПЕРАТУРА</a:t>
            </a:r>
          </a:p>
        </p:txBody>
      </p:sp>
      <p:sp>
        <p:nvSpPr>
          <p:cNvPr id="17" name="text17"/>
          <p:cNvSpPr txBox="1"/>
          <p:nvPr/>
        </p:nvSpPr>
        <p:spPr>
          <a:xfrm>
            <a:off x="804672" y="2240280"/>
            <a:ext cx="2962656" cy="384048"/>
          </a:xfrm>
          <a:prstGeom prst="rect">
            <a:avLst/>
          </a:prstGeom>
          <a:noFill/>
          <a:ln>
            <a:noFill/>
          </a:ln>
        </p:spPr>
        <p:txBody>
          <a:bodyPr wrap="none" lIns="0" tIns="0" rIns="0" bIns="0">
            <a:normAutofit fontScale="92500" lnSpcReduction="20000"/>
          </a:bodyPr>
          <a:lstStyle/>
          <a:p>
            <a:pPr algn="l"/>
            <a:r>
              <a:rPr lang="uk-UA" sz="3100" b="1">
                <a:solidFill>
                  <a:srgbClr val="FFFFFF"/>
                </a:solidFill>
                <a:latin typeface="Aptos"/>
                <a:cs typeface="Aptos"/>
              </a:rPr>
              <a:t>+10…+19°</a:t>
            </a:r>
          </a:p>
        </p:txBody>
      </p:sp>
      <p:sp>
        <p:nvSpPr>
          <p:cNvPr id="18" name="text18"/>
          <p:cNvSpPr txBox="1"/>
          <p:nvPr/>
        </p:nvSpPr>
        <p:spPr>
          <a:xfrm>
            <a:off x="822960" y="2660904"/>
            <a:ext cx="2926080" cy="128016"/>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 / максимум</a:t>
            </a:r>
          </a:p>
        </p:txBody>
      </p:sp>
      <p:sp>
        <p:nvSpPr>
          <p:cNvPr id="19" name="line19"/>
          <p:cNvSpPr/>
          <p:nvPr/>
        </p:nvSpPr>
        <p:spPr>
          <a:xfrm>
            <a:off x="804672" y="2862072"/>
            <a:ext cx="2962656" cy="0"/>
          </a:xfrm>
          <a:prstGeom prst="line">
            <a:avLst/>
          </a:prstGeom>
          <a:noFill/>
          <a:ln w="6985">
            <a:solidFill>
              <a:srgbClr val="303030"/>
            </a:solidFill>
            <a:prstDash val="solid"/>
          </a:ln>
        </p:spPr>
        <p:txBody>
          <a:bodyPr/>
          <a:lstStyle/>
          <a:p>
            <a:endParaRPr lang="uk-UA"/>
          </a:p>
        </p:txBody>
      </p:sp>
      <p:sp>
        <p:nvSpPr>
          <p:cNvPr id="20" name="text20"/>
          <p:cNvSpPr txBox="1"/>
          <p:nvPr/>
        </p:nvSpPr>
        <p:spPr>
          <a:xfrm>
            <a:off x="804672" y="2953512"/>
            <a:ext cx="2962656" cy="137160"/>
          </a:xfrm>
          <a:prstGeom prst="rect">
            <a:avLst/>
          </a:prstGeom>
          <a:noFill/>
          <a:ln>
            <a:noFill/>
          </a:ln>
        </p:spPr>
        <p:txBody>
          <a:bodyPr wrap="none" lIns="0" tIns="0" rIns="0" bIns="0">
            <a:normAutofit/>
          </a:bodyPr>
          <a:lstStyle/>
          <a:p>
            <a:pPr algn="l"/>
            <a:r>
              <a:rPr lang="uk-UA" sz="800" b="1">
                <a:solidFill>
                  <a:srgbClr val="A9A9A9"/>
                </a:solidFill>
                <a:latin typeface="Aptos"/>
                <a:cs typeface="Aptos"/>
              </a:rPr>
              <a:t>ПРОХІДНІСТЬ · СУГЛИНОК</a:t>
            </a:r>
          </a:p>
        </p:txBody>
      </p:sp>
      <p:sp>
        <p:nvSpPr>
          <p:cNvPr id="21" name="text21"/>
          <p:cNvSpPr txBox="1"/>
          <p:nvPr/>
        </p:nvSpPr>
        <p:spPr>
          <a:xfrm>
            <a:off x="804672" y="3182112"/>
            <a:ext cx="2962656" cy="137160"/>
          </a:xfrm>
          <a:prstGeom prst="rect">
            <a:avLst/>
          </a:prstGeom>
          <a:noFill/>
          <a:ln>
            <a:noFill/>
          </a:ln>
        </p:spPr>
        <p:txBody>
          <a:bodyPr wrap="none" lIns="0" tIns="0" rIns="0" bIns="0">
            <a:normAutofit/>
          </a:bodyPr>
          <a:lstStyle/>
          <a:p>
            <a:pPr algn="l"/>
            <a:r>
              <a:rPr lang="uk-UA" sz="800" b="1">
                <a:solidFill>
                  <a:srgbClr val="FFFFFF"/>
                </a:solidFill>
                <a:latin typeface="Aptos"/>
                <a:cs typeface="Aptos"/>
              </a:rPr>
              <a:t>Колісна · </a:t>
            </a:r>
            <a:r>
              <a:rPr lang="uk-UA" sz="800" b="1">
                <a:solidFill>
                  <a:srgbClr val="F0C84B"/>
                </a:solidFill>
                <a:latin typeface="Aptos"/>
                <a:cs typeface="Aptos"/>
              </a:rPr>
              <a:t>задовільно</a:t>
            </a:r>
          </a:p>
        </p:txBody>
      </p:sp>
      <p:sp>
        <p:nvSpPr>
          <p:cNvPr id="22" name="text22"/>
          <p:cNvSpPr txBox="1"/>
          <p:nvPr/>
        </p:nvSpPr>
        <p:spPr>
          <a:xfrm>
            <a:off x="804672" y="3392424"/>
            <a:ext cx="2962656" cy="137160"/>
          </a:xfrm>
          <a:prstGeom prst="rect">
            <a:avLst/>
          </a:prstGeom>
          <a:noFill/>
          <a:ln>
            <a:noFill/>
          </a:ln>
        </p:spPr>
        <p:txBody>
          <a:bodyPr wrap="none" lIns="0" tIns="0" rIns="0" bIns="0">
            <a:normAutofit/>
          </a:bodyPr>
          <a:lstStyle/>
          <a:p>
            <a:pPr algn="l"/>
            <a:r>
              <a:rPr lang="uk-UA" sz="800" b="1">
                <a:solidFill>
                  <a:srgbClr val="FFFFFF"/>
                </a:solidFill>
                <a:latin typeface="Aptos"/>
                <a:cs typeface="Aptos"/>
              </a:rPr>
              <a:t>Гусенична · </a:t>
            </a:r>
            <a:r>
              <a:rPr lang="uk-UA" sz="800" b="1">
                <a:solidFill>
                  <a:srgbClr val="9DD96C"/>
                </a:solidFill>
                <a:latin typeface="Aptos"/>
                <a:cs typeface="Aptos"/>
              </a:rPr>
              <a:t>добре</a:t>
            </a:r>
          </a:p>
        </p:txBody>
      </p:sp>
      <p:sp>
        <p:nvSpPr>
          <p:cNvPr id="23" name="shape23"/>
          <p:cNvSpPr/>
          <p:nvPr/>
        </p:nvSpPr>
        <p:spPr>
          <a:xfrm>
            <a:off x="4160520" y="1874520"/>
            <a:ext cx="1965960" cy="749808"/>
          </a:xfrm>
          <a:prstGeom prst="roundRect">
            <a:avLst/>
          </a:prstGeom>
          <a:solidFill>
            <a:srgbClr val="0B0B0B"/>
          </a:solidFill>
          <a:ln w="12700">
            <a:solidFill>
              <a:srgbClr val="303030"/>
            </a:solidFill>
          </a:ln>
        </p:spPr>
        <p:txBody>
          <a:bodyPr/>
          <a:lstStyle/>
          <a:p>
            <a:endParaRPr lang="uk-UA"/>
          </a:p>
        </p:txBody>
      </p:sp>
      <p:sp>
        <p:nvSpPr>
          <p:cNvPr id="24" name="text24"/>
          <p:cNvSpPr txBox="1"/>
          <p:nvPr/>
        </p:nvSpPr>
        <p:spPr>
          <a:xfrm>
            <a:off x="4270248" y="1965960"/>
            <a:ext cx="174650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ВІТЕР</a:t>
            </a:r>
          </a:p>
        </p:txBody>
      </p:sp>
      <p:pic>
        <p:nvPicPr>
          <p:cNvPr id="25" name="wind direction"/>
          <p:cNvPicPr/>
          <p:nvPr/>
        </p:nvPicPr>
        <p:blipFill>
          <a:blip r:embed="rId4"/>
          <a:stretch>
            <a:fillRect/>
          </a:stretch>
        </p:blipFill>
        <p:spPr>
          <a:xfrm rot="18462753">
            <a:off x="4270248" y="2157984"/>
            <a:ext cx="274320" cy="274320"/>
          </a:xfrm>
          <a:prstGeom prst="rect">
            <a:avLst/>
          </a:prstGeom>
        </p:spPr>
      </p:pic>
      <p:sp>
        <p:nvSpPr>
          <p:cNvPr id="26" name="text26"/>
          <p:cNvSpPr txBox="1"/>
          <p:nvPr/>
        </p:nvSpPr>
        <p:spPr>
          <a:xfrm>
            <a:off x="4599432" y="2185416"/>
            <a:ext cx="141732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ПнЗх</a:t>
            </a:r>
          </a:p>
        </p:txBody>
      </p:sp>
      <p:sp>
        <p:nvSpPr>
          <p:cNvPr id="27" name="text27"/>
          <p:cNvSpPr txBox="1"/>
          <p:nvPr/>
        </p:nvSpPr>
        <p:spPr>
          <a:xfrm>
            <a:off x="4270248" y="2478024"/>
            <a:ext cx="1746504" cy="164592"/>
          </a:xfrm>
          <a:prstGeom prst="rect">
            <a:avLst/>
          </a:prstGeom>
          <a:noFill/>
          <a:ln>
            <a:noFill/>
          </a:ln>
        </p:spPr>
        <p:txBody>
          <a:bodyPr wrap="none" lIns="0" tIns="0" rIns="0" bIns="0">
            <a:normAutofit/>
          </a:bodyPr>
          <a:lstStyle/>
          <a:p>
            <a:pPr algn="l"/>
            <a:r>
              <a:rPr lang="uk-UA" sz="800">
                <a:solidFill>
                  <a:srgbClr val="F39C4A"/>
                </a:solidFill>
                <a:latin typeface="Aptos"/>
                <a:cs typeface="Aptos"/>
              </a:rPr>
              <a:t>2–6 м/с · пориви 12</a:t>
            </a:r>
          </a:p>
        </p:txBody>
      </p:sp>
      <p:sp>
        <p:nvSpPr>
          <p:cNvPr id="28" name="shape28"/>
          <p:cNvSpPr/>
          <p:nvPr/>
        </p:nvSpPr>
        <p:spPr>
          <a:xfrm>
            <a:off x="6355080" y="1874520"/>
            <a:ext cx="1463040" cy="749808"/>
          </a:xfrm>
          <a:prstGeom prst="roundRect">
            <a:avLst/>
          </a:prstGeom>
          <a:solidFill>
            <a:srgbClr val="0B0B0B"/>
          </a:solidFill>
          <a:ln w="12700">
            <a:solidFill>
              <a:srgbClr val="303030"/>
            </a:solidFill>
          </a:ln>
        </p:spPr>
        <p:txBody>
          <a:bodyPr/>
          <a:lstStyle/>
          <a:p>
            <a:endParaRPr lang="uk-UA"/>
          </a:p>
        </p:txBody>
      </p:sp>
      <p:sp>
        <p:nvSpPr>
          <p:cNvPr id="29" name="text29"/>
          <p:cNvSpPr txBox="1"/>
          <p:nvPr/>
        </p:nvSpPr>
        <p:spPr>
          <a:xfrm>
            <a:off x="6464808" y="1965960"/>
            <a:ext cx="124358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ТИСК</a:t>
            </a:r>
          </a:p>
        </p:txBody>
      </p:sp>
      <p:sp>
        <p:nvSpPr>
          <p:cNvPr id="30" name="text30"/>
          <p:cNvSpPr txBox="1"/>
          <p:nvPr/>
        </p:nvSpPr>
        <p:spPr>
          <a:xfrm>
            <a:off x="6464808" y="2176272"/>
            <a:ext cx="124358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1014 гПа</a:t>
            </a:r>
          </a:p>
        </p:txBody>
      </p:sp>
      <p:sp>
        <p:nvSpPr>
          <p:cNvPr id="31" name="text31"/>
          <p:cNvSpPr txBox="1"/>
          <p:nvPr/>
        </p:nvSpPr>
        <p:spPr>
          <a:xfrm>
            <a:off x="6464808" y="2478024"/>
            <a:ext cx="124358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зростає на 6 гПа</a:t>
            </a:r>
          </a:p>
        </p:txBody>
      </p:sp>
      <p:sp>
        <p:nvSpPr>
          <p:cNvPr id="32" name="shape32"/>
          <p:cNvSpPr/>
          <p:nvPr/>
        </p:nvSpPr>
        <p:spPr>
          <a:xfrm>
            <a:off x="8046720" y="1874520"/>
            <a:ext cx="1188720" cy="749808"/>
          </a:xfrm>
          <a:prstGeom prst="roundRect">
            <a:avLst/>
          </a:prstGeom>
          <a:solidFill>
            <a:srgbClr val="0B0B0B"/>
          </a:solidFill>
          <a:ln w="12700">
            <a:solidFill>
              <a:srgbClr val="303030"/>
            </a:solidFill>
          </a:ln>
        </p:spPr>
        <p:txBody>
          <a:bodyPr/>
          <a:lstStyle/>
          <a:p>
            <a:endParaRPr lang="uk-UA"/>
          </a:p>
        </p:txBody>
      </p:sp>
      <p:sp>
        <p:nvSpPr>
          <p:cNvPr id="33" name="text33"/>
          <p:cNvSpPr txBox="1"/>
          <p:nvPr/>
        </p:nvSpPr>
        <p:spPr>
          <a:xfrm>
            <a:off x="8156448" y="1965960"/>
            <a:ext cx="9692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ВИДИМІСТЬ</a:t>
            </a:r>
          </a:p>
        </p:txBody>
      </p:sp>
      <p:sp>
        <p:nvSpPr>
          <p:cNvPr id="34" name="text34"/>
          <p:cNvSpPr txBox="1"/>
          <p:nvPr/>
        </p:nvSpPr>
        <p:spPr>
          <a:xfrm>
            <a:off x="8156448" y="2176272"/>
            <a:ext cx="9692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12.4 км</a:t>
            </a:r>
          </a:p>
        </p:txBody>
      </p:sp>
      <p:sp>
        <p:nvSpPr>
          <p:cNvPr id="35" name="text35"/>
          <p:cNvSpPr txBox="1"/>
          <p:nvPr/>
        </p:nvSpPr>
        <p:spPr>
          <a:xfrm>
            <a:off x="8156448" y="2478024"/>
            <a:ext cx="9692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 за період</a:t>
            </a:r>
          </a:p>
        </p:txBody>
      </p:sp>
      <p:sp>
        <p:nvSpPr>
          <p:cNvPr id="36" name="shape36"/>
          <p:cNvSpPr/>
          <p:nvPr/>
        </p:nvSpPr>
        <p:spPr>
          <a:xfrm>
            <a:off x="9400032" y="1874520"/>
            <a:ext cx="914400" cy="749808"/>
          </a:xfrm>
          <a:prstGeom prst="roundRect">
            <a:avLst/>
          </a:prstGeom>
          <a:solidFill>
            <a:srgbClr val="0B0B0B"/>
          </a:solidFill>
          <a:ln w="12700">
            <a:solidFill>
              <a:srgbClr val="303030"/>
            </a:solidFill>
          </a:ln>
        </p:spPr>
        <p:txBody>
          <a:bodyPr/>
          <a:lstStyle/>
          <a:p>
            <a:endParaRPr lang="uk-UA"/>
          </a:p>
        </p:txBody>
      </p:sp>
      <p:sp>
        <p:nvSpPr>
          <p:cNvPr id="37" name="text37"/>
          <p:cNvSpPr txBox="1"/>
          <p:nvPr/>
        </p:nvSpPr>
        <p:spPr>
          <a:xfrm>
            <a:off x="9491472" y="1965960"/>
            <a:ext cx="731520" cy="164592"/>
          </a:xfrm>
          <a:prstGeom prst="rect">
            <a:avLst/>
          </a:prstGeom>
          <a:noFill/>
          <a:ln>
            <a:noFill/>
          </a:ln>
        </p:spPr>
        <p:txBody>
          <a:bodyPr wrap="none" lIns="0" tIns="0" rIns="0" bIns="0">
            <a:normAutofit/>
          </a:bodyPr>
          <a:lstStyle/>
          <a:p>
            <a:pPr algn="l"/>
            <a:r>
              <a:rPr lang="uk-UA" sz="800" b="1">
                <a:solidFill>
                  <a:srgbClr val="A9A9A9"/>
                </a:solidFill>
                <a:latin typeface="Aptos"/>
                <a:cs typeface="Aptos"/>
              </a:rPr>
              <a:t>ТУМАН</a:t>
            </a:r>
          </a:p>
        </p:txBody>
      </p:sp>
      <p:sp>
        <p:nvSpPr>
          <p:cNvPr id="38" name="text38"/>
          <p:cNvSpPr txBox="1"/>
          <p:nvPr/>
        </p:nvSpPr>
        <p:spPr>
          <a:xfrm>
            <a:off x="9491472" y="2194560"/>
            <a:ext cx="731520" cy="219456"/>
          </a:xfrm>
          <a:prstGeom prst="rect">
            <a:avLst/>
          </a:prstGeom>
          <a:noFill/>
          <a:ln>
            <a:noFill/>
          </a:ln>
        </p:spPr>
        <p:txBody>
          <a:bodyPr wrap="none" lIns="0" tIns="0" rIns="0" bIns="0">
            <a:normAutofit/>
          </a:bodyPr>
          <a:lstStyle/>
          <a:p>
            <a:pPr algn="l"/>
            <a:r>
              <a:rPr lang="uk-UA" sz="1200" b="1">
                <a:solidFill>
                  <a:srgbClr val="F0C84B"/>
                </a:solidFill>
                <a:latin typeface="Aptos"/>
                <a:cs typeface="Aptos"/>
              </a:rPr>
              <a:t>помірний</a:t>
            </a:r>
          </a:p>
        </p:txBody>
      </p:sp>
      <p:sp>
        <p:nvSpPr>
          <p:cNvPr id="39" name="text39"/>
          <p:cNvSpPr txBox="1"/>
          <p:nvPr/>
        </p:nvSpPr>
        <p:spPr>
          <a:xfrm>
            <a:off x="9491472" y="2478024"/>
            <a:ext cx="731520" cy="128016"/>
          </a:xfrm>
          <a:prstGeom prst="rect">
            <a:avLst/>
          </a:prstGeom>
          <a:noFill/>
          <a:ln>
            <a:noFill/>
          </a:ln>
        </p:spPr>
        <p:txBody>
          <a:bodyPr wrap="none" lIns="0" tIns="0" rIns="0" bIns="0">
            <a:normAutofit/>
          </a:bodyPr>
          <a:lstStyle/>
          <a:p>
            <a:pPr algn="l"/>
            <a:r>
              <a:rPr lang="uk-UA" sz="700">
                <a:solidFill>
                  <a:srgbClr val="8F8F8F"/>
                </a:solidFill>
                <a:latin typeface="Aptos"/>
                <a:cs typeface="Aptos"/>
              </a:rPr>
              <a:t>макс. 06:00</a:t>
            </a:r>
          </a:p>
        </p:txBody>
      </p:sp>
      <p:sp>
        <p:nvSpPr>
          <p:cNvPr id="40" name="shape40"/>
          <p:cNvSpPr/>
          <p:nvPr/>
        </p:nvSpPr>
        <p:spPr>
          <a:xfrm>
            <a:off x="10479024" y="1874520"/>
            <a:ext cx="905256" cy="749808"/>
          </a:xfrm>
          <a:prstGeom prst="roundRect">
            <a:avLst/>
          </a:prstGeom>
          <a:solidFill>
            <a:srgbClr val="0B0B0B"/>
          </a:solidFill>
          <a:ln w="12700">
            <a:solidFill>
              <a:srgbClr val="303030"/>
            </a:solidFill>
          </a:ln>
        </p:spPr>
        <p:txBody>
          <a:bodyPr/>
          <a:lstStyle/>
          <a:p>
            <a:endParaRPr lang="uk-UA"/>
          </a:p>
        </p:txBody>
      </p:sp>
      <p:sp>
        <p:nvSpPr>
          <p:cNvPr id="41" name="text41"/>
          <p:cNvSpPr txBox="1"/>
          <p:nvPr/>
        </p:nvSpPr>
        <p:spPr>
          <a:xfrm>
            <a:off x="10588752" y="1965960"/>
            <a:ext cx="685800"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ВОЛОГІСТЬ</a:t>
            </a:r>
          </a:p>
        </p:txBody>
      </p:sp>
      <p:sp>
        <p:nvSpPr>
          <p:cNvPr id="42" name="text42"/>
          <p:cNvSpPr txBox="1"/>
          <p:nvPr/>
        </p:nvSpPr>
        <p:spPr>
          <a:xfrm>
            <a:off x="10588752" y="2176272"/>
            <a:ext cx="685800"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71%</a:t>
            </a:r>
          </a:p>
        </p:txBody>
      </p:sp>
      <p:sp>
        <p:nvSpPr>
          <p:cNvPr id="43" name="text43"/>
          <p:cNvSpPr txBox="1"/>
          <p:nvPr/>
        </p:nvSpPr>
        <p:spPr>
          <a:xfrm>
            <a:off x="10588752" y="2478024"/>
            <a:ext cx="685800"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максимум 93%</a:t>
            </a:r>
          </a:p>
        </p:txBody>
      </p:sp>
      <p:sp>
        <p:nvSpPr>
          <p:cNvPr id="44" name="shape44"/>
          <p:cNvSpPr/>
          <p:nvPr/>
        </p:nvSpPr>
        <p:spPr>
          <a:xfrm>
            <a:off x="4160520" y="2880360"/>
            <a:ext cx="1417320" cy="749808"/>
          </a:xfrm>
          <a:prstGeom prst="roundRect">
            <a:avLst/>
          </a:prstGeom>
          <a:solidFill>
            <a:srgbClr val="0B0B0B"/>
          </a:solidFill>
          <a:ln w="12700">
            <a:solidFill>
              <a:srgbClr val="303030"/>
            </a:solidFill>
          </a:ln>
        </p:spPr>
        <p:txBody>
          <a:bodyPr/>
          <a:lstStyle/>
          <a:p>
            <a:endParaRPr lang="uk-UA"/>
          </a:p>
        </p:txBody>
      </p:sp>
      <p:sp>
        <p:nvSpPr>
          <p:cNvPr id="45" name="text45"/>
          <p:cNvSpPr txBox="1"/>
          <p:nvPr/>
        </p:nvSpPr>
        <p:spPr>
          <a:xfrm>
            <a:off x="4270248" y="2971800"/>
            <a:ext cx="11978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ХМАРНІСТЬ</a:t>
            </a:r>
          </a:p>
        </p:txBody>
      </p:sp>
      <p:sp>
        <p:nvSpPr>
          <p:cNvPr id="46" name="text46"/>
          <p:cNvSpPr txBox="1"/>
          <p:nvPr/>
        </p:nvSpPr>
        <p:spPr>
          <a:xfrm>
            <a:off x="4270248" y="3182112"/>
            <a:ext cx="11978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69%</a:t>
            </a:r>
          </a:p>
        </p:txBody>
      </p:sp>
      <p:sp>
        <p:nvSpPr>
          <p:cNvPr id="47" name="text47"/>
          <p:cNvSpPr txBox="1"/>
          <p:nvPr/>
        </p:nvSpPr>
        <p:spPr>
          <a:xfrm>
            <a:off x="4270248" y="3483864"/>
            <a:ext cx="11978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максимум 100%</a:t>
            </a:r>
          </a:p>
        </p:txBody>
      </p:sp>
      <p:sp>
        <p:nvSpPr>
          <p:cNvPr id="48" name="shape48"/>
          <p:cNvSpPr/>
          <p:nvPr/>
        </p:nvSpPr>
        <p:spPr>
          <a:xfrm>
            <a:off x="5806440" y="2880360"/>
            <a:ext cx="1645920" cy="749808"/>
          </a:xfrm>
          <a:prstGeom prst="roundRect">
            <a:avLst/>
          </a:prstGeom>
          <a:solidFill>
            <a:srgbClr val="0B0B0B"/>
          </a:solidFill>
          <a:ln w="12700">
            <a:solidFill>
              <a:srgbClr val="303030"/>
            </a:solidFill>
          </a:ln>
        </p:spPr>
        <p:txBody>
          <a:bodyPr/>
          <a:lstStyle/>
          <a:p>
            <a:endParaRPr lang="uk-UA"/>
          </a:p>
        </p:txBody>
      </p:sp>
      <p:sp>
        <p:nvSpPr>
          <p:cNvPr id="49" name="text49"/>
          <p:cNvSpPr txBox="1"/>
          <p:nvPr/>
        </p:nvSpPr>
        <p:spPr>
          <a:xfrm>
            <a:off x="5916168" y="2971800"/>
            <a:ext cx="14264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БАЗА ХМАР</a:t>
            </a:r>
          </a:p>
        </p:txBody>
      </p:sp>
      <p:sp>
        <p:nvSpPr>
          <p:cNvPr id="50" name="text50"/>
          <p:cNvSpPr txBox="1"/>
          <p:nvPr/>
        </p:nvSpPr>
        <p:spPr>
          <a:xfrm>
            <a:off x="5916168" y="3182112"/>
            <a:ext cx="14264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≈137 м</a:t>
            </a:r>
          </a:p>
        </p:txBody>
      </p:sp>
      <p:sp>
        <p:nvSpPr>
          <p:cNvPr id="51" name="text51"/>
          <p:cNvSpPr txBox="1"/>
          <p:nvPr/>
        </p:nvSpPr>
        <p:spPr>
          <a:xfrm>
            <a:off x="5916168" y="3483864"/>
            <a:ext cx="14264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a:t>
            </a:r>
          </a:p>
        </p:txBody>
      </p:sp>
      <p:sp>
        <p:nvSpPr>
          <p:cNvPr id="52" name="shape52"/>
          <p:cNvSpPr/>
          <p:nvPr/>
        </p:nvSpPr>
        <p:spPr>
          <a:xfrm>
            <a:off x="7680960" y="2880360"/>
            <a:ext cx="1417320" cy="749808"/>
          </a:xfrm>
          <a:prstGeom prst="roundRect">
            <a:avLst/>
          </a:prstGeom>
          <a:solidFill>
            <a:srgbClr val="0B0B0B"/>
          </a:solidFill>
          <a:ln w="12700">
            <a:solidFill>
              <a:srgbClr val="303030"/>
            </a:solidFill>
          </a:ln>
        </p:spPr>
        <p:txBody>
          <a:bodyPr/>
          <a:lstStyle/>
          <a:p>
            <a:endParaRPr lang="uk-UA"/>
          </a:p>
        </p:txBody>
      </p:sp>
      <p:sp>
        <p:nvSpPr>
          <p:cNvPr id="53" name="text53"/>
          <p:cNvSpPr txBox="1"/>
          <p:nvPr/>
        </p:nvSpPr>
        <p:spPr>
          <a:xfrm>
            <a:off x="7790688" y="2971800"/>
            <a:ext cx="11978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МІСЯЦЬ</a:t>
            </a:r>
          </a:p>
        </p:txBody>
      </p:sp>
      <p:pic>
        <p:nvPicPr>
          <p:cNvPr id="54" name="moon surface"/>
          <p:cNvPicPr/>
          <p:nvPr/>
        </p:nvPicPr>
        <p:blipFill>
          <a:blip r:embed="rId5"/>
          <a:stretch>
            <a:fillRect/>
          </a:stretch>
        </p:blipFill>
        <p:spPr>
          <a:xfrm>
            <a:off x="7772400" y="3099816"/>
            <a:ext cx="438912" cy="438912"/>
          </a:xfrm>
          <a:prstGeom prst="rect">
            <a:avLst/>
          </a:prstGeom>
        </p:spPr>
      </p:pic>
      <p:sp>
        <p:nvSpPr>
          <p:cNvPr id="55" name="moon shadow 55"/>
          <p:cNvSpPr/>
          <p:nvPr/>
        </p:nvSpPr>
        <p:spPr>
          <a:xfrm>
            <a:off x="7772400" y="3099816"/>
            <a:ext cx="438912" cy="438912"/>
          </a:xfrm>
          <a:custGeom>
            <a:avLst/>
            <a:gdLst/>
            <a:ahLst/>
            <a:cxnLst/>
            <a:rect l="0" t="0" r="100000" b="100000"/>
            <a:pathLst>
              <a:path w="100000" h="100000">
                <a:moveTo>
                  <a:pt x="50000" y="7000"/>
                </a:moveTo>
                <a:lnTo>
                  <a:pt x="46250" y="8344"/>
                </a:lnTo>
                <a:lnTo>
                  <a:pt x="44739" y="9688"/>
                </a:lnTo>
                <a:lnTo>
                  <a:pt x="43609" y="11031"/>
                </a:lnTo>
                <a:lnTo>
                  <a:pt x="42681" y="12375"/>
                </a:lnTo>
                <a:lnTo>
                  <a:pt x="41886" y="13719"/>
                </a:lnTo>
                <a:lnTo>
                  <a:pt x="41187" y="15063"/>
                </a:lnTo>
                <a:lnTo>
                  <a:pt x="40564" y="16406"/>
                </a:lnTo>
                <a:lnTo>
                  <a:pt x="40001" y="17750"/>
                </a:lnTo>
                <a:lnTo>
                  <a:pt x="39490" y="19094"/>
                </a:lnTo>
                <a:lnTo>
                  <a:pt x="39022" y="20438"/>
                </a:lnTo>
                <a:lnTo>
                  <a:pt x="38594" y="21781"/>
                </a:lnTo>
                <a:lnTo>
                  <a:pt x="38199" y="23125"/>
                </a:lnTo>
                <a:lnTo>
                  <a:pt x="37836" y="24469"/>
                </a:lnTo>
                <a:lnTo>
                  <a:pt x="37501" y="25813"/>
                </a:lnTo>
                <a:lnTo>
                  <a:pt x="37193" y="27156"/>
                </a:lnTo>
                <a:lnTo>
                  <a:pt x="36908" y="28500"/>
                </a:lnTo>
                <a:lnTo>
                  <a:pt x="36647" y="29844"/>
                </a:lnTo>
                <a:lnTo>
                  <a:pt x="36406" y="31188"/>
                </a:lnTo>
                <a:lnTo>
                  <a:pt x="36187" y="32531"/>
                </a:lnTo>
                <a:lnTo>
                  <a:pt x="35986" y="33875"/>
                </a:lnTo>
                <a:lnTo>
                  <a:pt x="35804" y="35219"/>
                </a:lnTo>
                <a:lnTo>
                  <a:pt x="35640" y="36563"/>
                </a:lnTo>
                <a:lnTo>
                  <a:pt x="35493" y="37906"/>
                </a:lnTo>
                <a:lnTo>
                  <a:pt x="35363" y="39250"/>
                </a:lnTo>
                <a:lnTo>
                  <a:pt x="35249" y="40594"/>
                </a:lnTo>
                <a:lnTo>
                  <a:pt x="35151" y="41938"/>
                </a:lnTo>
                <a:lnTo>
                  <a:pt x="35069" y="43281"/>
                </a:lnTo>
                <a:lnTo>
                  <a:pt x="35002" y="44625"/>
                </a:lnTo>
                <a:lnTo>
                  <a:pt x="34950" y="45969"/>
                </a:lnTo>
                <a:lnTo>
                  <a:pt x="34913" y="47313"/>
                </a:lnTo>
                <a:lnTo>
                  <a:pt x="34890" y="48656"/>
                </a:lnTo>
                <a:lnTo>
                  <a:pt x="34883" y="50000"/>
                </a:lnTo>
                <a:lnTo>
                  <a:pt x="34890" y="51344"/>
                </a:lnTo>
                <a:lnTo>
                  <a:pt x="34913" y="52688"/>
                </a:lnTo>
                <a:lnTo>
                  <a:pt x="34950" y="54031"/>
                </a:lnTo>
                <a:lnTo>
                  <a:pt x="35002" y="55375"/>
                </a:lnTo>
                <a:lnTo>
                  <a:pt x="35069" y="56719"/>
                </a:lnTo>
                <a:lnTo>
                  <a:pt x="35151" y="58063"/>
                </a:lnTo>
                <a:lnTo>
                  <a:pt x="35249" y="59406"/>
                </a:lnTo>
                <a:lnTo>
                  <a:pt x="35363" y="60750"/>
                </a:lnTo>
                <a:lnTo>
                  <a:pt x="35493" y="62094"/>
                </a:lnTo>
                <a:lnTo>
                  <a:pt x="35640" y="63438"/>
                </a:lnTo>
                <a:lnTo>
                  <a:pt x="35804" y="64781"/>
                </a:lnTo>
                <a:lnTo>
                  <a:pt x="35986" y="66125"/>
                </a:lnTo>
                <a:lnTo>
                  <a:pt x="36187" y="67469"/>
                </a:lnTo>
                <a:lnTo>
                  <a:pt x="36406" y="68813"/>
                </a:lnTo>
                <a:lnTo>
                  <a:pt x="36647" y="70156"/>
                </a:lnTo>
                <a:lnTo>
                  <a:pt x="36908" y="71500"/>
                </a:lnTo>
                <a:lnTo>
                  <a:pt x="37193" y="72844"/>
                </a:lnTo>
                <a:lnTo>
                  <a:pt x="37501" y="74188"/>
                </a:lnTo>
                <a:lnTo>
                  <a:pt x="37836" y="75531"/>
                </a:lnTo>
                <a:lnTo>
                  <a:pt x="38199" y="76875"/>
                </a:lnTo>
                <a:lnTo>
                  <a:pt x="38594" y="78219"/>
                </a:lnTo>
                <a:lnTo>
                  <a:pt x="39022" y="79563"/>
                </a:lnTo>
                <a:lnTo>
                  <a:pt x="39490" y="80906"/>
                </a:lnTo>
                <a:lnTo>
                  <a:pt x="40001" y="82250"/>
                </a:lnTo>
                <a:lnTo>
                  <a:pt x="40564" y="83594"/>
                </a:lnTo>
                <a:lnTo>
                  <a:pt x="41187" y="84938"/>
                </a:lnTo>
                <a:lnTo>
                  <a:pt x="41886" y="86281"/>
                </a:lnTo>
                <a:lnTo>
                  <a:pt x="42681" y="87625"/>
                </a:lnTo>
                <a:lnTo>
                  <a:pt x="43609" y="88969"/>
                </a:lnTo>
                <a:lnTo>
                  <a:pt x="44739" y="90313"/>
                </a:lnTo>
                <a:lnTo>
                  <a:pt x="4625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56" name="text56"/>
          <p:cNvSpPr txBox="1"/>
          <p:nvPr/>
        </p:nvSpPr>
        <p:spPr>
          <a:xfrm>
            <a:off x="8266176" y="3154680"/>
            <a:ext cx="722376" cy="164592"/>
          </a:xfrm>
          <a:prstGeom prst="rect">
            <a:avLst/>
          </a:prstGeom>
          <a:noFill/>
          <a:ln>
            <a:noFill/>
          </a:ln>
        </p:spPr>
        <p:txBody>
          <a:bodyPr wrap="none" lIns="0" tIns="0" rIns="0" bIns="0">
            <a:normAutofit fontScale="77500" lnSpcReduction="20000"/>
          </a:bodyPr>
          <a:lstStyle/>
          <a:p>
            <a:pPr algn="l"/>
            <a:r>
              <a:rPr lang="uk-UA" sz="1600" b="1">
                <a:solidFill>
                  <a:srgbClr val="FFFFFF"/>
                </a:solidFill>
                <a:latin typeface="Aptos"/>
                <a:cs typeface="Aptos"/>
              </a:rPr>
              <a:t>32%</a:t>
            </a:r>
          </a:p>
        </p:txBody>
      </p:sp>
      <p:sp>
        <p:nvSpPr>
          <p:cNvPr id="57" name="text57"/>
          <p:cNvSpPr txBox="1"/>
          <p:nvPr/>
        </p:nvSpPr>
        <p:spPr>
          <a:xfrm>
            <a:off x="8266176" y="3355848"/>
            <a:ext cx="722376" cy="109728"/>
          </a:xfrm>
          <a:prstGeom prst="rect">
            <a:avLst/>
          </a:prstGeom>
          <a:noFill/>
          <a:ln>
            <a:noFill/>
          </a:ln>
        </p:spPr>
        <p:txBody>
          <a:bodyPr wrap="none" lIns="0" tIns="0" rIns="0" bIns="0">
            <a:normAutofit fontScale="92500"/>
          </a:bodyPr>
          <a:lstStyle/>
          <a:p>
            <a:pPr algn="l"/>
            <a:r>
              <a:rPr lang="uk-UA" sz="800">
                <a:solidFill>
                  <a:srgbClr val="8F8F8F"/>
                </a:solidFill>
                <a:latin typeface="Aptos"/>
                <a:cs typeface="Aptos"/>
              </a:rPr>
              <a:t>освітленість</a:t>
            </a:r>
          </a:p>
        </p:txBody>
      </p:sp>
      <p:sp>
        <p:nvSpPr>
          <p:cNvPr id="58" name="shape58"/>
          <p:cNvSpPr/>
          <p:nvPr/>
        </p:nvSpPr>
        <p:spPr>
          <a:xfrm>
            <a:off x="9326880" y="2880360"/>
            <a:ext cx="2057400" cy="749808"/>
          </a:xfrm>
          <a:prstGeom prst="roundRect">
            <a:avLst/>
          </a:prstGeom>
          <a:solidFill>
            <a:srgbClr val="0B0B0B"/>
          </a:solidFill>
          <a:ln w="12700">
            <a:solidFill>
              <a:srgbClr val="303030"/>
            </a:solidFill>
          </a:ln>
        </p:spPr>
        <p:txBody>
          <a:bodyPr/>
          <a:lstStyle/>
          <a:p>
            <a:endParaRPr lang="uk-UA"/>
          </a:p>
        </p:txBody>
      </p:sp>
      <p:sp>
        <p:nvSpPr>
          <p:cNvPr id="59" name="text59"/>
          <p:cNvSpPr txBox="1"/>
          <p:nvPr/>
        </p:nvSpPr>
        <p:spPr>
          <a:xfrm>
            <a:off x="9436608" y="2971800"/>
            <a:ext cx="183794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ОПАДИ</a:t>
            </a:r>
          </a:p>
        </p:txBody>
      </p:sp>
      <p:sp>
        <p:nvSpPr>
          <p:cNvPr id="60" name="text60"/>
          <p:cNvSpPr txBox="1"/>
          <p:nvPr/>
        </p:nvSpPr>
        <p:spPr>
          <a:xfrm>
            <a:off x="9436608" y="3182112"/>
            <a:ext cx="183794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0.1 мм</a:t>
            </a:r>
          </a:p>
        </p:txBody>
      </p:sp>
      <p:sp>
        <p:nvSpPr>
          <p:cNvPr id="61" name="text61"/>
          <p:cNvSpPr txBox="1"/>
          <p:nvPr/>
        </p:nvSpPr>
        <p:spPr>
          <a:xfrm>
            <a:off x="9436608" y="3483864"/>
            <a:ext cx="183794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сума за період</a:t>
            </a:r>
          </a:p>
        </p:txBody>
      </p:sp>
      <p:sp>
        <p:nvSpPr>
          <p:cNvPr id="62" name="shape62"/>
          <p:cNvSpPr/>
          <p:nvPr/>
        </p:nvSpPr>
        <p:spPr>
          <a:xfrm>
            <a:off x="640080" y="3886200"/>
            <a:ext cx="3977640" cy="2450592"/>
          </a:xfrm>
          <a:prstGeom prst="roundRect">
            <a:avLst/>
          </a:prstGeom>
          <a:solidFill>
            <a:srgbClr val="080808"/>
          </a:solidFill>
          <a:ln w="12700">
            <a:solidFill>
              <a:srgbClr val="303030"/>
            </a:solidFill>
          </a:ln>
        </p:spPr>
        <p:txBody>
          <a:bodyPr/>
          <a:lstStyle/>
          <a:p>
            <a:endParaRPr lang="uk-UA"/>
          </a:p>
        </p:txBody>
      </p:sp>
      <p:sp>
        <p:nvSpPr>
          <p:cNvPr id="63" name="text63"/>
          <p:cNvSpPr txBox="1"/>
          <p:nvPr/>
        </p:nvSpPr>
        <p:spPr>
          <a:xfrm>
            <a:off x="804672" y="4032504"/>
            <a:ext cx="3648456" cy="164592"/>
          </a:xfrm>
          <a:prstGeom prst="rect">
            <a:avLst/>
          </a:prstGeom>
          <a:noFill/>
          <a:ln>
            <a:noFill/>
          </a:ln>
        </p:spPr>
        <p:txBody>
          <a:bodyPr wrap="none" lIns="0" tIns="0" rIns="0" bIns="0">
            <a:normAutofit lnSpcReduction="10000"/>
          </a:bodyPr>
          <a:lstStyle/>
          <a:p>
            <a:pPr algn="l"/>
            <a:r>
              <a:rPr lang="uk-UA" sz="1100" b="1">
                <a:solidFill>
                  <a:srgbClr val="FFFFFF"/>
                </a:solidFill>
                <a:latin typeface="Aptos"/>
                <a:cs typeface="Aptos"/>
              </a:rPr>
              <a:t>ВІТЕР ЗА ВИСОТОЮ · м/с</a:t>
            </a:r>
          </a:p>
        </p:txBody>
      </p:sp>
      <p:sp>
        <p:nvSpPr>
          <p:cNvPr id="64" name="text64"/>
          <p:cNvSpPr txBox="1"/>
          <p:nvPr/>
        </p:nvSpPr>
        <p:spPr>
          <a:xfrm>
            <a:off x="804672" y="4370832"/>
            <a:ext cx="603504" cy="118872"/>
          </a:xfrm>
          <a:prstGeom prst="rect">
            <a:avLst/>
          </a:prstGeom>
          <a:noFill/>
          <a:ln>
            <a:noFill/>
          </a:ln>
        </p:spPr>
        <p:txBody>
          <a:bodyPr wrap="none" lIns="0" tIns="0" rIns="0" bIns="0">
            <a:normAutofit/>
          </a:bodyPr>
          <a:lstStyle/>
          <a:p>
            <a:pPr algn="l"/>
            <a:r>
              <a:rPr lang="uk-UA" sz="700" b="1">
                <a:solidFill>
                  <a:srgbClr val="8F8F8F"/>
                </a:solidFill>
                <a:latin typeface="Aptos"/>
                <a:cs typeface="Aptos"/>
              </a:rPr>
              <a:t>ВИСОТА</a:t>
            </a:r>
          </a:p>
        </p:txBody>
      </p:sp>
      <p:sp>
        <p:nvSpPr>
          <p:cNvPr id="65" name="text65"/>
          <p:cNvSpPr txBox="1"/>
          <p:nvPr/>
        </p:nvSpPr>
        <p:spPr>
          <a:xfrm>
            <a:off x="1517904" y="4370832"/>
            <a:ext cx="786384"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НАПРЯМ</a:t>
            </a:r>
          </a:p>
        </p:txBody>
      </p:sp>
      <p:sp>
        <p:nvSpPr>
          <p:cNvPr id="66" name="text66"/>
          <p:cNvSpPr txBox="1"/>
          <p:nvPr/>
        </p:nvSpPr>
        <p:spPr>
          <a:xfrm>
            <a:off x="2450592" y="4370832"/>
            <a:ext cx="91440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ШВИДКІСТЬ</a:t>
            </a:r>
          </a:p>
        </p:txBody>
      </p:sp>
      <p:sp>
        <p:nvSpPr>
          <p:cNvPr id="67" name="text67"/>
          <p:cNvSpPr txBox="1"/>
          <p:nvPr/>
        </p:nvSpPr>
        <p:spPr>
          <a:xfrm>
            <a:off x="3538728" y="4370832"/>
            <a:ext cx="841248"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ПОРИВИ</a:t>
            </a:r>
          </a:p>
        </p:txBody>
      </p:sp>
      <p:sp>
        <p:nvSpPr>
          <p:cNvPr id="68" name="line68"/>
          <p:cNvSpPr/>
          <p:nvPr/>
        </p:nvSpPr>
        <p:spPr>
          <a:xfrm>
            <a:off x="804672" y="4572000"/>
            <a:ext cx="3648456" cy="0"/>
          </a:xfrm>
          <a:prstGeom prst="line">
            <a:avLst/>
          </a:prstGeom>
          <a:noFill/>
          <a:ln w="6985">
            <a:solidFill>
              <a:srgbClr val="303030"/>
            </a:solidFill>
            <a:prstDash val="solid"/>
          </a:ln>
        </p:spPr>
        <p:txBody>
          <a:bodyPr/>
          <a:lstStyle/>
          <a:p>
            <a:endParaRPr lang="uk-UA"/>
          </a:p>
        </p:txBody>
      </p:sp>
      <p:sp>
        <p:nvSpPr>
          <p:cNvPr id="69" name="text69"/>
          <p:cNvSpPr txBox="1"/>
          <p:nvPr/>
        </p:nvSpPr>
        <p:spPr>
          <a:xfrm>
            <a:off x="804672" y="4709160"/>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10 м</a:t>
            </a:r>
          </a:p>
        </p:txBody>
      </p:sp>
      <p:pic>
        <p:nvPicPr>
          <p:cNvPr id="70" name="wind summary"/>
          <p:cNvPicPr/>
          <p:nvPr/>
        </p:nvPicPr>
        <p:blipFill>
          <a:blip r:embed="rId4"/>
          <a:stretch>
            <a:fillRect/>
          </a:stretch>
        </p:blipFill>
        <p:spPr>
          <a:xfrm rot="18462753">
            <a:off x="1517904" y="4686300"/>
            <a:ext cx="219456" cy="219456"/>
          </a:xfrm>
          <a:prstGeom prst="rect">
            <a:avLst/>
          </a:prstGeom>
        </p:spPr>
      </p:pic>
      <p:sp>
        <p:nvSpPr>
          <p:cNvPr id="71" name="text71"/>
          <p:cNvSpPr txBox="1"/>
          <p:nvPr/>
        </p:nvSpPr>
        <p:spPr>
          <a:xfrm>
            <a:off x="1801368" y="4709160"/>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72" name="text72"/>
          <p:cNvSpPr txBox="1"/>
          <p:nvPr/>
        </p:nvSpPr>
        <p:spPr>
          <a:xfrm>
            <a:off x="2450592" y="4709160"/>
            <a:ext cx="914400"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2–6</a:t>
            </a:r>
          </a:p>
        </p:txBody>
      </p:sp>
      <p:sp>
        <p:nvSpPr>
          <p:cNvPr id="73" name="text73"/>
          <p:cNvSpPr txBox="1"/>
          <p:nvPr/>
        </p:nvSpPr>
        <p:spPr>
          <a:xfrm>
            <a:off x="3538728" y="4709160"/>
            <a:ext cx="841248" cy="164592"/>
          </a:xfrm>
          <a:prstGeom prst="rect">
            <a:avLst/>
          </a:prstGeom>
          <a:noFill/>
          <a:ln>
            <a:noFill/>
          </a:ln>
        </p:spPr>
        <p:txBody>
          <a:bodyPr wrap="none" lIns="0" tIns="0" rIns="0" bIns="0">
            <a:normAutofit lnSpcReduction="10000"/>
          </a:bodyPr>
          <a:lstStyle/>
          <a:p>
            <a:pPr algn="ctr"/>
            <a:r>
              <a:rPr lang="uk-UA" sz="1100" b="1">
                <a:solidFill>
                  <a:srgbClr val="F39C4A"/>
                </a:solidFill>
                <a:latin typeface="Aptos"/>
                <a:cs typeface="Aptos"/>
              </a:rPr>
              <a:t>12</a:t>
            </a:r>
          </a:p>
        </p:txBody>
      </p:sp>
      <p:sp>
        <p:nvSpPr>
          <p:cNvPr id="74" name="line74"/>
          <p:cNvSpPr/>
          <p:nvPr/>
        </p:nvSpPr>
        <p:spPr>
          <a:xfrm>
            <a:off x="804672" y="5056632"/>
            <a:ext cx="3648456" cy="0"/>
          </a:xfrm>
          <a:prstGeom prst="line">
            <a:avLst/>
          </a:prstGeom>
          <a:noFill/>
          <a:ln w="5080">
            <a:solidFill>
              <a:srgbClr val="242424"/>
            </a:solidFill>
            <a:prstDash val="solid"/>
          </a:ln>
        </p:spPr>
        <p:txBody>
          <a:bodyPr/>
          <a:lstStyle/>
          <a:p>
            <a:endParaRPr lang="uk-UA"/>
          </a:p>
        </p:txBody>
      </p:sp>
      <p:sp>
        <p:nvSpPr>
          <p:cNvPr id="75" name="text75"/>
          <p:cNvSpPr txBox="1"/>
          <p:nvPr/>
        </p:nvSpPr>
        <p:spPr>
          <a:xfrm>
            <a:off x="804672" y="5193792"/>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300 м</a:t>
            </a:r>
          </a:p>
        </p:txBody>
      </p:sp>
      <p:pic>
        <p:nvPicPr>
          <p:cNvPr id="76" name="wind summary"/>
          <p:cNvPicPr/>
          <p:nvPr/>
        </p:nvPicPr>
        <p:blipFill>
          <a:blip r:embed="rId4"/>
          <a:stretch>
            <a:fillRect/>
          </a:stretch>
        </p:blipFill>
        <p:spPr>
          <a:xfrm rot="19299592">
            <a:off x="1517904" y="5170932"/>
            <a:ext cx="219456" cy="219456"/>
          </a:xfrm>
          <a:prstGeom prst="rect">
            <a:avLst/>
          </a:prstGeom>
        </p:spPr>
      </p:pic>
      <p:sp>
        <p:nvSpPr>
          <p:cNvPr id="77" name="text77"/>
          <p:cNvSpPr txBox="1"/>
          <p:nvPr/>
        </p:nvSpPr>
        <p:spPr>
          <a:xfrm>
            <a:off x="1801368" y="5193792"/>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78" name="text78"/>
          <p:cNvSpPr txBox="1"/>
          <p:nvPr/>
        </p:nvSpPr>
        <p:spPr>
          <a:xfrm>
            <a:off x="2450592" y="5193792"/>
            <a:ext cx="914400"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7–10</a:t>
            </a:r>
          </a:p>
        </p:txBody>
      </p:sp>
      <p:sp>
        <p:nvSpPr>
          <p:cNvPr id="79" name="text79"/>
          <p:cNvSpPr txBox="1"/>
          <p:nvPr/>
        </p:nvSpPr>
        <p:spPr>
          <a:xfrm>
            <a:off x="3538728" y="5193792"/>
            <a:ext cx="841248" cy="164592"/>
          </a:xfrm>
          <a:prstGeom prst="rect">
            <a:avLst/>
          </a:prstGeom>
          <a:noFill/>
          <a:ln>
            <a:noFill/>
          </a:ln>
        </p:spPr>
        <p:txBody>
          <a:bodyPr wrap="none" lIns="0" tIns="0" rIns="0" bIns="0">
            <a:normAutofit lnSpcReduction="10000"/>
          </a:bodyPr>
          <a:lstStyle/>
          <a:p>
            <a:pPr algn="ctr"/>
            <a:r>
              <a:rPr lang="uk-UA" sz="1100" b="1">
                <a:solidFill>
                  <a:srgbClr val="E65C5C"/>
                </a:solidFill>
                <a:latin typeface="Aptos"/>
                <a:cs typeface="Aptos"/>
              </a:rPr>
              <a:t>≈15</a:t>
            </a:r>
          </a:p>
        </p:txBody>
      </p:sp>
      <p:sp>
        <p:nvSpPr>
          <p:cNvPr id="80" name="line80"/>
          <p:cNvSpPr/>
          <p:nvPr/>
        </p:nvSpPr>
        <p:spPr>
          <a:xfrm>
            <a:off x="804672" y="5541264"/>
            <a:ext cx="3648456" cy="0"/>
          </a:xfrm>
          <a:prstGeom prst="line">
            <a:avLst/>
          </a:prstGeom>
          <a:noFill/>
          <a:ln w="5080">
            <a:solidFill>
              <a:srgbClr val="242424"/>
            </a:solidFill>
            <a:prstDash val="solid"/>
          </a:ln>
        </p:spPr>
        <p:txBody>
          <a:bodyPr/>
          <a:lstStyle/>
          <a:p>
            <a:endParaRPr lang="uk-UA"/>
          </a:p>
        </p:txBody>
      </p:sp>
      <p:sp>
        <p:nvSpPr>
          <p:cNvPr id="81" name="text81"/>
          <p:cNvSpPr txBox="1"/>
          <p:nvPr/>
        </p:nvSpPr>
        <p:spPr>
          <a:xfrm>
            <a:off x="804672" y="5678424"/>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1000 м</a:t>
            </a:r>
          </a:p>
        </p:txBody>
      </p:sp>
      <p:pic>
        <p:nvPicPr>
          <p:cNvPr id="82" name="wind summary"/>
          <p:cNvPicPr/>
          <p:nvPr/>
        </p:nvPicPr>
        <p:blipFill>
          <a:blip r:embed="rId4"/>
          <a:stretch>
            <a:fillRect/>
          </a:stretch>
        </p:blipFill>
        <p:spPr>
          <a:xfrm rot="19374556">
            <a:off x="1517904" y="5655564"/>
            <a:ext cx="219456" cy="219456"/>
          </a:xfrm>
          <a:prstGeom prst="rect">
            <a:avLst/>
          </a:prstGeom>
        </p:spPr>
      </p:pic>
      <p:sp>
        <p:nvSpPr>
          <p:cNvPr id="83" name="text83"/>
          <p:cNvSpPr txBox="1"/>
          <p:nvPr/>
        </p:nvSpPr>
        <p:spPr>
          <a:xfrm>
            <a:off x="1801368" y="5678424"/>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84" name="text84"/>
          <p:cNvSpPr txBox="1"/>
          <p:nvPr/>
        </p:nvSpPr>
        <p:spPr>
          <a:xfrm>
            <a:off x="2450592" y="5678424"/>
            <a:ext cx="914400" cy="164592"/>
          </a:xfrm>
          <a:prstGeom prst="rect">
            <a:avLst/>
          </a:prstGeom>
          <a:noFill/>
          <a:ln>
            <a:noFill/>
          </a:ln>
        </p:spPr>
        <p:txBody>
          <a:bodyPr wrap="none" lIns="0" tIns="0" rIns="0" bIns="0">
            <a:normAutofit lnSpcReduction="10000"/>
          </a:bodyPr>
          <a:lstStyle/>
          <a:p>
            <a:pPr algn="ctr"/>
            <a:r>
              <a:rPr lang="uk-UA" sz="1100" b="1">
                <a:solidFill>
                  <a:srgbClr val="F0C84B"/>
                </a:solidFill>
                <a:latin typeface="Aptos"/>
                <a:cs typeface="Aptos"/>
              </a:rPr>
              <a:t>7–12</a:t>
            </a:r>
          </a:p>
        </p:txBody>
      </p:sp>
      <p:sp>
        <p:nvSpPr>
          <p:cNvPr id="85" name="text85"/>
          <p:cNvSpPr txBox="1"/>
          <p:nvPr/>
        </p:nvSpPr>
        <p:spPr>
          <a:xfrm>
            <a:off x="3538728" y="5678424"/>
            <a:ext cx="841248" cy="164592"/>
          </a:xfrm>
          <a:prstGeom prst="rect">
            <a:avLst/>
          </a:prstGeom>
          <a:noFill/>
          <a:ln>
            <a:noFill/>
          </a:ln>
        </p:spPr>
        <p:txBody>
          <a:bodyPr wrap="none" lIns="0" tIns="0" rIns="0" bIns="0">
            <a:normAutofit lnSpcReduction="10000"/>
          </a:bodyPr>
          <a:lstStyle/>
          <a:p>
            <a:pPr algn="ctr"/>
            <a:r>
              <a:rPr lang="uk-UA" sz="1100" b="1">
                <a:solidFill>
                  <a:srgbClr val="E65C5C"/>
                </a:solidFill>
                <a:latin typeface="Aptos"/>
                <a:cs typeface="Aptos"/>
              </a:rPr>
              <a:t>≈18</a:t>
            </a:r>
          </a:p>
        </p:txBody>
      </p:sp>
      <p:sp>
        <p:nvSpPr>
          <p:cNvPr id="86" name="shape86"/>
          <p:cNvSpPr/>
          <p:nvPr/>
        </p:nvSpPr>
        <p:spPr>
          <a:xfrm>
            <a:off x="4846320" y="3886200"/>
            <a:ext cx="6537960" cy="2450592"/>
          </a:xfrm>
          <a:prstGeom prst="roundRect">
            <a:avLst/>
          </a:prstGeom>
          <a:solidFill>
            <a:srgbClr val="080808"/>
          </a:solidFill>
          <a:ln w="12700">
            <a:solidFill>
              <a:srgbClr val="303030"/>
            </a:solidFill>
          </a:ln>
        </p:spPr>
        <p:txBody>
          <a:bodyPr/>
          <a:lstStyle/>
          <a:p>
            <a:endParaRPr lang="uk-UA"/>
          </a:p>
        </p:txBody>
      </p:sp>
      <p:sp>
        <p:nvSpPr>
          <p:cNvPr id="87" name="text87"/>
          <p:cNvSpPr txBox="1"/>
          <p:nvPr/>
        </p:nvSpPr>
        <p:spPr>
          <a:xfrm>
            <a:off x="5029200" y="4032504"/>
            <a:ext cx="6172200" cy="164592"/>
          </a:xfrm>
          <a:prstGeom prst="rect">
            <a:avLst/>
          </a:prstGeom>
          <a:noFill/>
          <a:ln>
            <a:noFill/>
          </a:ln>
        </p:spPr>
        <p:txBody>
          <a:bodyPr wrap="none" lIns="0" tIns="0" rIns="0" bIns="0">
            <a:normAutofit lnSpcReduction="10000"/>
          </a:bodyPr>
          <a:lstStyle/>
          <a:p>
            <a:pPr algn="l"/>
            <a:r>
              <a:rPr lang="uk-UA" sz="1100" b="1">
                <a:solidFill>
                  <a:srgbClr val="FFFFFF"/>
                </a:solidFill>
                <a:latin typeface="Aptos"/>
                <a:cs typeface="Aptos"/>
              </a:rPr>
              <a:t>СОНЦЕ І СУТІНКИ</a:t>
            </a:r>
          </a:p>
        </p:txBody>
      </p:sp>
      <p:sp>
        <p:nvSpPr>
          <p:cNvPr id="88" name="text88"/>
          <p:cNvSpPr txBox="1"/>
          <p:nvPr/>
        </p:nvSpPr>
        <p:spPr>
          <a:xfrm>
            <a:off x="502920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ЗАХІД 06.09</a:t>
            </a:r>
          </a:p>
        </p:txBody>
      </p:sp>
      <p:sp>
        <p:nvSpPr>
          <p:cNvPr id="89" name="text89"/>
          <p:cNvSpPr txBox="1"/>
          <p:nvPr/>
        </p:nvSpPr>
        <p:spPr>
          <a:xfrm>
            <a:off x="502920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19:03</a:t>
            </a:r>
          </a:p>
        </p:txBody>
      </p:sp>
      <p:sp>
        <p:nvSpPr>
          <p:cNvPr id="90" name="text90"/>
          <p:cNvSpPr txBox="1"/>
          <p:nvPr/>
        </p:nvSpPr>
        <p:spPr>
          <a:xfrm>
            <a:off x="626364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СХІД 07.09</a:t>
            </a:r>
          </a:p>
        </p:txBody>
      </p:sp>
      <p:sp>
        <p:nvSpPr>
          <p:cNvPr id="91" name="text91"/>
          <p:cNvSpPr txBox="1"/>
          <p:nvPr/>
        </p:nvSpPr>
        <p:spPr>
          <a:xfrm>
            <a:off x="626364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05:53</a:t>
            </a:r>
          </a:p>
        </p:txBody>
      </p:sp>
      <p:sp>
        <p:nvSpPr>
          <p:cNvPr id="92" name="text92"/>
          <p:cNvSpPr txBox="1"/>
          <p:nvPr/>
        </p:nvSpPr>
        <p:spPr>
          <a:xfrm>
            <a:off x="749808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НІЧ (ТРИВАЛІСТЬ)</a:t>
            </a:r>
          </a:p>
        </p:txBody>
      </p:sp>
      <p:sp>
        <p:nvSpPr>
          <p:cNvPr id="93" name="text93"/>
          <p:cNvSpPr txBox="1"/>
          <p:nvPr/>
        </p:nvSpPr>
        <p:spPr>
          <a:xfrm>
            <a:off x="749808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10:50</a:t>
            </a:r>
          </a:p>
        </p:txBody>
      </p:sp>
      <p:sp>
        <p:nvSpPr>
          <p:cNvPr id="94" name="text94"/>
          <p:cNvSpPr txBox="1"/>
          <p:nvPr/>
        </p:nvSpPr>
        <p:spPr>
          <a:xfrm>
            <a:off x="873252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ЗЕНІТ 07.09</a:t>
            </a:r>
          </a:p>
        </p:txBody>
      </p:sp>
      <p:sp>
        <p:nvSpPr>
          <p:cNvPr id="95" name="text95"/>
          <p:cNvSpPr txBox="1"/>
          <p:nvPr/>
        </p:nvSpPr>
        <p:spPr>
          <a:xfrm>
            <a:off x="873252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12:27</a:t>
            </a:r>
          </a:p>
        </p:txBody>
      </p:sp>
      <p:sp>
        <p:nvSpPr>
          <p:cNvPr id="96" name="text96"/>
          <p:cNvSpPr txBox="1"/>
          <p:nvPr/>
        </p:nvSpPr>
        <p:spPr>
          <a:xfrm>
            <a:off x="996696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ДЕНЬ (ТРИВАЛІСТЬ)</a:t>
            </a:r>
          </a:p>
        </p:txBody>
      </p:sp>
      <p:sp>
        <p:nvSpPr>
          <p:cNvPr id="97" name="text97"/>
          <p:cNvSpPr txBox="1"/>
          <p:nvPr/>
        </p:nvSpPr>
        <p:spPr>
          <a:xfrm>
            <a:off x="996696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13:08</a:t>
            </a:r>
          </a:p>
        </p:txBody>
      </p:sp>
      <p:sp>
        <p:nvSpPr>
          <p:cNvPr id="98" name="line98"/>
          <p:cNvSpPr/>
          <p:nvPr/>
        </p:nvSpPr>
        <p:spPr>
          <a:xfrm>
            <a:off x="5029200" y="4681728"/>
            <a:ext cx="6172200" cy="0"/>
          </a:xfrm>
          <a:prstGeom prst="line">
            <a:avLst/>
          </a:prstGeom>
          <a:noFill/>
          <a:ln w="6985">
            <a:solidFill>
              <a:srgbClr val="303030"/>
            </a:solidFill>
            <a:prstDash val="solid"/>
          </a:ln>
        </p:spPr>
        <p:txBody>
          <a:bodyPr/>
          <a:lstStyle/>
          <a:p>
            <a:endParaRPr lang="uk-UA"/>
          </a:p>
        </p:txBody>
      </p:sp>
      <p:sp>
        <p:nvSpPr>
          <p:cNvPr id="99" name="text99"/>
          <p:cNvSpPr txBox="1"/>
          <p:nvPr/>
        </p:nvSpPr>
        <p:spPr>
          <a:xfrm>
            <a:off x="5029200" y="4800600"/>
            <a:ext cx="1600200" cy="118872"/>
          </a:xfrm>
          <a:prstGeom prst="rect">
            <a:avLst/>
          </a:prstGeom>
          <a:noFill/>
          <a:ln>
            <a:noFill/>
          </a:ln>
        </p:spPr>
        <p:txBody>
          <a:bodyPr wrap="none" lIns="0" tIns="0" rIns="0" bIns="0">
            <a:normAutofit/>
          </a:bodyPr>
          <a:lstStyle/>
          <a:p>
            <a:pPr algn="l"/>
            <a:r>
              <a:rPr lang="uk-UA" sz="700" b="1">
                <a:solidFill>
                  <a:srgbClr val="8F8F8F"/>
                </a:solidFill>
                <a:latin typeface="Aptos"/>
                <a:cs typeface="Aptos"/>
              </a:rPr>
              <a:t>СУТІНКИ</a:t>
            </a:r>
          </a:p>
        </p:txBody>
      </p:sp>
      <p:sp>
        <p:nvSpPr>
          <p:cNvPr id="100" name="text100"/>
          <p:cNvSpPr txBox="1"/>
          <p:nvPr/>
        </p:nvSpPr>
        <p:spPr>
          <a:xfrm>
            <a:off x="6995160" y="4800600"/>
            <a:ext cx="16916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ВЕЧІР 06.09</a:t>
            </a:r>
          </a:p>
        </p:txBody>
      </p:sp>
      <p:sp>
        <p:nvSpPr>
          <p:cNvPr id="101" name="text101"/>
          <p:cNvSpPr txBox="1"/>
          <p:nvPr/>
        </p:nvSpPr>
        <p:spPr>
          <a:xfrm>
            <a:off x="9189720" y="4800600"/>
            <a:ext cx="16916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РАНОК 07.09</a:t>
            </a:r>
          </a:p>
        </p:txBody>
      </p:sp>
      <p:sp>
        <p:nvSpPr>
          <p:cNvPr id="102" name="text102"/>
          <p:cNvSpPr txBox="1"/>
          <p:nvPr/>
        </p:nvSpPr>
        <p:spPr>
          <a:xfrm>
            <a:off x="5029200" y="5056632"/>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Цивільні</a:t>
            </a:r>
          </a:p>
        </p:txBody>
      </p:sp>
      <p:sp>
        <p:nvSpPr>
          <p:cNvPr id="103" name="text103"/>
          <p:cNvSpPr txBox="1"/>
          <p:nvPr/>
        </p:nvSpPr>
        <p:spPr>
          <a:xfrm>
            <a:off x="6995160" y="5056632"/>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19:03–19:38</a:t>
            </a:r>
          </a:p>
        </p:txBody>
      </p:sp>
      <p:sp>
        <p:nvSpPr>
          <p:cNvPr id="104" name="text104"/>
          <p:cNvSpPr txBox="1"/>
          <p:nvPr/>
        </p:nvSpPr>
        <p:spPr>
          <a:xfrm>
            <a:off x="9189720" y="5056632"/>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05:18–05:53</a:t>
            </a:r>
          </a:p>
        </p:txBody>
      </p:sp>
      <p:sp>
        <p:nvSpPr>
          <p:cNvPr id="105" name="text105"/>
          <p:cNvSpPr txBox="1"/>
          <p:nvPr/>
        </p:nvSpPr>
        <p:spPr>
          <a:xfrm>
            <a:off x="5029200" y="5404104"/>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Навігаційні</a:t>
            </a:r>
          </a:p>
        </p:txBody>
      </p:sp>
      <p:sp>
        <p:nvSpPr>
          <p:cNvPr id="106" name="text106"/>
          <p:cNvSpPr txBox="1"/>
          <p:nvPr/>
        </p:nvSpPr>
        <p:spPr>
          <a:xfrm>
            <a:off x="6995160" y="5404104"/>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19:38–20:18</a:t>
            </a:r>
          </a:p>
        </p:txBody>
      </p:sp>
      <p:sp>
        <p:nvSpPr>
          <p:cNvPr id="107" name="text107"/>
          <p:cNvSpPr txBox="1"/>
          <p:nvPr/>
        </p:nvSpPr>
        <p:spPr>
          <a:xfrm>
            <a:off x="9189720" y="5404104"/>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04:38–05:18</a:t>
            </a:r>
          </a:p>
        </p:txBody>
      </p:sp>
      <p:sp>
        <p:nvSpPr>
          <p:cNvPr id="108" name="text108"/>
          <p:cNvSpPr txBox="1"/>
          <p:nvPr/>
        </p:nvSpPr>
        <p:spPr>
          <a:xfrm>
            <a:off x="5029200" y="5751576"/>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Астрономічні</a:t>
            </a:r>
          </a:p>
        </p:txBody>
      </p:sp>
      <p:sp>
        <p:nvSpPr>
          <p:cNvPr id="109" name="text109"/>
          <p:cNvSpPr txBox="1"/>
          <p:nvPr/>
        </p:nvSpPr>
        <p:spPr>
          <a:xfrm>
            <a:off x="6995160" y="5751576"/>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20:18–21:01</a:t>
            </a:r>
          </a:p>
        </p:txBody>
      </p:sp>
      <p:sp>
        <p:nvSpPr>
          <p:cNvPr id="110" name="text110"/>
          <p:cNvSpPr txBox="1"/>
          <p:nvPr/>
        </p:nvSpPr>
        <p:spPr>
          <a:xfrm>
            <a:off x="9189720" y="5751576"/>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03:55–04:38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Погодинний прогноз</a:t>
            </a:r>
          </a:p>
        </p:txBody>
      </p:sp>
      <p:sp>
        <p:nvSpPr>
          <p:cNvPr id="13" name="text13"/>
          <p:cNvSpPr txBox="1"/>
          <p:nvPr/>
        </p:nvSpPr>
        <p:spPr>
          <a:xfrm>
            <a:off x="1005840" y="530352"/>
            <a:ext cx="10058400" cy="182880"/>
          </a:xfrm>
          <a:prstGeom prst="rect">
            <a:avLst/>
          </a:prstGeom>
          <a:noFill/>
          <a:ln>
            <a:noFill/>
          </a:ln>
        </p:spPr>
        <p:txBody>
          <a:bodyPr wrap="none" lIns="0" tIns="0" rIns="0" bIns="0">
            <a:normAutofit/>
          </a:bodyPr>
          <a:lstStyle/>
          <a:p>
            <a:pPr algn="ctr"/>
            <a:r>
              <a:rPr lang="uk-UA" sz="900">
                <a:solidFill>
                  <a:srgbClr val="B8B8B8"/>
                </a:solidFill>
                <a:latin typeface="Aptos"/>
                <a:cs typeface="Aptos"/>
              </a:rPr>
              <a:t>06.09 18:00 — 07.09 18:00</a:t>
            </a:r>
          </a:p>
        </p:txBody>
      </p:sp>
      <p:sp>
        <p:nvSpPr>
          <p:cNvPr id="14" name="shape14"/>
          <p:cNvSpPr/>
          <p:nvPr/>
        </p:nvSpPr>
        <p:spPr>
          <a:xfrm>
            <a:off x="274320" y="1005840"/>
            <a:ext cx="11640312" cy="10973"/>
          </a:xfrm>
          <a:prstGeom prst="rect">
            <a:avLst/>
          </a:prstGeom>
          <a:solidFill>
            <a:srgbClr val="5A5A5A"/>
          </a:solidFill>
          <a:ln>
            <a:noFill/>
          </a:ln>
        </p:spPr>
        <p:txBody>
          <a:bodyPr/>
          <a:lstStyle/>
          <a:p>
            <a:endParaRPr lang="uk-UA"/>
          </a:p>
        </p:txBody>
      </p:sp>
      <p:sp>
        <p:nvSpPr>
          <p:cNvPr id="15" name="text15"/>
          <p:cNvSpPr txBox="1"/>
          <p:nvPr/>
        </p:nvSpPr>
        <p:spPr>
          <a:xfrm>
            <a:off x="640080" y="1298448"/>
            <a:ext cx="10927080" cy="841248"/>
          </a:xfrm>
          <a:prstGeom prst="rect">
            <a:avLst/>
          </a:prstGeom>
          <a:noFill/>
          <a:ln>
            <a:noFill/>
          </a:ln>
        </p:spPr>
        <p:txBody>
          <a:bodyPr wrap="square" lIns="0" tIns="0" rIns="0" bIns="0">
            <a:normAutofit/>
          </a:bodyPr>
          <a:lstStyle/>
          <a:p>
            <a:pPr algn="l"/>
            <a:r>
              <a:rPr lang="uk-UA" sz="1200">
                <a:solidFill>
                  <a:srgbClr val="FFFFFF"/>
                </a:solidFill>
                <a:latin typeface="Aptos"/>
                <a:cs typeface="Aptos"/>
              </a:rPr>
              <a:t>Хмарність: мінлива. Опади: істотні не очікуються. Видимість: переважно добра.</a:t>
            </a:r>
          </a:p>
          <a:p>
            <a:pPr algn="l"/>
            <a:endParaRPr lang="uk-UA" sz="1200">
              <a:solidFill>
                <a:srgbClr val="FFFFFF"/>
              </a:solidFill>
              <a:latin typeface="Aptos"/>
              <a:cs typeface="Aptos"/>
            </a:endParaRPr>
          </a:p>
          <a:p>
            <a:pPr algn="l"/>
            <a:r>
              <a:rPr lang="uk-UA" sz="1200">
                <a:solidFill>
                  <a:srgbClr val="FFFFFF"/>
                </a:solidFill>
                <a:latin typeface="Aptos"/>
                <a:cs typeface="Aptos"/>
              </a:rPr>
              <a:t>Температура +10…+19 °C. Вітер ПнЗх, 2–6 м/с. Максимальні пориви 12 м/с.</a:t>
            </a:r>
          </a:p>
        </p:txBody>
      </p:sp>
      <p:sp>
        <p:nvSpPr>
          <p:cNvPr id="16" name="line16"/>
          <p:cNvSpPr/>
          <p:nvPr/>
        </p:nvSpPr>
        <p:spPr>
          <a:xfrm>
            <a:off x="274320" y="2331720"/>
            <a:ext cx="11640312" cy="0"/>
          </a:xfrm>
          <a:prstGeom prst="line">
            <a:avLst/>
          </a:prstGeom>
          <a:noFill/>
          <a:ln w="9525">
            <a:solidFill>
              <a:srgbClr val="505050"/>
            </a:solidFill>
            <a:prstDash val="solid"/>
          </a:ln>
        </p:spPr>
        <p:txBody>
          <a:bodyPr/>
          <a:lstStyle/>
          <a:p>
            <a:endParaRPr lang="uk-UA"/>
          </a:p>
        </p:txBody>
      </p:sp>
      <p:sp>
        <p:nvSpPr>
          <p:cNvPr id="17" name="line17"/>
          <p:cNvSpPr/>
          <p:nvPr/>
        </p:nvSpPr>
        <p:spPr>
          <a:xfrm>
            <a:off x="274320" y="2587752"/>
            <a:ext cx="11640312" cy="0"/>
          </a:xfrm>
          <a:prstGeom prst="line">
            <a:avLst/>
          </a:prstGeom>
          <a:noFill/>
          <a:ln w="5715">
            <a:solidFill>
              <a:srgbClr val="303030"/>
            </a:solidFill>
            <a:prstDash val="solid"/>
          </a:ln>
        </p:spPr>
        <p:txBody>
          <a:bodyPr/>
          <a:lstStyle/>
          <a:p>
            <a:endParaRPr lang="uk-UA"/>
          </a:p>
        </p:txBody>
      </p:sp>
      <p:sp>
        <p:nvSpPr>
          <p:cNvPr id="18" name="line18"/>
          <p:cNvSpPr/>
          <p:nvPr/>
        </p:nvSpPr>
        <p:spPr>
          <a:xfrm>
            <a:off x="274320" y="2953512"/>
            <a:ext cx="11640312" cy="0"/>
          </a:xfrm>
          <a:prstGeom prst="line">
            <a:avLst/>
          </a:prstGeom>
          <a:noFill/>
          <a:ln w="9525">
            <a:solidFill>
              <a:srgbClr val="505050"/>
            </a:solidFill>
            <a:prstDash val="solid"/>
          </a:ln>
        </p:spPr>
        <p:txBody>
          <a:bodyPr/>
          <a:lstStyle/>
          <a:p>
            <a:endParaRPr lang="uk-UA"/>
          </a:p>
        </p:txBody>
      </p:sp>
      <p:sp>
        <p:nvSpPr>
          <p:cNvPr id="19" name="line19"/>
          <p:cNvSpPr/>
          <p:nvPr/>
        </p:nvSpPr>
        <p:spPr>
          <a:xfrm>
            <a:off x="1664208" y="2587752"/>
            <a:ext cx="0" cy="3566160"/>
          </a:xfrm>
          <a:prstGeom prst="line">
            <a:avLst/>
          </a:prstGeom>
          <a:noFill/>
          <a:ln w="8255">
            <a:solidFill>
              <a:srgbClr val="505050"/>
            </a:solidFill>
            <a:prstDash val="solid"/>
          </a:ln>
        </p:spPr>
        <p:txBody>
          <a:bodyPr/>
          <a:lstStyle/>
          <a:p>
            <a:endParaRPr lang="uk-UA"/>
          </a:p>
        </p:txBody>
      </p:sp>
      <p:sp>
        <p:nvSpPr>
          <p:cNvPr id="20" name="text20"/>
          <p:cNvSpPr txBox="1"/>
          <p:nvPr/>
        </p:nvSpPr>
        <p:spPr>
          <a:xfrm>
            <a:off x="1664208" y="2368296"/>
            <a:ext cx="2562606" cy="182880"/>
          </a:xfrm>
          <a:prstGeom prst="rect">
            <a:avLst/>
          </a:prstGeom>
          <a:noFill/>
          <a:ln>
            <a:noFill/>
          </a:ln>
        </p:spPr>
        <p:txBody>
          <a:bodyPr wrap="none" lIns="0" tIns="0" rIns="0" bIns="0">
            <a:normAutofit/>
          </a:bodyPr>
          <a:lstStyle/>
          <a:p>
            <a:pPr algn="ctr"/>
            <a:r>
              <a:rPr lang="uk-UA" sz="1000" b="1">
                <a:solidFill>
                  <a:srgbClr val="8F8F8F"/>
                </a:solidFill>
                <a:latin typeface="Aptos"/>
                <a:cs typeface="Aptos"/>
              </a:rPr>
              <a:t>06.09</a:t>
            </a:r>
          </a:p>
        </p:txBody>
      </p:sp>
      <p:sp>
        <p:nvSpPr>
          <p:cNvPr id="21" name="text21"/>
          <p:cNvSpPr txBox="1"/>
          <p:nvPr/>
        </p:nvSpPr>
        <p:spPr>
          <a:xfrm>
            <a:off x="4226814" y="2368296"/>
            <a:ext cx="7687818" cy="182880"/>
          </a:xfrm>
          <a:prstGeom prst="rect">
            <a:avLst/>
          </a:prstGeom>
          <a:noFill/>
          <a:ln>
            <a:noFill/>
          </a:ln>
        </p:spPr>
        <p:txBody>
          <a:bodyPr wrap="none" lIns="0" tIns="0" rIns="0" bIns="0">
            <a:normAutofit/>
          </a:bodyPr>
          <a:lstStyle/>
          <a:p>
            <a:pPr algn="ctr"/>
            <a:r>
              <a:rPr lang="uk-UA" sz="1000" b="1">
                <a:solidFill>
                  <a:srgbClr val="8F8F8F"/>
                </a:solidFill>
                <a:latin typeface="Aptos"/>
                <a:cs typeface="Aptos"/>
              </a:rPr>
              <a:t>07.09</a:t>
            </a:r>
          </a:p>
        </p:txBody>
      </p:sp>
      <p:sp>
        <p:nvSpPr>
          <p:cNvPr id="22" name="text22"/>
          <p:cNvSpPr txBox="1"/>
          <p:nvPr/>
        </p:nvSpPr>
        <p:spPr>
          <a:xfrm>
            <a:off x="347472" y="2679192"/>
            <a:ext cx="1243584" cy="182880"/>
          </a:xfrm>
          <a:prstGeom prst="rect">
            <a:avLst/>
          </a:prstGeom>
          <a:noFill/>
          <a:ln>
            <a:noFill/>
          </a:ln>
        </p:spPr>
        <p:txBody>
          <a:bodyPr wrap="none" lIns="0" tIns="0" rIns="0" bIns="0">
            <a:normAutofit/>
          </a:bodyPr>
          <a:lstStyle/>
          <a:p>
            <a:pPr algn="l"/>
            <a:r>
              <a:rPr lang="uk-UA" sz="1000" b="1">
                <a:solidFill>
                  <a:srgbClr val="A9A9A9"/>
                </a:solidFill>
                <a:latin typeface="Aptos"/>
                <a:cs typeface="Aptos"/>
              </a:rPr>
              <a:t>ПАРАМЕТР</a:t>
            </a:r>
          </a:p>
        </p:txBody>
      </p:sp>
      <p:sp>
        <p:nvSpPr>
          <p:cNvPr id="23" name="text23"/>
          <p:cNvSpPr txBox="1"/>
          <p:nvPr/>
        </p:nvSpPr>
        <p:spPr>
          <a:xfrm>
            <a:off x="166420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24" name="line24"/>
          <p:cNvSpPr/>
          <p:nvPr/>
        </p:nvSpPr>
        <p:spPr>
          <a:xfrm>
            <a:off x="1664208" y="2587752"/>
            <a:ext cx="0" cy="3566160"/>
          </a:xfrm>
          <a:prstGeom prst="line">
            <a:avLst/>
          </a:prstGeom>
          <a:noFill/>
          <a:ln w="8255">
            <a:solidFill>
              <a:srgbClr val="505050"/>
            </a:solidFill>
            <a:prstDash val="solid"/>
          </a:ln>
        </p:spPr>
        <p:txBody>
          <a:bodyPr/>
          <a:lstStyle/>
          <a:p>
            <a:endParaRPr lang="uk-UA"/>
          </a:p>
        </p:txBody>
      </p:sp>
      <p:sp>
        <p:nvSpPr>
          <p:cNvPr id="25" name="text25"/>
          <p:cNvSpPr txBox="1"/>
          <p:nvPr/>
        </p:nvSpPr>
        <p:spPr>
          <a:xfrm>
            <a:off x="209130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26" name="line26"/>
          <p:cNvSpPr/>
          <p:nvPr/>
        </p:nvSpPr>
        <p:spPr>
          <a:xfrm>
            <a:off x="2091309" y="2587752"/>
            <a:ext cx="0" cy="3566160"/>
          </a:xfrm>
          <a:prstGeom prst="line">
            <a:avLst/>
          </a:prstGeom>
          <a:noFill/>
          <a:ln w="3810">
            <a:solidFill>
              <a:srgbClr val="242424"/>
            </a:solidFill>
            <a:prstDash val="solid"/>
          </a:ln>
        </p:spPr>
        <p:txBody>
          <a:bodyPr/>
          <a:lstStyle/>
          <a:p>
            <a:endParaRPr lang="uk-UA"/>
          </a:p>
        </p:txBody>
      </p:sp>
      <p:sp>
        <p:nvSpPr>
          <p:cNvPr id="27" name="text27"/>
          <p:cNvSpPr txBox="1"/>
          <p:nvPr/>
        </p:nvSpPr>
        <p:spPr>
          <a:xfrm>
            <a:off x="251841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20</a:t>
            </a:r>
          </a:p>
        </p:txBody>
      </p:sp>
      <p:sp>
        <p:nvSpPr>
          <p:cNvPr id="28" name="line28"/>
          <p:cNvSpPr/>
          <p:nvPr/>
        </p:nvSpPr>
        <p:spPr>
          <a:xfrm>
            <a:off x="2518410" y="2587752"/>
            <a:ext cx="0" cy="3566160"/>
          </a:xfrm>
          <a:prstGeom prst="line">
            <a:avLst/>
          </a:prstGeom>
          <a:noFill/>
          <a:ln w="3810">
            <a:solidFill>
              <a:srgbClr val="242424"/>
            </a:solidFill>
            <a:prstDash val="solid"/>
          </a:ln>
        </p:spPr>
        <p:txBody>
          <a:bodyPr/>
          <a:lstStyle/>
          <a:p>
            <a:endParaRPr lang="uk-UA"/>
          </a:p>
        </p:txBody>
      </p:sp>
      <p:sp>
        <p:nvSpPr>
          <p:cNvPr id="29" name="text29"/>
          <p:cNvSpPr txBox="1"/>
          <p:nvPr/>
        </p:nvSpPr>
        <p:spPr>
          <a:xfrm>
            <a:off x="294551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21</a:t>
            </a:r>
          </a:p>
        </p:txBody>
      </p:sp>
      <p:sp>
        <p:nvSpPr>
          <p:cNvPr id="30" name="line30"/>
          <p:cNvSpPr/>
          <p:nvPr/>
        </p:nvSpPr>
        <p:spPr>
          <a:xfrm>
            <a:off x="2945511" y="2587752"/>
            <a:ext cx="0" cy="3566160"/>
          </a:xfrm>
          <a:prstGeom prst="line">
            <a:avLst/>
          </a:prstGeom>
          <a:noFill/>
          <a:ln w="3810">
            <a:solidFill>
              <a:srgbClr val="242424"/>
            </a:solidFill>
            <a:prstDash val="solid"/>
          </a:ln>
        </p:spPr>
        <p:txBody>
          <a:bodyPr/>
          <a:lstStyle/>
          <a:p>
            <a:endParaRPr lang="uk-UA"/>
          </a:p>
        </p:txBody>
      </p:sp>
      <p:sp>
        <p:nvSpPr>
          <p:cNvPr id="31" name="text31"/>
          <p:cNvSpPr txBox="1"/>
          <p:nvPr/>
        </p:nvSpPr>
        <p:spPr>
          <a:xfrm>
            <a:off x="3372612"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22</a:t>
            </a:r>
          </a:p>
        </p:txBody>
      </p:sp>
      <p:sp>
        <p:nvSpPr>
          <p:cNvPr id="32" name="line32"/>
          <p:cNvSpPr/>
          <p:nvPr/>
        </p:nvSpPr>
        <p:spPr>
          <a:xfrm>
            <a:off x="3372612" y="2587752"/>
            <a:ext cx="0" cy="3566160"/>
          </a:xfrm>
          <a:prstGeom prst="line">
            <a:avLst/>
          </a:prstGeom>
          <a:noFill/>
          <a:ln w="3810">
            <a:solidFill>
              <a:srgbClr val="242424"/>
            </a:solidFill>
            <a:prstDash val="solid"/>
          </a:ln>
        </p:spPr>
        <p:txBody>
          <a:bodyPr/>
          <a:lstStyle/>
          <a:p>
            <a:endParaRPr lang="uk-UA"/>
          </a:p>
        </p:txBody>
      </p:sp>
      <p:sp>
        <p:nvSpPr>
          <p:cNvPr id="33" name="text33"/>
          <p:cNvSpPr txBox="1"/>
          <p:nvPr/>
        </p:nvSpPr>
        <p:spPr>
          <a:xfrm>
            <a:off x="3799713"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23</a:t>
            </a:r>
          </a:p>
        </p:txBody>
      </p:sp>
      <p:sp>
        <p:nvSpPr>
          <p:cNvPr id="34" name="line34"/>
          <p:cNvSpPr/>
          <p:nvPr/>
        </p:nvSpPr>
        <p:spPr>
          <a:xfrm>
            <a:off x="3799713" y="2587752"/>
            <a:ext cx="0" cy="3566160"/>
          </a:xfrm>
          <a:prstGeom prst="line">
            <a:avLst/>
          </a:prstGeom>
          <a:noFill/>
          <a:ln w="3810">
            <a:solidFill>
              <a:srgbClr val="242424"/>
            </a:solidFill>
            <a:prstDash val="solid"/>
          </a:ln>
        </p:spPr>
        <p:txBody>
          <a:bodyPr/>
          <a:lstStyle/>
          <a:p>
            <a:endParaRPr lang="uk-UA"/>
          </a:p>
        </p:txBody>
      </p:sp>
      <p:sp>
        <p:nvSpPr>
          <p:cNvPr id="35" name="text35"/>
          <p:cNvSpPr txBox="1"/>
          <p:nvPr/>
        </p:nvSpPr>
        <p:spPr>
          <a:xfrm>
            <a:off x="4226814"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00</a:t>
            </a:r>
          </a:p>
        </p:txBody>
      </p:sp>
      <p:sp>
        <p:nvSpPr>
          <p:cNvPr id="36" name="line36"/>
          <p:cNvSpPr/>
          <p:nvPr/>
        </p:nvSpPr>
        <p:spPr>
          <a:xfrm>
            <a:off x="4226814" y="2587752"/>
            <a:ext cx="0" cy="3566160"/>
          </a:xfrm>
          <a:prstGeom prst="line">
            <a:avLst/>
          </a:prstGeom>
          <a:noFill/>
          <a:ln w="3810">
            <a:solidFill>
              <a:srgbClr val="242424"/>
            </a:solidFill>
            <a:prstDash val="solid"/>
          </a:ln>
        </p:spPr>
        <p:txBody>
          <a:bodyPr/>
          <a:lstStyle/>
          <a:p>
            <a:endParaRPr lang="uk-UA"/>
          </a:p>
        </p:txBody>
      </p:sp>
      <p:sp>
        <p:nvSpPr>
          <p:cNvPr id="37" name="line37"/>
          <p:cNvSpPr/>
          <p:nvPr/>
        </p:nvSpPr>
        <p:spPr>
          <a:xfrm>
            <a:off x="4226814" y="2331720"/>
            <a:ext cx="0" cy="3822192"/>
          </a:xfrm>
          <a:prstGeom prst="line">
            <a:avLst/>
          </a:prstGeom>
          <a:noFill/>
          <a:ln w="10160">
            <a:solidFill>
              <a:srgbClr val="606060"/>
            </a:solidFill>
            <a:prstDash val="solid"/>
          </a:ln>
        </p:spPr>
        <p:txBody>
          <a:bodyPr/>
          <a:lstStyle/>
          <a:p>
            <a:endParaRPr lang="uk-UA"/>
          </a:p>
        </p:txBody>
      </p:sp>
      <p:sp>
        <p:nvSpPr>
          <p:cNvPr id="38" name="text38"/>
          <p:cNvSpPr txBox="1"/>
          <p:nvPr/>
        </p:nvSpPr>
        <p:spPr>
          <a:xfrm>
            <a:off x="4653915"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01</a:t>
            </a:r>
          </a:p>
        </p:txBody>
      </p:sp>
      <p:sp>
        <p:nvSpPr>
          <p:cNvPr id="39" name="line39"/>
          <p:cNvSpPr/>
          <p:nvPr/>
        </p:nvSpPr>
        <p:spPr>
          <a:xfrm>
            <a:off x="4653915" y="2587752"/>
            <a:ext cx="0" cy="3566160"/>
          </a:xfrm>
          <a:prstGeom prst="line">
            <a:avLst/>
          </a:prstGeom>
          <a:noFill/>
          <a:ln w="3810">
            <a:solidFill>
              <a:srgbClr val="242424"/>
            </a:solidFill>
            <a:prstDash val="solid"/>
          </a:ln>
        </p:spPr>
        <p:txBody>
          <a:bodyPr/>
          <a:lstStyle/>
          <a:p>
            <a:endParaRPr lang="uk-UA"/>
          </a:p>
        </p:txBody>
      </p:sp>
      <p:sp>
        <p:nvSpPr>
          <p:cNvPr id="40" name="text40"/>
          <p:cNvSpPr txBox="1"/>
          <p:nvPr/>
        </p:nvSpPr>
        <p:spPr>
          <a:xfrm>
            <a:off x="5081016"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02</a:t>
            </a:r>
          </a:p>
        </p:txBody>
      </p:sp>
      <p:sp>
        <p:nvSpPr>
          <p:cNvPr id="41" name="line41"/>
          <p:cNvSpPr/>
          <p:nvPr/>
        </p:nvSpPr>
        <p:spPr>
          <a:xfrm>
            <a:off x="5081016" y="2587752"/>
            <a:ext cx="0" cy="3566160"/>
          </a:xfrm>
          <a:prstGeom prst="line">
            <a:avLst/>
          </a:prstGeom>
          <a:noFill/>
          <a:ln w="3810">
            <a:solidFill>
              <a:srgbClr val="242424"/>
            </a:solidFill>
            <a:prstDash val="solid"/>
          </a:ln>
        </p:spPr>
        <p:txBody>
          <a:bodyPr/>
          <a:lstStyle/>
          <a:p>
            <a:endParaRPr lang="uk-UA"/>
          </a:p>
        </p:txBody>
      </p:sp>
      <p:sp>
        <p:nvSpPr>
          <p:cNvPr id="42" name="text42"/>
          <p:cNvSpPr txBox="1"/>
          <p:nvPr/>
        </p:nvSpPr>
        <p:spPr>
          <a:xfrm>
            <a:off x="5508117"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03</a:t>
            </a:r>
          </a:p>
        </p:txBody>
      </p:sp>
      <p:sp>
        <p:nvSpPr>
          <p:cNvPr id="43" name="line43"/>
          <p:cNvSpPr/>
          <p:nvPr/>
        </p:nvSpPr>
        <p:spPr>
          <a:xfrm>
            <a:off x="5508117" y="2587752"/>
            <a:ext cx="0" cy="3566160"/>
          </a:xfrm>
          <a:prstGeom prst="line">
            <a:avLst/>
          </a:prstGeom>
          <a:noFill/>
          <a:ln w="3810">
            <a:solidFill>
              <a:srgbClr val="242424"/>
            </a:solidFill>
            <a:prstDash val="solid"/>
          </a:ln>
        </p:spPr>
        <p:txBody>
          <a:bodyPr/>
          <a:lstStyle/>
          <a:p>
            <a:endParaRPr lang="uk-UA"/>
          </a:p>
        </p:txBody>
      </p:sp>
      <p:sp>
        <p:nvSpPr>
          <p:cNvPr id="44" name="text44"/>
          <p:cNvSpPr txBox="1"/>
          <p:nvPr/>
        </p:nvSpPr>
        <p:spPr>
          <a:xfrm>
            <a:off x="593521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04</a:t>
            </a:r>
          </a:p>
        </p:txBody>
      </p:sp>
      <p:sp>
        <p:nvSpPr>
          <p:cNvPr id="45" name="line45"/>
          <p:cNvSpPr/>
          <p:nvPr/>
        </p:nvSpPr>
        <p:spPr>
          <a:xfrm>
            <a:off x="5935218" y="2587752"/>
            <a:ext cx="0" cy="3566160"/>
          </a:xfrm>
          <a:prstGeom prst="line">
            <a:avLst/>
          </a:prstGeom>
          <a:noFill/>
          <a:ln w="3810">
            <a:solidFill>
              <a:srgbClr val="242424"/>
            </a:solidFill>
            <a:prstDash val="solid"/>
          </a:ln>
        </p:spPr>
        <p:txBody>
          <a:bodyPr/>
          <a:lstStyle/>
          <a:p>
            <a:endParaRPr lang="uk-UA"/>
          </a:p>
        </p:txBody>
      </p:sp>
      <p:sp>
        <p:nvSpPr>
          <p:cNvPr id="46" name="text46"/>
          <p:cNvSpPr txBox="1"/>
          <p:nvPr/>
        </p:nvSpPr>
        <p:spPr>
          <a:xfrm>
            <a:off x="636231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a:t>
            </a:r>
          </a:p>
        </p:txBody>
      </p:sp>
      <p:sp>
        <p:nvSpPr>
          <p:cNvPr id="47" name="line47"/>
          <p:cNvSpPr/>
          <p:nvPr/>
        </p:nvSpPr>
        <p:spPr>
          <a:xfrm>
            <a:off x="6362319" y="2587752"/>
            <a:ext cx="0" cy="3566160"/>
          </a:xfrm>
          <a:prstGeom prst="line">
            <a:avLst/>
          </a:prstGeom>
          <a:noFill/>
          <a:ln w="3810">
            <a:solidFill>
              <a:srgbClr val="242424"/>
            </a:solidFill>
            <a:prstDash val="solid"/>
          </a:ln>
        </p:spPr>
        <p:txBody>
          <a:bodyPr/>
          <a:lstStyle/>
          <a:p>
            <a:endParaRPr lang="uk-UA"/>
          </a:p>
        </p:txBody>
      </p:sp>
      <p:sp>
        <p:nvSpPr>
          <p:cNvPr id="48" name="text48"/>
          <p:cNvSpPr txBox="1"/>
          <p:nvPr/>
        </p:nvSpPr>
        <p:spPr>
          <a:xfrm>
            <a:off x="678942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06</a:t>
            </a:r>
          </a:p>
        </p:txBody>
      </p:sp>
      <p:sp>
        <p:nvSpPr>
          <p:cNvPr id="49" name="line49"/>
          <p:cNvSpPr/>
          <p:nvPr/>
        </p:nvSpPr>
        <p:spPr>
          <a:xfrm>
            <a:off x="6789420" y="2587752"/>
            <a:ext cx="0" cy="3566160"/>
          </a:xfrm>
          <a:prstGeom prst="line">
            <a:avLst/>
          </a:prstGeom>
          <a:noFill/>
          <a:ln w="3810">
            <a:solidFill>
              <a:srgbClr val="242424"/>
            </a:solidFill>
            <a:prstDash val="solid"/>
          </a:ln>
        </p:spPr>
        <p:txBody>
          <a:bodyPr/>
          <a:lstStyle/>
          <a:p>
            <a:endParaRPr lang="uk-UA"/>
          </a:p>
        </p:txBody>
      </p:sp>
      <p:sp>
        <p:nvSpPr>
          <p:cNvPr id="50" name="text50"/>
          <p:cNvSpPr txBox="1"/>
          <p:nvPr/>
        </p:nvSpPr>
        <p:spPr>
          <a:xfrm>
            <a:off x="721652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07</a:t>
            </a:r>
          </a:p>
        </p:txBody>
      </p:sp>
      <p:sp>
        <p:nvSpPr>
          <p:cNvPr id="51" name="line51"/>
          <p:cNvSpPr/>
          <p:nvPr/>
        </p:nvSpPr>
        <p:spPr>
          <a:xfrm>
            <a:off x="7216521" y="2587752"/>
            <a:ext cx="0" cy="3566160"/>
          </a:xfrm>
          <a:prstGeom prst="line">
            <a:avLst/>
          </a:prstGeom>
          <a:noFill/>
          <a:ln w="3810">
            <a:solidFill>
              <a:srgbClr val="242424"/>
            </a:solidFill>
            <a:prstDash val="solid"/>
          </a:ln>
        </p:spPr>
        <p:txBody>
          <a:bodyPr/>
          <a:lstStyle/>
          <a:p>
            <a:endParaRPr lang="uk-UA"/>
          </a:p>
        </p:txBody>
      </p:sp>
      <p:sp>
        <p:nvSpPr>
          <p:cNvPr id="52" name="text52"/>
          <p:cNvSpPr txBox="1"/>
          <p:nvPr/>
        </p:nvSpPr>
        <p:spPr>
          <a:xfrm>
            <a:off x="7643622"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08</a:t>
            </a:r>
          </a:p>
        </p:txBody>
      </p:sp>
      <p:sp>
        <p:nvSpPr>
          <p:cNvPr id="53" name="line53"/>
          <p:cNvSpPr/>
          <p:nvPr/>
        </p:nvSpPr>
        <p:spPr>
          <a:xfrm>
            <a:off x="7643622" y="2587752"/>
            <a:ext cx="0" cy="3566160"/>
          </a:xfrm>
          <a:prstGeom prst="line">
            <a:avLst/>
          </a:prstGeom>
          <a:noFill/>
          <a:ln w="3810">
            <a:solidFill>
              <a:srgbClr val="242424"/>
            </a:solidFill>
            <a:prstDash val="solid"/>
          </a:ln>
        </p:spPr>
        <p:txBody>
          <a:bodyPr/>
          <a:lstStyle/>
          <a:p>
            <a:endParaRPr lang="uk-UA"/>
          </a:p>
        </p:txBody>
      </p:sp>
      <p:sp>
        <p:nvSpPr>
          <p:cNvPr id="54" name="text54"/>
          <p:cNvSpPr txBox="1"/>
          <p:nvPr/>
        </p:nvSpPr>
        <p:spPr>
          <a:xfrm>
            <a:off x="8070723"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09</a:t>
            </a:r>
          </a:p>
        </p:txBody>
      </p:sp>
      <p:sp>
        <p:nvSpPr>
          <p:cNvPr id="55" name="line55"/>
          <p:cNvSpPr/>
          <p:nvPr/>
        </p:nvSpPr>
        <p:spPr>
          <a:xfrm>
            <a:off x="8070723" y="2587752"/>
            <a:ext cx="0" cy="3566160"/>
          </a:xfrm>
          <a:prstGeom prst="line">
            <a:avLst/>
          </a:prstGeom>
          <a:noFill/>
          <a:ln w="3810">
            <a:solidFill>
              <a:srgbClr val="242424"/>
            </a:solidFill>
            <a:prstDash val="solid"/>
          </a:ln>
        </p:spPr>
        <p:txBody>
          <a:bodyPr/>
          <a:lstStyle/>
          <a:p>
            <a:endParaRPr lang="uk-UA"/>
          </a:p>
        </p:txBody>
      </p:sp>
      <p:sp>
        <p:nvSpPr>
          <p:cNvPr id="56" name="text56"/>
          <p:cNvSpPr txBox="1"/>
          <p:nvPr/>
        </p:nvSpPr>
        <p:spPr>
          <a:xfrm>
            <a:off x="8497824"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57" name="line57"/>
          <p:cNvSpPr/>
          <p:nvPr/>
        </p:nvSpPr>
        <p:spPr>
          <a:xfrm>
            <a:off x="8497824" y="2587752"/>
            <a:ext cx="0" cy="3566160"/>
          </a:xfrm>
          <a:prstGeom prst="line">
            <a:avLst/>
          </a:prstGeom>
          <a:noFill/>
          <a:ln w="3810">
            <a:solidFill>
              <a:srgbClr val="242424"/>
            </a:solidFill>
            <a:prstDash val="solid"/>
          </a:ln>
        </p:spPr>
        <p:txBody>
          <a:bodyPr/>
          <a:lstStyle/>
          <a:p>
            <a:endParaRPr lang="uk-UA"/>
          </a:p>
        </p:txBody>
      </p:sp>
      <p:sp>
        <p:nvSpPr>
          <p:cNvPr id="58" name="text58"/>
          <p:cNvSpPr txBox="1"/>
          <p:nvPr/>
        </p:nvSpPr>
        <p:spPr>
          <a:xfrm>
            <a:off x="8924925"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59" name="line59"/>
          <p:cNvSpPr/>
          <p:nvPr/>
        </p:nvSpPr>
        <p:spPr>
          <a:xfrm>
            <a:off x="8924925" y="2587752"/>
            <a:ext cx="0" cy="3566160"/>
          </a:xfrm>
          <a:prstGeom prst="line">
            <a:avLst/>
          </a:prstGeom>
          <a:noFill/>
          <a:ln w="3810">
            <a:solidFill>
              <a:srgbClr val="242424"/>
            </a:solidFill>
            <a:prstDash val="solid"/>
          </a:ln>
        </p:spPr>
        <p:txBody>
          <a:bodyPr/>
          <a:lstStyle/>
          <a:p>
            <a:endParaRPr lang="uk-UA"/>
          </a:p>
        </p:txBody>
      </p:sp>
      <p:sp>
        <p:nvSpPr>
          <p:cNvPr id="60" name="text60"/>
          <p:cNvSpPr txBox="1"/>
          <p:nvPr/>
        </p:nvSpPr>
        <p:spPr>
          <a:xfrm>
            <a:off x="9352026"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61" name="line61"/>
          <p:cNvSpPr/>
          <p:nvPr/>
        </p:nvSpPr>
        <p:spPr>
          <a:xfrm>
            <a:off x="9352026" y="2587752"/>
            <a:ext cx="0" cy="3566160"/>
          </a:xfrm>
          <a:prstGeom prst="line">
            <a:avLst/>
          </a:prstGeom>
          <a:noFill/>
          <a:ln w="3810">
            <a:solidFill>
              <a:srgbClr val="242424"/>
            </a:solidFill>
            <a:prstDash val="solid"/>
          </a:ln>
        </p:spPr>
        <p:txBody>
          <a:bodyPr/>
          <a:lstStyle/>
          <a:p>
            <a:endParaRPr lang="uk-UA"/>
          </a:p>
        </p:txBody>
      </p:sp>
      <p:sp>
        <p:nvSpPr>
          <p:cNvPr id="62" name="text62"/>
          <p:cNvSpPr txBox="1"/>
          <p:nvPr/>
        </p:nvSpPr>
        <p:spPr>
          <a:xfrm>
            <a:off x="9779127"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a:t>
            </a:r>
          </a:p>
        </p:txBody>
      </p:sp>
      <p:sp>
        <p:nvSpPr>
          <p:cNvPr id="63" name="line63"/>
          <p:cNvSpPr/>
          <p:nvPr/>
        </p:nvSpPr>
        <p:spPr>
          <a:xfrm>
            <a:off x="9779127" y="2587752"/>
            <a:ext cx="0" cy="3566160"/>
          </a:xfrm>
          <a:prstGeom prst="line">
            <a:avLst/>
          </a:prstGeom>
          <a:noFill/>
          <a:ln w="3810">
            <a:solidFill>
              <a:srgbClr val="242424"/>
            </a:solidFill>
            <a:prstDash val="solid"/>
          </a:ln>
        </p:spPr>
        <p:txBody>
          <a:bodyPr/>
          <a:lstStyle/>
          <a:p>
            <a:endParaRPr lang="uk-UA"/>
          </a:p>
        </p:txBody>
      </p:sp>
      <p:sp>
        <p:nvSpPr>
          <p:cNvPr id="64" name="text64"/>
          <p:cNvSpPr txBox="1"/>
          <p:nvPr/>
        </p:nvSpPr>
        <p:spPr>
          <a:xfrm>
            <a:off x="1020622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65" name="line65"/>
          <p:cNvSpPr/>
          <p:nvPr/>
        </p:nvSpPr>
        <p:spPr>
          <a:xfrm>
            <a:off x="10206228" y="2587752"/>
            <a:ext cx="0" cy="3566160"/>
          </a:xfrm>
          <a:prstGeom prst="line">
            <a:avLst/>
          </a:prstGeom>
          <a:noFill/>
          <a:ln w="3810">
            <a:solidFill>
              <a:srgbClr val="242424"/>
            </a:solidFill>
            <a:prstDash val="solid"/>
          </a:ln>
        </p:spPr>
        <p:txBody>
          <a:bodyPr/>
          <a:lstStyle/>
          <a:p>
            <a:endParaRPr lang="uk-UA"/>
          </a:p>
        </p:txBody>
      </p:sp>
      <p:sp>
        <p:nvSpPr>
          <p:cNvPr id="66" name="text66"/>
          <p:cNvSpPr txBox="1"/>
          <p:nvPr/>
        </p:nvSpPr>
        <p:spPr>
          <a:xfrm>
            <a:off x="1063332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15</a:t>
            </a:r>
          </a:p>
        </p:txBody>
      </p:sp>
      <p:sp>
        <p:nvSpPr>
          <p:cNvPr id="67" name="line67"/>
          <p:cNvSpPr/>
          <p:nvPr/>
        </p:nvSpPr>
        <p:spPr>
          <a:xfrm>
            <a:off x="10633329" y="2587752"/>
            <a:ext cx="0" cy="3566160"/>
          </a:xfrm>
          <a:prstGeom prst="line">
            <a:avLst/>
          </a:prstGeom>
          <a:noFill/>
          <a:ln w="3810">
            <a:solidFill>
              <a:srgbClr val="242424"/>
            </a:solidFill>
            <a:prstDash val="solid"/>
          </a:ln>
        </p:spPr>
        <p:txBody>
          <a:bodyPr/>
          <a:lstStyle/>
          <a:p>
            <a:endParaRPr lang="uk-UA"/>
          </a:p>
        </p:txBody>
      </p:sp>
      <p:sp>
        <p:nvSpPr>
          <p:cNvPr id="68" name="text68"/>
          <p:cNvSpPr txBox="1"/>
          <p:nvPr/>
        </p:nvSpPr>
        <p:spPr>
          <a:xfrm>
            <a:off x="1106043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69" name="line69"/>
          <p:cNvSpPr/>
          <p:nvPr/>
        </p:nvSpPr>
        <p:spPr>
          <a:xfrm>
            <a:off x="11060430" y="2587752"/>
            <a:ext cx="0" cy="3566160"/>
          </a:xfrm>
          <a:prstGeom prst="line">
            <a:avLst/>
          </a:prstGeom>
          <a:noFill/>
          <a:ln w="3810">
            <a:solidFill>
              <a:srgbClr val="242424"/>
            </a:solidFill>
            <a:prstDash val="solid"/>
          </a:ln>
        </p:spPr>
        <p:txBody>
          <a:bodyPr/>
          <a:lstStyle/>
          <a:p>
            <a:endParaRPr lang="uk-UA"/>
          </a:p>
        </p:txBody>
      </p:sp>
      <p:sp>
        <p:nvSpPr>
          <p:cNvPr id="70" name="text70"/>
          <p:cNvSpPr txBox="1"/>
          <p:nvPr/>
        </p:nvSpPr>
        <p:spPr>
          <a:xfrm>
            <a:off x="1148753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17</a:t>
            </a:r>
          </a:p>
        </p:txBody>
      </p:sp>
      <p:sp>
        <p:nvSpPr>
          <p:cNvPr id="71" name="line71"/>
          <p:cNvSpPr/>
          <p:nvPr/>
        </p:nvSpPr>
        <p:spPr>
          <a:xfrm>
            <a:off x="11487531" y="2587752"/>
            <a:ext cx="0" cy="3566160"/>
          </a:xfrm>
          <a:prstGeom prst="line">
            <a:avLst/>
          </a:prstGeom>
          <a:noFill/>
          <a:ln w="3810">
            <a:solidFill>
              <a:srgbClr val="242424"/>
            </a:solidFill>
            <a:prstDash val="solid"/>
          </a:ln>
        </p:spPr>
        <p:txBody>
          <a:bodyPr/>
          <a:lstStyle/>
          <a:p>
            <a:endParaRPr lang="uk-UA"/>
          </a:p>
        </p:txBody>
      </p:sp>
      <p:sp>
        <p:nvSpPr>
          <p:cNvPr id="72" name="line72"/>
          <p:cNvSpPr/>
          <p:nvPr/>
        </p:nvSpPr>
        <p:spPr>
          <a:xfrm>
            <a:off x="11914632" y="2587752"/>
            <a:ext cx="0" cy="3566160"/>
          </a:xfrm>
          <a:prstGeom prst="line">
            <a:avLst/>
          </a:prstGeom>
          <a:noFill/>
          <a:ln w="8255">
            <a:solidFill>
              <a:srgbClr val="505050"/>
            </a:solidFill>
            <a:prstDash val="solid"/>
          </a:ln>
        </p:spPr>
        <p:txBody>
          <a:bodyPr/>
          <a:lstStyle/>
          <a:p>
            <a:endParaRPr lang="uk-UA"/>
          </a:p>
        </p:txBody>
      </p:sp>
      <p:sp>
        <p:nvSpPr>
          <p:cNvPr id="73" name="line73"/>
          <p:cNvSpPr/>
          <p:nvPr/>
        </p:nvSpPr>
        <p:spPr>
          <a:xfrm>
            <a:off x="274320" y="3410712"/>
            <a:ext cx="11640312" cy="0"/>
          </a:xfrm>
          <a:prstGeom prst="line">
            <a:avLst/>
          </a:prstGeom>
          <a:noFill/>
          <a:ln w="4826">
            <a:solidFill>
              <a:srgbClr val="282828"/>
            </a:solidFill>
            <a:prstDash val="solid"/>
          </a:ln>
        </p:spPr>
        <p:txBody>
          <a:bodyPr/>
          <a:lstStyle/>
          <a:p>
            <a:endParaRPr lang="uk-UA"/>
          </a:p>
        </p:txBody>
      </p:sp>
      <p:sp>
        <p:nvSpPr>
          <p:cNvPr id="74" name="text74"/>
          <p:cNvSpPr txBox="1"/>
          <p:nvPr/>
        </p:nvSpPr>
        <p:spPr>
          <a:xfrm>
            <a:off x="347472" y="30906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Температура, °C</a:t>
            </a:r>
          </a:p>
        </p:txBody>
      </p:sp>
      <p:sp>
        <p:nvSpPr>
          <p:cNvPr id="75" name="text75"/>
          <p:cNvSpPr txBox="1"/>
          <p:nvPr/>
        </p:nvSpPr>
        <p:spPr>
          <a:xfrm>
            <a:off x="166420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76" name="text76"/>
          <p:cNvSpPr txBox="1"/>
          <p:nvPr/>
        </p:nvSpPr>
        <p:spPr>
          <a:xfrm>
            <a:off x="209130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77" name="text77"/>
          <p:cNvSpPr txBox="1"/>
          <p:nvPr/>
        </p:nvSpPr>
        <p:spPr>
          <a:xfrm>
            <a:off x="251841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78" name="text78"/>
          <p:cNvSpPr txBox="1"/>
          <p:nvPr/>
        </p:nvSpPr>
        <p:spPr>
          <a:xfrm>
            <a:off x="294551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+15°</a:t>
            </a:r>
          </a:p>
        </p:txBody>
      </p:sp>
      <p:sp>
        <p:nvSpPr>
          <p:cNvPr id="79" name="text79"/>
          <p:cNvSpPr txBox="1"/>
          <p:nvPr/>
        </p:nvSpPr>
        <p:spPr>
          <a:xfrm>
            <a:off x="3372612"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80" name="text80"/>
          <p:cNvSpPr txBox="1"/>
          <p:nvPr/>
        </p:nvSpPr>
        <p:spPr>
          <a:xfrm>
            <a:off x="3799713"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81" name="text81"/>
          <p:cNvSpPr txBox="1"/>
          <p:nvPr/>
        </p:nvSpPr>
        <p:spPr>
          <a:xfrm>
            <a:off x="4226814"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82" name="text82"/>
          <p:cNvSpPr txBox="1"/>
          <p:nvPr/>
        </p:nvSpPr>
        <p:spPr>
          <a:xfrm>
            <a:off x="4653915"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a:t>
            </a:r>
          </a:p>
        </p:txBody>
      </p:sp>
      <p:sp>
        <p:nvSpPr>
          <p:cNvPr id="83" name="text83"/>
          <p:cNvSpPr txBox="1"/>
          <p:nvPr/>
        </p:nvSpPr>
        <p:spPr>
          <a:xfrm>
            <a:off x="5081016"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84" name="text84"/>
          <p:cNvSpPr txBox="1"/>
          <p:nvPr/>
        </p:nvSpPr>
        <p:spPr>
          <a:xfrm>
            <a:off x="5508117"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85" name="text85"/>
          <p:cNvSpPr txBox="1"/>
          <p:nvPr/>
        </p:nvSpPr>
        <p:spPr>
          <a:xfrm>
            <a:off x="593521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86" name="text86"/>
          <p:cNvSpPr txBox="1"/>
          <p:nvPr/>
        </p:nvSpPr>
        <p:spPr>
          <a:xfrm>
            <a:off x="636231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87" name="text87"/>
          <p:cNvSpPr txBox="1"/>
          <p:nvPr/>
        </p:nvSpPr>
        <p:spPr>
          <a:xfrm>
            <a:off x="678942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88" name="text88"/>
          <p:cNvSpPr txBox="1"/>
          <p:nvPr/>
        </p:nvSpPr>
        <p:spPr>
          <a:xfrm>
            <a:off x="721652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89" name="text89"/>
          <p:cNvSpPr txBox="1"/>
          <p:nvPr/>
        </p:nvSpPr>
        <p:spPr>
          <a:xfrm>
            <a:off x="7643622"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90" name="text90"/>
          <p:cNvSpPr txBox="1"/>
          <p:nvPr/>
        </p:nvSpPr>
        <p:spPr>
          <a:xfrm>
            <a:off x="8070723"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91" name="text91"/>
          <p:cNvSpPr txBox="1"/>
          <p:nvPr/>
        </p:nvSpPr>
        <p:spPr>
          <a:xfrm>
            <a:off x="8497824"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92" name="text92"/>
          <p:cNvSpPr txBox="1"/>
          <p:nvPr/>
        </p:nvSpPr>
        <p:spPr>
          <a:xfrm>
            <a:off x="8924925"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+17°</a:t>
            </a:r>
          </a:p>
        </p:txBody>
      </p:sp>
      <p:sp>
        <p:nvSpPr>
          <p:cNvPr id="93" name="text93"/>
          <p:cNvSpPr txBox="1"/>
          <p:nvPr/>
        </p:nvSpPr>
        <p:spPr>
          <a:xfrm>
            <a:off x="9352026"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94" name="text94"/>
          <p:cNvSpPr txBox="1"/>
          <p:nvPr/>
        </p:nvSpPr>
        <p:spPr>
          <a:xfrm>
            <a:off x="9779127"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95" name="text95"/>
          <p:cNvSpPr txBox="1"/>
          <p:nvPr/>
        </p:nvSpPr>
        <p:spPr>
          <a:xfrm>
            <a:off x="1020622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96" name="text96"/>
          <p:cNvSpPr txBox="1"/>
          <p:nvPr/>
        </p:nvSpPr>
        <p:spPr>
          <a:xfrm>
            <a:off x="1063332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7" name="text97"/>
          <p:cNvSpPr txBox="1"/>
          <p:nvPr/>
        </p:nvSpPr>
        <p:spPr>
          <a:xfrm>
            <a:off x="1106043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8" name="text98"/>
          <p:cNvSpPr txBox="1"/>
          <p:nvPr/>
        </p:nvSpPr>
        <p:spPr>
          <a:xfrm>
            <a:off x="1148753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9" name="line99"/>
          <p:cNvSpPr/>
          <p:nvPr/>
        </p:nvSpPr>
        <p:spPr>
          <a:xfrm>
            <a:off x="274320" y="3867912"/>
            <a:ext cx="11640312" cy="0"/>
          </a:xfrm>
          <a:prstGeom prst="line">
            <a:avLst/>
          </a:prstGeom>
          <a:noFill/>
          <a:ln w="4826">
            <a:solidFill>
              <a:srgbClr val="282828"/>
            </a:solidFill>
            <a:prstDash val="solid"/>
          </a:ln>
        </p:spPr>
        <p:txBody>
          <a:bodyPr/>
          <a:lstStyle/>
          <a:p>
            <a:endParaRPr lang="uk-UA"/>
          </a:p>
        </p:txBody>
      </p:sp>
      <p:sp>
        <p:nvSpPr>
          <p:cNvPr id="100" name="text100"/>
          <p:cNvSpPr txBox="1"/>
          <p:nvPr/>
        </p:nvSpPr>
        <p:spPr>
          <a:xfrm>
            <a:off x="347472" y="35478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Опади, мм / %</a:t>
            </a:r>
          </a:p>
        </p:txBody>
      </p:sp>
      <p:sp>
        <p:nvSpPr>
          <p:cNvPr id="101" name="text101"/>
          <p:cNvSpPr txBox="1"/>
          <p:nvPr/>
        </p:nvSpPr>
        <p:spPr>
          <a:xfrm>
            <a:off x="166420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0.0/13</a:t>
            </a:r>
          </a:p>
        </p:txBody>
      </p:sp>
      <p:sp>
        <p:nvSpPr>
          <p:cNvPr id="102" name="text102"/>
          <p:cNvSpPr txBox="1"/>
          <p:nvPr/>
        </p:nvSpPr>
        <p:spPr>
          <a:xfrm>
            <a:off x="209130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03" name="text103"/>
          <p:cNvSpPr txBox="1"/>
          <p:nvPr/>
        </p:nvSpPr>
        <p:spPr>
          <a:xfrm>
            <a:off x="251841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04" name="text104"/>
          <p:cNvSpPr txBox="1"/>
          <p:nvPr/>
        </p:nvSpPr>
        <p:spPr>
          <a:xfrm>
            <a:off x="294551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05" name="text105"/>
          <p:cNvSpPr txBox="1"/>
          <p:nvPr/>
        </p:nvSpPr>
        <p:spPr>
          <a:xfrm>
            <a:off x="3372612"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06" name="text106"/>
          <p:cNvSpPr txBox="1"/>
          <p:nvPr/>
        </p:nvSpPr>
        <p:spPr>
          <a:xfrm>
            <a:off x="3799713"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07" name="text107"/>
          <p:cNvSpPr txBox="1"/>
          <p:nvPr/>
        </p:nvSpPr>
        <p:spPr>
          <a:xfrm>
            <a:off x="4226814"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0.0/8</a:t>
            </a:r>
          </a:p>
        </p:txBody>
      </p:sp>
      <p:sp>
        <p:nvSpPr>
          <p:cNvPr id="108" name="text108"/>
          <p:cNvSpPr txBox="1"/>
          <p:nvPr/>
        </p:nvSpPr>
        <p:spPr>
          <a:xfrm>
            <a:off x="4653915"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0.0/8</a:t>
            </a:r>
          </a:p>
        </p:txBody>
      </p:sp>
      <p:sp>
        <p:nvSpPr>
          <p:cNvPr id="109" name="text109"/>
          <p:cNvSpPr txBox="1"/>
          <p:nvPr/>
        </p:nvSpPr>
        <p:spPr>
          <a:xfrm>
            <a:off x="5081016"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0" name="text110"/>
          <p:cNvSpPr txBox="1"/>
          <p:nvPr/>
        </p:nvSpPr>
        <p:spPr>
          <a:xfrm>
            <a:off x="5508117"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1" name="text111"/>
          <p:cNvSpPr txBox="1"/>
          <p:nvPr/>
        </p:nvSpPr>
        <p:spPr>
          <a:xfrm>
            <a:off x="593521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12" name="text112"/>
          <p:cNvSpPr txBox="1"/>
          <p:nvPr/>
        </p:nvSpPr>
        <p:spPr>
          <a:xfrm>
            <a:off x="636231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3" name="text113"/>
          <p:cNvSpPr txBox="1"/>
          <p:nvPr/>
        </p:nvSpPr>
        <p:spPr>
          <a:xfrm>
            <a:off x="678942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4" name="text114"/>
          <p:cNvSpPr txBox="1"/>
          <p:nvPr/>
        </p:nvSpPr>
        <p:spPr>
          <a:xfrm>
            <a:off x="721652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5" name="text115"/>
          <p:cNvSpPr txBox="1"/>
          <p:nvPr/>
        </p:nvSpPr>
        <p:spPr>
          <a:xfrm>
            <a:off x="7643622"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6" name="text116"/>
          <p:cNvSpPr txBox="1"/>
          <p:nvPr/>
        </p:nvSpPr>
        <p:spPr>
          <a:xfrm>
            <a:off x="8070723"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7" name="text117"/>
          <p:cNvSpPr txBox="1"/>
          <p:nvPr/>
        </p:nvSpPr>
        <p:spPr>
          <a:xfrm>
            <a:off x="8497824"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8" name="text118"/>
          <p:cNvSpPr txBox="1"/>
          <p:nvPr/>
        </p:nvSpPr>
        <p:spPr>
          <a:xfrm>
            <a:off x="8924925"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19" name="text119"/>
          <p:cNvSpPr txBox="1"/>
          <p:nvPr/>
        </p:nvSpPr>
        <p:spPr>
          <a:xfrm>
            <a:off x="9352026"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0.0/8</a:t>
            </a:r>
          </a:p>
        </p:txBody>
      </p:sp>
      <p:sp>
        <p:nvSpPr>
          <p:cNvPr id="120" name="text120"/>
          <p:cNvSpPr txBox="1"/>
          <p:nvPr/>
        </p:nvSpPr>
        <p:spPr>
          <a:xfrm>
            <a:off x="9779127"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0.1/15</a:t>
            </a:r>
          </a:p>
        </p:txBody>
      </p:sp>
      <p:sp>
        <p:nvSpPr>
          <p:cNvPr id="121" name="text121"/>
          <p:cNvSpPr txBox="1"/>
          <p:nvPr/>
        </p:nvSpPr>
        <p:spPr>
          <a:xfrm>
            <a:off x="1020622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0.0/25</a:t>
            </a:r>
          </a:p>
        </p:txBody>
      </p:sp>
      <p:sp>
        <p:nvSpPr>
          <p:cNvPr id="122" name="text122"/>
          <p:cNvSpPr txBox="1"/>
          <p:nvPr/>
        </p:nvSpPr>
        <p:spPr>
          <a:xfrm>
            <a:off x="1063332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0.0/25</a:t>
            </a:r>
          </a:p>
        </p:txBody>
      </p:sp>
      <p:sp>
        <p:nvSpPr>
          <p:cNvPr id="123" name="text123"/>
          <p:cNvSpPr txBox="1"/>
          <p:nvPr/>
        </p:nvSpPr>
        <p:spPr>
          <a:xfrm>
            <a:off x="1106043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0.0/10</a:t>
            </a:r>
          </a:p>
        </p:txBody>
      </p:sp>
      <p:sp>
        <p:nvSpPr>
          <p:cNvPr id="124" name="text124"/>
          <p:cNvSpPr txBox="1"/>
          <p:nvPr/>
        </p:nvSpPr>
        <p:spPr>
          <a:xfrm>
            <a:off x="1148753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25" name="line125"/>
          <p:cNvSpPr/>
          <p:nvPr/>
        </p:nvSpPr>
        <p:spPr>
          <a:xfrm>
            <a:off x="274320" y="4325112"/>
            <a:ext cx="11640312" cy="0"/>
          </a:xfrm>
          <a:prstGeom prst="line">
            <a:avLst/>
          </a:prstGeom>
          <a:noFill/>
          <a:ln w="4826">
            <a:solidFill>
              <a:srgbClr val="282828"/>
            </a:solidFill>
            <a:prstDash val="solid"/>
          </a:ln>
        </p:spPr>
        <p:txBody>
          <a:bodyPr/>
          <a:lstStyle/>
          <a:p>
            <a:endParaRPr lang="uk-UA"/>
          </a:p>
        </p:txBody>
      </p:sp>
      <p:sp>
        <p:nvSpPr>
          <p:cNvPr id="126" name="text126"/>
          <p:cNvSpPr txBox="1"/>
          <p:nvPr/>
        </p:nvSpPr>
        <p:spPr>
          <a:xfrm>
            <a:off x="347472" y="40050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Видимість, км</a:t>
            </a:r>
          </a:p>
        </p:txBody>
      </p:sp>
      <p:sp>
        <p:nvSpPr>
          <p:cNvPr id="127" name="text127"/>
          <p:cNvSpPr txBox="1"/>
          <p:nvPr/>
        </p:nvSpPr>
        <p:spPr>
          <a:xfrm>
            <a:off x="166420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28" name="text128"/>
          <p:cNvSpPr txBox="1"/>
          <p:nvPr/>
        </p:nvSpPr>
        <p:spPr>
          <a:xfrm>
            <a:off x="209130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29" name="text129"/>
          <p:cNvSpPr txBox="1"/>
          <p:nvPr/>
        </p:nvSpPr>
        <p:spPr>
          <a:xfrm>
            <a:off x="251841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39</a:t>
            </a:r>
          </a:p>
        </p:txBody>
      </p:sp>
      <p:sp>
        <p:nvSpPr>
          <p:cNvPr id="130" name="text130"/>
          <p:cNvSpPr txBox="1"/>
          <p:nvPr/>
        </p:nvSpPr>
        <p:spPr>
          <a:xfrm>
            <a:off x="294551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35</a:t>
            </a:r>
          </a:p>
        </p:txBody>
      </p:sp>
      <p:sp>
        <p:nvSpPr>
          <p:cNvPr id="131" name="text131"/>
          <p:cNvSpPr txBox="1"/>
          <p:nvPr/>
        </p:nvSpPr>
        <p:spPr>
          <a:xfrm>
            <a:off x="3372612"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34</a:t>
            </a:r>
          </a:p>
        </p:txBody>
      </p:sp>
      <p:sp>
        <p:nvSpPr>
          <p:cNvPr id="132" name="text132"/>
          <p:cNvSpPr txBox="1"/>
          <p:nvPr/>
        </p:nvSpPr>
        <p:spPr>
          <a:xfrm>
            <a:off x="3799713"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33</a:t>
            </a:r>
          </a:p>
        </p:txBody>
      </p:sp>
      <p:sp>
        <p:nvSpPr>
          <p:cNvPr id="133" name="text133"/>
          <p:cNvSpPr txBox="1"/>
          <p:nvPr/>
        </p:nvSpPr>
        <p:spPr>
          <a:xfrm>
            <a:off x="4226814"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32</a:t>
            </a:r>
          </a:p>
        </p:txBody>
      </p:sp>
      <p:sp>
        <p:nvSpPr>
          <p:cNvPr id="134" name="text134"/>
          <p:cNvSpPr txBox="1"/>
          <p:nvPr/>
        </p:nvSpPr>
        <p:spPr>
          <a:xfrm>
            <a:off x="4653915"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29</a:t>
            </a:r>
          </a:p>
        </p:txBody>
      </p:sp>
      <p:sp>
        <p:nvSpPr>
          <p:cNvPr id="135" name="text135"/>
          <p:cNvSpPr txBox="1"/>
          <p:nvPr/>
        </p:nvSpPr>
        <p:spPr>
          <a:xfrm>
            <a:off x="5081016"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27</a:t>
            </a:r>
          </a:p>
        </p:txBody>
      </p:sp>
      <p:sp>
        <p:nvSpPr>
          <p:cNvPr id="136" name="text136"/>
          <p:cNvSpPr txBox="1"/>
          <p:nvPr/>
        </p:nvSpPr>
        <p:spPr>
          <a:xfrm>
            <a:off x="5508117"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25</a:t>
            </a:r>
          </a:p>
        </p:txBody>
      </p:sp>
      <p:sp>
        <p:nvSpPr>
          <p:cNvPr id="137" name="text137"/>
          <p:cNvSpPr txBox="1"/>
          <p:nvPr/>
        </p:nvSpPr>
        <p:spPr>
          <a:xfrm>
            <a:off x="593521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22</a:t>
            </a:r>
          </a:p>
        </p:txBody>
      </p:sp>
      <p:sp>
        <p:nvSpPr>
          <p:cNvPr id="138" name="text138"/>
          <p:cNvSpPr txBox="1"/>
          <p:nvPr/>
        </p:nvSpPr>
        <p:spPr>
          <a:xfrm>
            <a:off x="636231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23</a:t>
            </a:r>
          </a:p>
        </p:txBody>
      </p:sp>
      <p:sp>
        <p:nvSpPr>
          <p:cNvPr id="139" name="text139"/>
          <p:cNvSpPr txBox="1"/>
          <p:nvPr/>
        </p:nvSpPr>
        <p:spPr>
          <a:xfrm>
            <a:off x="678942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140" name="text140"/>
          <p:cNvSpPr txBox="1"/>
          <p:nvPr/>
        </p:nvSpPr>
        <p:spPr>
          <a:xfrm>
            <a:off x="721652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141" name="text141"/>
          <p:cNvSpPr txBox="1"/>
          <p:nvPr/>
        </p:nvSpPr>
        <p:spPr>
          <a:xfrm>
            <a:off x="7643622"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26</a:t>
            </a:r>
          </a:p>
        </p:txBody>
      </p:sp>
      <p:sp>
        <p:nvSpPr>
          <p:cNvPr id="142" name="text142"/>
          <p:cNvSpPr txBox="1"/>
          <p:nvPr/>
        </p:nvSpPr>
        <p:spPr>
          <a:xfrm>
            <a:off x="8070723"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31</a:t>
            </a:r>
          </a:p>
        </p:txBody>
      </p:sp>
      <p:sp>
        <p:nvSpPr>
          <p:cNvPr id="143" name="text143"/>
          <p:cNvSpPr txBox="1"/>
          <p:nvPr/>
        </p:nvSpPr>
        <p:spPr>
          <a:xfrm>
            <a:off x="8497824"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38</a:t>
            </a:r>
          </a:p>
        </p:txBody>
      </p:sp>
      <p:sp>
        <p:nvSpPr>
          <p:cNvPr id="144" name="text144"/>
          <p:cNvSpPr txBox="1"/>
          <p:nvPr/>
        </p:nvSpPr>
        <p:spPr>
          <a:xfrm>
            <a:off x="8924925"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40</a:t>
            </a:r>
          </a:p>
        </p:txBody>
      </p:sp>
      <p:sp>
        <p:nvSpPr>
          <p:cNvPr id="145" name="text145"/>
          <p:cNvSpPr txBox="1"/>
          <p:nvPr/>
        </p:nvSpPr>
        <p:spPr>
          <a:xfrm>
            <a:off x="9352026"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46" name="text146"/>
          <p:cNvSpPr txBox="1"/>
          <p:nvPr/>
        </p:nvSpPr>
        <p:spPr>
          <a:xfrm>
            <a:off x="9779127"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47" name="text147"/>
          <p:cNvSpPr txBox="1"/>
          <p:nvPr/>
        </p:nvSpPr>
        <p:spPr>
          <a:xfrm>
            <a:off x="1020622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40</a:t>
            </a:r>
          </a:p>
        </p:txBody>
      </p:sp>
      <p:sp>
        <p:nvSpPr>
          <p:cNvPr id="148" name="text148"/>
          <p:cNvSpPr txBox="1"/>
          <p:nvPr/>
        </p:nvSpPr>
        <p:spPr>
          <a:xfrm>
            <a:off x="1063332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42</a:t>
            </a:r>
          </a:p>
        </p:txBody>
      </p:sp>
      <p:sp>
        <p:nvSpPr>
          <p:cNvPr id="149" name="text149"/>
          <p:cNvSpPr txBox="1"/>
          <p:nvPr/>
        </p:nvSpPr>
        <p:spPr>
          <a:xfrm>
            <a:off x="1106043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42</a:t>
            </a:r>
          </a:p>
        </p:txBody>
      </p:sp>
      <p:sp>
        <p:nvSpPr>
          <p:cNvPr id="150" name="text150"/>
          <p:cNvSpPr txBox="1"/>
          <p:nvPr/>
        </p:nvSpPr>
        <p:spPr>
          <a:xfrm>
            <a:off x="1148753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42</a:t>
            </a:r>
          </a:p>
        </p:txBody>
      </p:sp>
      <p:sp>
        <p:nvSpPr>
          <p:cNvPr id="151" name="line151"/>
          <p:cNvSpPr/>
          <p:nvPr/>
        </p:nvSpPr>
        <p:spPr>
          <a:xfrm>
            <a:off x="274320" y="4782312"/>
            <a:ext cx="11640312" cy="0"/>
          </a:xfrm>
          <a:prstGeom prst="line">
            <a:avLst/>
          </a:prstGeom>
          <a:noFill/>
          <a:ln w="4826">
            <a:solidFill>
              <a:srgbClr val="282828"/>
            </a:solidFill>
            <a:prstDash val="solid"/>
          </a:ln>
        </p:spPr>
        <p:txBody>
          <a:bodyPr/>
          <a:lstStyle/>
          <a:p>
            <a:endParaRPr lang="uk-UA"/>
          </a:p>
        </p:txBody>
      </p:sp>
      <p:sp>
        <p:nvSpPr>
          <p:cNvPr id="152" name="text152"/>
          <p:cNvSpPr txBox="1"/>
          <p:nvPr/>
        </p:nvSpPr>
        <p:spPr>
          <a:xfrm>
            <a:off x="347472" y="44622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10 м, м/с</a:t>
            </a:r>
          </a:p>
        </p:txBody>
      </p:sp>
      <p:pic>
        <p:nvPicPr>
          <p:cNvPr id="153" name="hourly wind"/>
          <p:cNvPicPr/>
          <p:nvPr/>
        </p:nvPicPr>
        <p:blipFill>
          <a:blip r:embed="rId4"/>
          <a:stretch>
            <a:fillRect/>
          </a:stretch>
        </p:blipFill>
        <p:spPr>
          <a:xfrm rot="17640000">
            <a:off x="1715460" y="4507992"/>
            <a:ext cx="91440" cy="91440"/>
          </a:xfrm>
          <a:prstGeom prst="rect">
            <a:avLst/>
          </a:prstGeom>
        </p:spPr>
      </p:pic>
      <p:sp>
        <p:nvSpPr>
          <p:cNvPr id="154" name="text154"/>
          <p:cNvSpPr txBox="1"/>
          <p:nvPr/>
        </p:nvSpPr>
        <p:spPr>
          <a:xfrm>
            <a:off x="182650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55" name="hourly wind"/>
          <p:cNvPicPr/>
          <p:nvPr/>
        </p:nvPicPr>
        <p:blipFill>
          <a:blip r:embed="rId4"/>
          <a:stretch>
            <a:fillRect/>
          </a:stretch>
        </p:blipFill>
        <p:spPr>
          <a:xfrm rot="17220000">
            <a:off x="2142561" y="4507992"/>
            <a:ext cx="91440" cy="91440"/>
          </a:xfrm>
          <a:prstGeom prst="rect">
            <a:avLst/>
          </a:prstGeom>
        </p:spPr>
      </p:pic>
      <p:sp>
        <p:nvSpPr>
          <p:cNvPr id="156" name="text156"/>
          <p:cNvSpPr txBox="1"/>
          <p:nvPr/>
        </p:nvSpPr>
        <p:spPr>
          <a:xfrm>
            <a:off x="225360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57" name="hourly wind"/>
          <p:cNvPicPr/>
          <p:nvPr/>
        </p:nvPicPr>
        <p:blipFill>
          <a:blip r:embed="rId4"/>
          <a:stretch>
            <a:fillRect/>
          </a:stretch>
        </p:blipFill>
        <p:spPr>
          <a:xfrm rot="16860000">
            <a:off x="2569662" y="4507992"/>
            <a:ext cx="91440" cy="91440"/>
          </a:xfrm>
          <a:prstGeom prst="rect">
            <a:avLst/>
          </a:prstGeom>
        </p:spPr>
      </p:pic>
      <p:sp>
        <p:nvSpPr>
          <p:cNvPr id="158" name="text158"/>
          <p:cNvSpPr txBox="1"/>
          <p:nvPr/>
        </p:nvSpPr>
        <p:spPr>
          <a:xfrm>
            <a:off x="268070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59" name="hourly wind"/>
          <p:cNvPicPr/>
          <p:nvPr/>
        </p:nvPicPr>
        <p:blipFill>
          <a:blip r:embed="rId4"/>
          <a:stretch>
            <a:fillRect/>
          </a:stretch>
        </p:blipFill>
        <p:spPr>
          <a:xfrm rot="16980000">
            <a:off x="2996763" y="4507992"/>
            <a:ext cx="91440" cy="91440"/>
          </a:xfrm>
          <a:prstGeom prst="rect">
            <a:avLst/>
          </a:prstGeom>
        </p:spPr>
      </p:pic>
      <p:sp>
        <p:nvSpPr>
          <p:cNvPr id="160" name="text160"/>
          <p:cNvSpPr txBox="1"/>
          <p:nvPr/>
        </p:nvSpPr>
        <p:spPr>
          <a:xfrm>
            <a:off x="310780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1" name="hourly wind"/>
          <p:cNvPicPr/>
          <p:nvPr/>
        </p:nvPicPr>
        <p:blipFill>
          <a:blip r:embed="rId4"/>
          <a:stretch>
            <a:fillRect/>
          </a:stretch>
        </p:blipFill>
        <p:spPr>
          <a:xfrm rot="17280000">
            <a:off x="3423864" y="4507992"/>
            <a:ext cx="91440" cy="91440"/>
          </a:xfrm>
          <a:prstGeom prst="rect">
            <a:avLst/>
          </a:prstGeom>
        </p:spPr>
      </p:pic>
      <p:sp>
        <p:nvSpPr>
          <p:cNvPr id="162" name="text162"/>
          <p:cNvSpPr txBox="1"/>
          <p:nvPr/>
        </p:nvSpPr>
        <p:spPr>
          <a:xfrm>
            <a:off x="3534910"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3" name="hourly wind"/>
          <p:cNvPicPr/>
          <p:nvPr/>
        </p:nvPicPr>
        <p:blipFill>
          <a:blip r:embed="rId4"/>
          <a:stretch>
            <a:fillRect/>
          </a:stretch>
        </p:blipFill>
        <p:spPr>
          <a:xfrm rot="17580000">
            <a:off x="3850965" y="4507992"/>
            <a:ext cx="91440" cy="91440"/>
          </a:xfrm>
          <a:prstGeom prst="rect">
            <a:avLst/>
          </a:prstGeom>
        </p:spPr>
      </p:pic>
      <p:sp>
        <p:nvSpPr>
          <p:cNvPr id="164" name="text164"/>
          <p:cNvSpPr txBox="1"/>
          <p:nvPr/>
        </p:nvSpPr>
        <p:spPr>
          <a:xfrm>
            <a:off x="3962011"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5" name="hourly wind"/>
          <p:cNvPicPr/>
          <p:nvPr/>
        </p:nvPicPr>
        <p:blipFill>
          <a:blip r:embed="rId4"/>
          <a:stretch>
            <a:fillRect/>
          </a:stretch>
        </p:blipFill>
        <p:spPr>
          <a:xfrm rot="17580000">
            <a:off x="4278066" y="4507992"/>
            <a:ext cx="91440" cy="91440"/>
          </a:xfrm>
          <a:prstGeom prst="rect">
            <a:avLst/>
          </a:prstGeom>
        </p:spPr>
      </p:pic>
      <p:sp>
        <p:nvSpPr>
          <p:cNvPr id="166" name="text166"/>
          <p:cNvSpPr txBox="1"/>
          <p:nvPr/>
        </p:nvSpPr>
        <p:spPr>
          <a:xfrm>
            <a:off x="4389112"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7" name="hourly wind"/>
          <p:cNvPicPr/>
          <p:nvPr/>
        </p:nvPicPr>
        <p:blipFill>
          <a:blip r:embed="rId4"/>
          <a:stretch>
            <a:fillRect/>
          </a:stretch>
        </p:blipFill>
        <p:spPr>
          <a:xfrm rot="17520000">
            <a:off x="4705167" y="4507992"/>
            <a:ext cx="91440" cy="91440"/>
          </a:xfrm>
          <a:prstGeom prst="rect">
            <a:avLst/>
          </a:prstGeom>
        </p:spPr>
      </p:pic>
      <p:sp>
        <p:nvSpPr>
          <p:cNvPr id="168" name="text168"/>
          <p:cNvSpPr txBox="1"/>
          <p:nvPr/>
        </p:nvSpPr>
        <p:spPr>
          <a:xfrm>
            <a:off x="4816213"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9" name="hourly wind"/>
          <p:cNvPicPr/>
          <p:nvPr/>
        </p:nvPicPr>
        <p:blipFill>
          <a:blip r:embed="rId4"/>
          <a:stretch>
            <a:fillRect/>
          </a:stretch>
        </p:blipFill>
        <p:spPr>
          <a:xfrm rot="17940000">
            <a:off x="5132268" y="4507992"/>
            <a:ext cx="91440" cy="91440"/>
          </a:xfrm>
          <a:prstGeom prst="rect">
            <a:avLst/>
          </a:prstGeom>
        </p:spPr>
      </p:pic>
      <p:sp>
        <p:nvSpPr>
          <p:cNvPr id="170" name="text170"/>
          <p:cNvSpPr txBox="1"/>
          <p:nvPr/>
        </p:nvSpPr>
        <p:spPr>
          <a:xfrm>
            <a:off x="5243314"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71" name="hourly wind"/>
          <p:cNvPicPr/>
          <p:nvPr/>
        </p:nvPicPr>
        <p:blipFill>
          <a:blip r:embed="rId4"/>
          <a:stretch>
            <a:fillRect/>
          </a:stretch>
        </p:blipFill>
        <p:spPr>
          <a:xfrm rot="17880000">
            <a:off x="5559369" y="4507992"/>
            <a:ext cx="91440" cy="91440"/>
          </a:xfrm>
          <a:prstGeom prst="rect">
            <a:avLst/>
          </a:prstGeom>
        </p:spPr>
      </p:pic>
      <p:sp>
        <p:nvSpPr>
          <p:cNvPr id="172" name="text172"/>
          <p:cNvSpPr txBox="1"/>
          <p:nvPr/>
        </p:nvSpPr>
        <p:spPr>
          <a:xfrm>
            <a:off x="5670415"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73" name="hourly wind"/>
          <p:cNvPicPr/>
          <p:nvPr/>
        </p:nvPicPr>
        <p:blipFill>
          <a:blip r:embed="rId4"/>
          <a:stretch>
            <a:fillRect/>
          </a:stretch>
        </p:blipFill>
        <p:spPr>
          <a:xfrm rot="18060000">
            <a:off x="5986470" y="4507992"/>
            <a:ext cx="91440" cy="91440"/>
          </a:xfrm>
          <a:prstGeom prst="rect">
            <a:avLst/>
          </a:prstGeom>
        </p:spPr>
      </p:pic>
      <p:sp>
        <p:nvSpPr>
          <p:cNvPr id="174" name="text174"/>
          <p:cNvSpPr txBox="1"/>
          <p:nvPr/>
        </p:nvSpPr>
        <p:spPr>
          <a:xfrm>
            <a:off x="609751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75" name="hourly wind"/>
          <p:cNvPicPr/>
          <p:nvPr/>
        </p:nvPicPr>
        <p:blipFill>
          <a:blip r:embed="rId4"/>
          <a:stretch>
            <a:fillRect/>
          </a:stretch>
        </p:blipFill>
        <p:spPr>
          <a:xfrm rot="18120000">
            <a:off x="6413571" y="4507992"/>
            <a:ext cx="91440" cy="91440"/>
          </a:xfrm>
          <a:prstGeom prst="rect">
            <a:avLst/>
          </a:prstGeom>
        </p:spPr>
      </p:pic>
      <p:sp>
        <p:nvSpPr>
          <p:cNvPr id="176" name="text176"/>
          <p:cNvSpPr txBox="1"/>
          <p:nvPr/>
        </p:nvSpPr>
        <p:spPr>
          <a:xfrm>
            <a:off x="652461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77" name="hourly wind"/>
          <p:cNvPicPr/>
          <p:nvPr/>
        </p:nvPicPr>
        <p:blipFill>
          <a:blip r:embed="rId4"/>
          <a:stretch>
            <a:fillRect/>
          </a:stretch>
        </p:blipFill>
        <p:spPr>
          <a:xfrm rot="18000000">
            <a:off x="6840672" y="4507992"/>
            <a:ext cx="91440" cy="91440"/>
          </a:xfrm>
          <a:prstGeom prst="rect">
            <a:avLst/>
          </a:prstGeom>
        </p:spPr>
      </p:pic>
      <p:sp>
        <p:nvSpPr>
          <p:cNvPr id="178" name="text178"/>
          <p:cNvSpPr txBox="1"/>
          <p:nvPr/>
        </p:nvSpPr>
        <p:spPr>
          <a:xfrm>
            <a:off x="695171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9" name="hourly wind"/>
          <p:cNvPicPr/>
          <p:nvPr/>
        </p:nvPicPr>
        <p:blipFill>
          <a:blip r:embed="rId4"/>
          <a:stretch>
            <a:fillRect/>
          </a:stretch>
        </p:blipFill>
        <p:spPr>
          <a:xfrm rot="17940000">
            <a:off x="7267773" y="4507992"/>
            <a:ext cx="91440" cy="91440"/>
          </a:xfrm>
          <a:prstGeom prst="rect">
            <a:avLst/>
          </a:prstGeom>
        </p:spPr>
      </p:pic>
      <p:sp>
        <p:nvSpPr>
          <p:cNvPr id="180" name="text180"/>
          <p:cNvSpPr txBox="1"/>
          <p:nvPr/>
        </p:nvSpPr>
        <p:spPr>
          <a:xfrm>
            <a:off x="737881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81" name="hourly wind"/>
          <p:cNvPicPr/>
          <p:nvPr/>
        </p:nvPicPr>
        <p:blipFill>
          <a:blip r:embed="rId4"/>
          <a:stretch>
            <a:fillRect/>
          </a:stretch>
        </p:blipFill>
        <p:spPr>
          <a:xfrm rot="18420000">
            <a:off x="7694874" y="4507992"/>
            <a:ext cx="91440" cy="91440"/>
          </a:xfrm>
          <a:prstGeom prst="rect">
            <a:avLst/>
          </a:prstGeom>
        </p:spPr>
      </p:pic>
      <p:sp>
        <p:nvSpPr>
          <p:cNvPr id="182" name="text182"/>
          <p:cNvSpPr txBox="1"/>
          <p:nvPr/>
        </p:nvSpPr>
        <p:spPr>
          <a:xfrm>
            <a:off x="7805920"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3" name="hourly wind"/>
          <p:cNvPicPr/>
          <p:nvPr/>
        </p:nvPicPr>
        <p:blipFill>
          <a:blip r:embed="rId4"/>
          <a:stretch>
            <a:fillRect/>
          </a:stretch>
        </p:blipFill>
        <p:spPr>
          <a:xfrm rot="18840000">
            <a:off x="8121975" y="4507992"/>
            <a:ext cx="91440" cy="91440"/>
          </a:xfrm>
          <a:prstGeom prst="rect">
            <a:avLst/>
          </a:prstGeom>
        </p:spPr>
      </p:pic>
      <p:sp>
        <p:nvSpPr>
          <p:cNvPr id="184" name="text184"/>
          <p:cNvSpPr txBox="1"/>
          <p:nvPr/>
        </p:nvSpPr>
        <p:spPr>
          <a:xfrm>
            <a:off x="8233021"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5" name="hourly wind"/>
          <p:cNvPicPr/>
          <p:nvPr/>
        </p:nvPicPr>
        <p:blipFill>
          <a:blip r:embed="rId4"/>
          <a:stretch>
            <a:fillRect/>
          </a:stretch>
        </p:blipFill>
        <p:spPr>
          <a:xfrm rot="19080000">
            <a:off x="8549076" y="4507992"/>
            <a:ext cx="91440" cy="91440"/>
          </a:xfrm>
          <a:prstGeom prst="rect">
            <a:avLst/>
          </a:prstGeom>
        </p:spPr>
      </p:pic>
      <p:sp>
        <p:nvSpPr>
          <p:cNvPr id="186" name="text186"/>
          <p:cNvSpPr txBox="1"/>
          <p:nvPr/>
        </p:nvSpPr>
        <p:spPr>
          <a:xfrm>
            <a:off x="8660122"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87" name="hourly wind"/>
          <p:cNvPicPr/>
          <p:nvPr/>
        </p:nvPicPr>
        <p:blipFill>
          <a:blip r:embed="rId4"/>
          <a:stretch>
            <a:fillRect/>
          </a:stretch>
        </p:blipFill>
        <p:spPr>
          <a:xfrm rot="19260000">
            <a:off x="8976177" y="4507992"/>
            <a:ext cx="91440" cy="91440"/>
          </a:xfrm>
          <a:prstGeom prst="rect">
            <a:avLst/>
          </a:prstGeom>
        </p:spPr>
      </p:pic>
      <p:sp>
        <p:nvSpPr>
          <p:cNvPr id="188" name="text188"/>
          <p:cNvSpPr txBox="1"/>
          <p:nvPr/>
        </p:nvSpPr>
        <p:spPr>
          <a:xfrm>
            <a:off x="9087223"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89" name="hourly wind"/>
          <p:cNvPicPr/>
          <p:nvPr/>
        </p:nvPicPr>
        <p:blipFill>
          <a:blip r:embed="rId4"/>
          <a:stretch>
            <a:fillRect/>
          </a:stretch>
        </p:blipFill>
        <p:spPr>
          <a:xfrm rot="19020000">
            <a:off x="9403278" y="4507992"/>
            <a:ext cx="91440" cy="91440"/>
          </a:xfrm>
          <a:prstGeom prst="rect">
            <a:avLst/>
          </a:prstGeom>
        </p:spPr>
      </p:pic>
      <p:sp>
        <p:nvSpPr>
          <p:cNvPr id="190" name="text190"/>
          <p:cNvSpPr txBox="1"/>
          <p:nvPr/>
        </p:nvSpPr>
        <p:spPr>
          <a:xfrm>
            <a:off x="9514324"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1" name="hourly wind"/>
          <p:cNvPicPr/>
          <p:nvPr/>
        </p:nvPicPr>
        <p:blipFill>
          <a:blip r:embed="rId4"/>
          <a:stretch>
            <a:fillRect/>
          </a:stretch>
        </p:blipFill>
        <p:spPr>
          <a:xfrm rot="18960000">
            <a:off x="9830379" y="4507992"/>
            <a:ext cx="91440" cy="91440"/>
          </a:xfrm>
          <a:prstGeom prst="rect">
            <a:avLst/>
          </a:prstGeom>
        </p:spPr>
      </p:pic>
      <p:sp>
        <p:nvSpPr>
          <p:cNvPr id="192" name="text192"/>
          <p:cNvSpPr txBox="1"/>
          <p:nvPr/>
        </p:nvSpPr>
        <p:spPr>
          <a:xfrm>
            <a:off x="9941425"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3" name="hourly wind"/>
          <p:cNvPicPr/>
          <p:nvPr/>
        </p:nvPicPr>
        <p:blipFill>
          <a:blip r:embed="rId4"/>
          <a:stretch>
            <a:fillRect/>
          </a:stretch>
        </p:blipFill>
        <p:spPr>
          <a:xfrm rot="18780000">
            <a:off x="10257480" y="4507992"/>
            <a:ext cx="91440" cy="91440"/>
          </a:xfrm>
          <a:prstGeom prst="rect">
            <a:avLst/>
          </a:prstGeom>
        </p:spPr>
      </p:pic>
      <p:sp>
        <p:nvSpPr>
          <p:cNvPr id="194" name="text194"/>
          <p:cNvSpPr txBox="1"/>
          <p:nvPr/>
        </p:nvSpPr>
        <p:spPr>
          <a:xfrm>
            <a:off x="1036852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5" name="hourly wind"/>
          <p:cNvPicPr/>
          <p:nvPr/>
        </p:nvPicPr>
        <p:blipFill>
          <a:blip r:embed="rId4"/>
          <a:stretch>
            <a:fillRect/>
          </a:stretch>
        </p:blipFill>
        <p:spPr>
          <a:xfrm rot="19020000">
            <a:off x="10684581" y="4507992"/>
            <a:ext cx="91440" cy="91440"/>
          </a:xfrm>
          <a:prstGeom prst="rect">
            <a:avLst/>
          </a:prstGeom>
        </p:spPr>
      </p:pic>
      <p:sp>
        <p:nvSpPr>
          <p:cNvPr id="196" name="text196"/>
          <p:cNvSpPr txBox="1"/>
          <p:nvPr/>
        </p:nvSpPr>
        <p:spPr>
          <a:xfrm>
            <a:off x="1079562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7" name="hourly wind"/>
          <p:cNvPicPr/>
          <p:nvPr/>
        </p:nvPicPr>
        <p:blipFill>
          <a:blip r:embed="rId4"/>
          <a:stretch>
            <a:fillRect/>
          </a:stretch>
        </p:blipFill>
        <p:spPr>
          <a:xfrm rot="19320000">
            <a:off x="11111682" y="4507992"/>
            <a:ext cx="91440" cy="91440"/>
          </a:xfrm>
          <a:prstGeom prst="rect">
            <a:avLst/>
          </a:prstGeom>
        </p:spPr>
      </p:pic>
      <p:sp>
        <p:nvSpPr>
          <p:cNvPr id="198" name="text198"/>
          <p:cNvSpPr txBox="1"/>
          <p:nvPr/>
        </p:nvSpPr>
        <p:spPr>
          <a:xfrm>
            <a:off x="1122272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6</a:t>
            </a:r>
          </a:p>
        </p:txBody>
      </p:sp>
      <p:pic>
        <p:nvPicPr>
          <p:cNvPr id="199" name="hourly wind"/>
          <p:cNvPicPr/>
          <p:nvPr/>
        </p:nvPicPr>
        <p:blipFill>
          <a:blip r:embed="rId4"/>
          <a:stretch>
            <a:fillRect/>
          </a:stretch>
        </p:blipFill>
        <p:spPr>
          <a:xfrm rot="19440000">
            <a:off x="11538783" y="4507992"/>
            <a:ext cx="91440" cy="91440"/>
          </a:xfrm>
          <a:prstGeom prst="rect">
            <a:avLst/>
          </a:prstGeom>
        </p:spPr>
      </p:pic>
      <p:sp>
        <p:nvSpPr>
          <p:cNvPr id="200" name="text200"/>
          <p:cNvSpPr txBox="1"/>
          <p:nvPr/>
        </p:nvSpPr>
        <p:spPr>
          <a:xfrm>
            <a:off x="1164982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01" name="line201"/>
          <p:cNvSpPr/>
          <p:nvPr/>
        </p:nvSpPr>
        <p:spPr>
          <a:xfrm>
            <a:off x="274320" y="5239512"/>
            <a:ext cx="11640312" cy="0"/>
          </a:xfrm>
          <a:prstGeom prst="line">
            <a:avLst/>
          </a:prstGeom>
          <a:noFill/>
          <a:ln w="4826">
            <a:solidFill>
              <a:srgbClr val="282828"/>
            </a:solidFill>
            <a:prstDash val="solid"/>
          </a:ln>
        </p:spPr>
        <p:txBody>
          <a:bodyPr/>
          <a:lstStyle/>
          <a:p>
            <a:endParaRPr lang="uk-UA"/>
          </a:p>
        </p:txBody>
      </p:sp>
      <p:sp>
        <p:nvSpPr>
          <p:cNvPr id="202" name="text202"/>
          <p:cNvSpPr txBox="1"/>
          <p:nvPr/>
        </p:nvSpPr>
        <p:spPr>
          <a:xfrm>
            <a:off x="347472" y="49194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Пориви, м/с</a:t>
            </a:r>
          </a:p>
        </p:txBody>
      </p:sp>
      <p:sp>
        <p:nvSpPr>
          <p:cNvPr id="203" name="text203"/>
          <p:cNvSpPr txBox="1"/>
          <p:nvPr/>
        </p:nvSpPr>
        <p:spPr>
          <a:xfrm>
            <a:off x="1664208"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04" name="text204"/>
          <p:cNvSpPr txBox="1"/>
          <p:nvPr/>
        </p:nvSpPr>
        <p:spPr>
          <a:xfrm>
            <a:off x="2091309"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05" name="text205"/>
          <p:cNvSpPr txBox="1"/>
          <p:nvPr/>
        </p:nvSpPr>
        <p:spPr>
          <a:xfrm>
            <a:off x="2518410"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06" name="text206"/>
          <p:cNvSpPr txBox="1"/>
          <p:nvPr/>
        </p:nvSpPr>
        <p:spPr>
          <a:xfrm>
            <a:off x="2945511"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7" name="text207"/>
          <p:cNvSpPr txBox="1"/>
          <p:nvPr/>
        </p:nvSpPr>
        <p:spPr>
          <a:xfrm>
            <a:off x="3372612"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8" name="text208"/>
          <p:cNvSpPr txBox="1"/>
          <p:nvPr/>
        </p:nvSpPr>
        <p:spPr>
          <a:xfrm>
            <a:off x="3799713"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9" name="text209"/>
          <p:cNvSpPr txBox="1"/>
          <p:nvPr/>
        </p:nvSpPr>
        <p:spPr>
          <a:xfrm>
            <a:off x="4226814"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10" name="text210"/>
          <p:cNvSpPr txBox="1"/>
          <p:nvPr/>
        </p:nvSpPr>
        <p:spPr>
          <a:xfrm>
            <a:off x="4653915"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1" name="text211"/>
          <p:cNvSpPr txBox="1"/>
          <p:nvPr/>
        </p:nvSpPr>
        <p:spPr>
          <a:xfrm>
            <a:off x="5081016"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2" name="text212"/>
          <p:cNvSpPr txBox="1"/>
          <p:nvPr/>
        </p:nvSpPr>
        <p:spPr>
          <a:xfrm>
            <a:off x="5508117"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3" name="text213"/>
          <p:cNvSpPr txBox="1"/>
          <p:nvPr/>
        </p:nvSpPr>
        <p:spPr>
          <a:xfrm>
            <a:off x="5935218"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4" name="text214"/>
          <p:cNvSpPr txBox="1"/>
          <p:nvPr/>
        </p:nvSpPr>
        <p:spPr>
          <a:xfrm>
            <a:off x="6362319"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5" name="text215"/>
          <p:cNvSpPr txBox="1"/>
          <p:nvPr/>
        </p:nvSpPr>
        <p:spPr>
          <a:xfrm>
            <a:off x="6789420"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6" name="text216"/>
          <p:cNvSpPr txBox="1"/>
          <p:nvPr/>
        </p:nvSpPr>
        <p:spPr>
          <a:xfrm>
            <a:off x="7216521"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7" name="text217"/>
          <p:cNvSpPr txBox="1"/>
          <p:nvPr/>
        </p:nvSpPr>
        <p:spPr>
          <a:xfrm>
            <a:off x="7643622"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18" name="text218"/>
          <p:cNvSpPr txBox="1"/>
          <p:nvPr/>
        </p:nvSpPr>
        <p:spPr>
          <a:xfrm>
            <a:off x="8070723"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19" name="text219"/>
          <p:cNvSpPr txBox="1"/>
          <p:nvPr/>
        </p:nvSpPr>
        <p:spPr>
          <a:xfrm>
            <a:off x="8497824"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220" name="text220"/>
          <p:cNvSpPr txBox="1"/>
          <p:nvPr/>
        </p:nvSpPr>
        <p:spPr>
          <a:xfrm>
            <a:off x="8924925"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sp>
        <p:nvSpPr>
          <p:cNvPr id="221" name="text221"/>
          <p:cNvSpPr txBox="1"/>
          <p:nvPr/>
        </p:nvSpPr>
        <p:spPr>
          <a:xfrm>
            <a:off x="9352026"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sp>
        <p:nvSpPr>
          <p:cNvPr id="222" name="text222"/>
          <p:cNvSpPr txBox="1"/>
          <p:nvPr/>
        </p:nvSpPr>
        <p:spPr>
          <a:xfrm>
            <a:off x="9779127"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sp>
        <p:nvSpPr>
          <p:cNvPr id="223" name="text223"/>
          <p:cNvSpPr txBox="1"/>
          <p:nvPr/>
        </p:nvSpPr>
        <p:spPr>
          <a:xfrm>
            <a:off x="10206228"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sp>
        <p:nvSpPr>
          <p:cNvPr id="224" name="text224"/>
          <p:cNvSpPr txBox="1"/>
          <p:nvPr/>
        </p:nvSpPr>
        <p:spPr>
          <a:xfrm>
            <a:off x="10633329" y="4919472"/>
            <a:ext cx="427101" cy="182880"/>
          </a:xfrm>
          <a:prstGeom prst="rect">
            <a:avLst/>
          </a:prstGeom>
          <a:noFill/>
          <a:ln>
            <a:noFill/>
          </a:ln>
        </p:spPr>
        <p:txBody>
          <a:bodyPr wrap="none" lIns="0" tIns="0" rIns="0" bIns="0">
            <a:normAutofit/>
          </a:bodyPr>
          <a:lstStyle/>
          <a:p>
            <a:pPr algn="ctr"/>
            <a:r>
              <a:rPr lang="uk-UA" sz="1000" b="1">
                <a:solidFill>
                  <a:srgbClr val="F39C4A"/>
                </a:solidFill>
                <a:latin typeface="Aptos"/>
                <a:cs typeface="Aptos"/>
              </a:rPr>
              <a:t>12</a:t>
            </a:r>
          </a:p>
        </p:txBody>
      </p:sp>
      <p:sp>
        <p:nvSpPr>
          <p:cNvPr id="225" name="text225"/>
          <p:cNvSpPr txBox="1"/>
          <p:nvPr/>
        </p:nvSpPr>
        <p:spPr>
          <a:xfrm>
            <a:off x="11060430"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sp>
        <p:nvSpPr>
          <p:cNvPr id="226" name="text226"/>
          <p:cNvSpPr txBox="1"/>
          <p:nvPr/>
        </p:nvSpPr>
        <p:spPr>
          <a:xfrm>
            <a:off x="11487531"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sp>
        <p:nvSpPr>
          <p:cNvPr id="227" name="line227"/>
          <p:cNvSpPr/>
          <p:nvPr/>
        </p:nvSpPr>
        <p:spPr>
          <a:xfrm>
            <a:off x="274320" y="5696712"/>
            <a:ext cx="11640312" cy="0"/>
          </a:xfrm>
          <a:prstGeom prst="line">
            <a:avLst/>
          </a:prstGeom>
          <a:noFill/>
          <a:ln w="4826">
            <a:solidFill>
              <a:srgbClr val="282828"/>
            </a:solidFill>
            <a:prstDash val="solid"/>
          </a:ln>
        </p:spPr>
        <p:txBody>
          <a:bodyPr/>
          <a:lstStyle/>
          <a:p>
            <a:endParaRPr lang="uk-UA"/>
          </a:p>
        </p:txBody>
      </p:sp>
      <p:sp>
        <p:nvSpPr>
          <p:cNvPr id="228" name="text228"/>
          <p:cNvSpPr txBox="1"/>
          <p:nvPr/>
        </p:nvSpPr>
        <p:spPr>
          <a:xfrm>
            <a:off x="347472" y="53766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300 м, м/с</a:t>
            </a:r>
          </a:p>
        </p:txBody>
      </p:sp>
      <p:pic>
        <p:nvPicPr>
          <p:cNvPr id="229" name="hourly wind"/>
          <p:cNvPicPr/>
          <p:nvPr/>
        </p:nvPicPr>
        <p:blipFill>
          <a:blip r:embed="rId4"/>
          <a:stretch>
            <a:fillRect/>
          </a:stretch>
        </p:blipFill>
        <p:spPr>
          <a:xfrm rot="17640000">
            <a:off x="1715460" y="5422392"/>
            <a:ext cx="91440" cy="91440"/>
          </a:xfrm>
          <a:prstGeom prst="rect">
            <a:avLst/>
          </a:prstGeom>
        </p:spPr>
      </p:pic>
      <p:sp>
        <p:nvSpPr>
          <p:cNvPr id="230" name="text230"/>
          <p:cNvSpPr txBox="1"/>
          <p:nvPr/>
        </p:nvSpPr>
        <p:spPr>
          <a:xfrm>
            <a:off x="1826506"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31" name="hourly wind"/>
          <p:cNvPicPr/>
          <p:nvPr/>
        </p:nvPicPr>
        <p:blipFill>
          <a:blip r:embed="rId4"/>
          <a:stretch>
            <a:fillRect/>
          </a:stretch>
        </p:blipFill>
        <p:spPr>
          <a:xfrm rot="17663330">
            <a:off x="2142561" y="5422392"/>
            <a:ext cx="91440" cy="91440"/>
          </a:xfrm>
          <a:prstGeom prst="rect">
            <a:avLst/>
          </a:prstGeom>
        </p:spPr>
      </p:pic>
      <p:sp>
        <p:nvSpPr>
          <p:cNvPr id="232" name="text232"/>
          <p:cNvSpPr txBox="1"/>
          <p:nvPr/>
        </p:nvSpPr>
        <p:spPr>
          <a:xfrm>
            <a:off x="2253607"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33" name="hourly wind"/>
          <p:cNvPicPr/>
          <p:nvPr/>
        </p:nvPicPr>
        <p:blipFill>
          <a:blip r:embed="rId4"/>
          <a:stretch>
            <a:fillRect/>
          </a:stretch>
        </p:blipFill>
        <p:spPr>
          <a:xfrm rot="18047047">
            <a:off x="2569662" y="5422392"/>
            <a:ext cx="91440" cy="91440"/>
          </a:xfrm>
          <a:prstGeom prst="rect">
            <a:avLst/>
          </a:prstGeom>
        </p:spPr>
      </p:pic>
      <p:sp>
        <p:nvSpPr>
          <p:cNvPr id="234" name="text234"/>
          <p:cNvSpPr txBox="1"/>
          <p:nvPr/>
        </p:nvSpPr>
        <p:spPr>
          <a:xfrm>
            <a:off x="2680708"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35" name="hourly wind"/>
          <p:cNvPicPr/>
          <p:nvPr/>
        </p:nvPicPr>
        <p:blipFill>
          <a:blip r:embed="rId4"/>
          <a:stretch>
            <a:fillRect/>
          </a:stretch>
        </p:blipFill>
        <p:spPr>
          <a:xfrm rot="18528140">
            <a:off x="2996763" y="5422392"/>
            <a:ext cx="91440" cy="91440"/>
          </a:xfrm>
          <a:prstGeom prst="rect">
            <a:avLst/>
          </a:prstGeom>
        </p:spPr>
      </p:pic>
      <p:sp>
        <p:nvSpPr>
          <p:cNvPr id="236" name="text236"/>
          <p:cNvSpPr txBox="1"/>
          <p:nvPr/>
        </p:nvSpPr>
        <p:spPr>
          <a:xfrm>
            <a:off x="310780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37" name="hourly wind"/>
          <p:cNvPicPr/>
          <p:nvPr/>
        </p:nvPicPr>
        <p:blipFill>
          <a:blip r:embed="rId4"/>
          <a:stretch>
            <a:fillRect/>
          </a:stretch>
        </p:blipFill>
        <p:spPr>
          <a:xfrm rot="18607276">
            <a:off x="3423864" y="5422392"/>
            <a:ext cx="91440" cy="91440"/>
          </a:xfrm>
          <a:prstGeom prst="rect">
            <a:avLst/>
          </a:prstGeom>
        </p:spPr>
      </p:pic>
      <p:sp>
        <p:nvSpPr>
          <p:cNvPr id="238" name="text238"/>
          <p:cNvSpPr txBox="1"/>
          <p:nvPr/>
        </p:nvSpPr>
        <p:spPr>
          <a:xfrm>
            <a:off x="3534910"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39" name="hourly wind"/>
          <p:cNvPicPr/>
          <p:nvPr/>
        </p:nvPicPr>
        <p:blipFill>
          <a:blip r:embed="rId4"/>
          <a:stretch>
            <a:fillRect/>
          </a:stretch>
        </p:blipFill>
        <p:spPr>
          <a:xfrm rot="19070999">
            <a:off x="3850965" y="5422392"/>
            <a:ext cx="91440" cy="91440"/>
          </a:xfrm>
          <a:prstGeom prst="rect">
            <a:avLst/>
          </a:prstGeom>
        </p:spPr>
      </p:pic>
      <p:sp>
        <p:nvSpPr>
          <p:cNvPr id="240" name="text240"/>
          <p:cNvSpPr txBox="1"/>
          <p:nvPr/>
        </p:nvSpPr>
        <p:spPr>
          <a:xfrm>
            <a:off x="3962011"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41" name="hourly wind"/>
          <p:cNvPicPr/>
          <p:nvPr/>
        </p:nvPicPr>
        <p:blipFill>
          <a:blip r:embed="rId4"/>
          <a:stretch>
            <a:fillRect/>
          </a:stretch>
        </p:blipFill>
        <p:spPr>
          <a:xfrm rot="19290777">
            <a:off x="4278066" y="5422392"/>
            <a:ext cx="91440" cy="91440"/>
          </a:xfrm>
          <a:prstGeom prst="rect">
            <a:avLst/>
          </a:prstGeom>
        </p:spPr>
      </p:pic>
      <p:sp>
        <p:nvSpPr>
          <p:cNvPr id="242" name="text242"/>
          <p:cNvSpPr txBox="1"/>
          <p:nvPr/>
        </p:nvSpPr>
        <p:spPr>
          <a:xfrm>
            <a:off x="4389112"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43" name="hourly wind"/>
          <p:cNvPicPr/>
          <p:nvPr/>
        </p:nvPicPr>
        <p:blipFill>
          <a:blip r:embed="rId4"/>
          <a:stretch>
            <a:fillRect/>
          </a:stretch>
        </p:blipFill>
        <p:spPr>
          <a:xfrm rot="19687433">
            <a:off x="4705167" y="5422392"/>
            <a:ext cx="91440" cy="91440"/>
          </a:xfrm>
          <a:prstGeom prst="rect">
            <a:avLst/>
          </a:prstGeom>
        </p:spPr>
      </p:pic>
      <p:sp>
        <p:nvSpPr>
          <p:cNvPr id="244" name="text244"/>
          <p:cNvSpPr txBox="1"/>
          <p:nvPr/>
        </p:nvSpPr>
        <p:spPr>
          <a:xfrm>
            <a:off x="4816213"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45" name="hourly wind"/>
          <p:cNvPicPr/>
          <p:nvPr/>
        </p:nvPicPr>
        <p:blipFill>
          <a:blip r:embed="rId4"/>
          <a:stretch>
            <a:fillRect/>
          </a:stretch>
        </p:blipFill>
        <p:spPr>
          <a:xfrm rot="20047070">
            <a:off x="5132268" y="5422392"/>
            <a:ext cx="91440" cy="91440"/>
          </a:xfrm>
          <a:prstGeom prst="rect">
            <a:avLst/>
          </a:prstGeom>
        </p:spPr>
      </p:pic>
      <p:sp>
        <p:nvSpPr>
          <p:cNvPr id="246" name="text246"/>
          <p:cNvSpPr txBox="1"/>
          <p:nvPr/>
        </p:nvSpPr>
        <p:spPr>
          <a:xfrm>
            <a:off x="5243314"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247" name="hourly wind"/>
          <p:cNvPicPr/>
          <p:nvPr/>
        </p:nvPicPr>
        <p:blipFill>
          <a:blip r:embed="rId4"/>
          <a:stretch>
            <a:fillRect/>
          </a:stretch>
        </p:blipFill>
        <p:spPr>
          <a:xfrm rot="20041421">
            <a:off x="5559369" y="5422392"/>
            <a:ext cx="91440" cy="91440"/>
          </a:xfrm>
          <a:prstGeom prst="rect">
            <a:avLst/>
          </a:prstGeom>
        </p:spPr>
      </p:pic>
      <p:sp>
        <p:nvSpPr>
          <p:cNvPr id="248" name="text248"/>
          <p:cNvSpPr txBox="1"/>
          <p:nvPr/>
        </p:nvSpPr>
        <p:spPr>
          <a:xfrm>
            <a:off x="5670415"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249" name="hourly wind"/>
          <p:cNvPicPr/>
          <p:nvPr/>
        </p:nvPicPr>
        <p:blipFill>
          <a:blip r:embed="rId4"/>
          <a:stretch>
            <a:fillRect/>
          </a:stretch>
        </p:blipFill>
        <p:spPr>
          <a:xfrm rot="20098305">
            <a:off x="5986470" y="5422392"/>
            <a:ext cx="91440" cy="91440"/>
          </a:xfrm>
          <a:prstGeom prst="rect">
            <a:avLst/>
          </a:prstGeom>
        </p:spPr>
      </p:pic>
      <p:sp>
        <p:nvSpPr>
          <p:cNvPr id="250" name="text250"/>
          <p:cNvSpPr txBox="1"/>
          <p:nvPr/>
        </p:nvSpPr>
        <p:spPr>
          <a:xfrm>
            <a:off x="6097516"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251" name="hourly wind"/>
          <p:cNvPicPr/>
          <p:nvPr/>
        </p:nvPicPr>
        <p:blipFill>
          <a:blip r:embed="rId4"/>
          <a:stretch>
            <a:fillRect/>
          </a:stretch>
        </p:blipFill>
        <p:spPr>
          <a:xfrm rot="20272224">
            <a:off x="6413571" y="5422392"/>
            <a:ext cx="91440" cy="91440"/>
          </a:xfrm>
          <a:prstGeom prst="rect">
            <a:avLst/>
          </a:prstGeom>
        </p:spPr>
      </p:pic>
      <p:sp>
        <p:nvSpPr>
          <p:cNvPr id="252" name="text252"/>
          <p:cNvSpPr txBox="1"/>
          <p:nvPr/>
        </p:nvSpPr>
        <p:spPr>
          <a:xfrm>
            <a:off x="6524617"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53" name="hourly wind"/>
          <p:cNvPicPr/>
          <p:nvPr/>
        </p:nvPicPr>
        <p:blipFill>
          <a:blip r:embed="rId4"/>
          <a:stretch>
            <a:fillRect/>
          </a:stretch>
        </p:blipFill>
        <p:spPr>
          <a:xfrm rot="20365908">
            <a:off x="6840672" y="5422392"/>
            <a:ext cx="91440" cy="91440"/>
          </a:xfrm>
          <a:prstGeom prst="rect">
            <a:avLst/>
          </a:prstGeom>
        </p:spPr>
      </p:pic>
      <p:sp>
        <p:nvSpPr>
          <p:cNvPr id="254" name="text254"/>
          <p:cNvSpPr txBox="1"/>
          <p:nvPr/>
        </p:nvSpPr>
        <p:spPr>
          <a:xfrm>
            <a:off x="6951718"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55" name="hourly wind"/>
          <p:cNvPicPr/>
          <p:nvPr/>
        </p:nvPicPr>
        <p:blipFill>
          <a:blip r:embed="rId4"/>
          <a:stretch>
            <a:fillRect/>
          </a:stretch>
        </p:blipFill>
        <p:spPr>
          <a:xfrm rot="20274633">
            <a:off x="7267773" y="5422392"/>
            <a:ext cx="91440" cy="91440"/>
          </a:xfrm>
          <a:prstGeom prst="rect">
            <a:avLst/>
          </a:prstGeom>
        </p:spPr>
      </p:pic>
      <p:sp>
        <p:nvSpPr>
          <p:cNvPr id="256" name="text256"/>
          <p:cNvSpPr txBox="1"/>
          <p:nvPr/>
        </p:nvSpPr>
        <p:spPr>
          <a:xfrm>
            <a:off x="737881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57" name="hourly wind"/>
          <p:cNvPicPr/>
          <p:nvPr/>
        </p:nvPicPr>
        <p:blipFill>
          <a:blip r:embed="rId4"/>
          <a:stretch>
            <a:fillRect/>
          </a:stretch>
        </p:blipFill>
        <p:spPr>
          <a:xfrm rot="19979274">
            <a:off x="7694874" y="5422392"/>
            <a:ext cx="91440" cy="91440"/>
          </a:xfrm>
          <a:prstGeom prst="rect">
            <a:avLst/>
          </a:prstGeom>
        </p:spPr>
      </p:pic>
      <p:sp>
        <p:nvSpPr>
          <p:cNvPr id="258" name="text258"/>
          <p:cNvSpPr txBox="1"/>
          <p:nvPr/>
        </p:nvSpPr>
        <p:spPr>
          <a:xfrm>
            <a:off x="7805920"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59" name="hourly wind"/>
          <p:cNvPicPr/>
          <p:nvPr/>
        </p:nvPicPr>
        <p:blipFill>
          <a:blip r:embed="rId4"/>
          <a:stretch>
            <a:fillRect/>
          </a:stretch>
        </p:blipFill>
        <p:spPr>
          <a:xfrm rot="19385899">
            <a:off x="8121975" y="5422392"/>
            <a:ext cx="91440" cy="91440"/>
          </a:xfrm>
          <a:prstGeom prst="rect">
            <a:avLst/>
          </a:prstGeom>
        </p:spPr>
      </p:pic>
      <p:sp>
        <p:nvSpPr>
          <p:cNvPr id="260" name="text260"/>
          <p:cNvSpPr txBox="1"/>
          <p:nvPr/>
        </p:nvSpPr>
        <p:spPr>
          <a:xfrm>
            <a:off x="8233021"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61" name="hourly wind"/>
          <p:cNvPicPr/>
          <p:nvPr/>
        </p:nvPicPr>
        <p:blipFill>
          <a:blip r:embed="rId4"/>
          <a:stretch>
            <a:fillRect/>
          </a:stretch>
        </p:blipFill>
        <p:spPr>
          <a:xfrm rot="19109746">
            <a:off x="8549076" y="5422392"/>
            <a:ext cx="91440" cy="91440"/>
          </a:xfrm>
          <a:prstGeom prst="rect">
            <a:avLst/>
          </a:prstGeom>
        </p:spPr>
      </p:pic>
      <p:sp>
        <p:nvSpPr>
          <p:cNvPr id="262" name="text262"/>
          <p:cNvSpPr txBox="1"/>
          <p:nvPr/>
        </p:nvSpPr>
        <p:spPr>
          <a:xfrm>
            <a:off x="8660122"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63" name="hourly wind"/>
          <p:cNvPicPr/>
          <p:nvPr/>
        </p:nvPicPr>
        <p:blipFill>
          <a:blip r:embed="rId4"/>
          <a:stretch>
            <a:fillRect/>
          </a:stretch>
        </p:blipFill>
        <p:spPr>
          <a:xfrm rot="19140000">
            <a:off x="8976177" y="5422392"/>
            <a:ext cx="91440" cy="91440"/>
          </a:xfrm>
          <a:prstGeom prst="rect">
            <a:avLst/>
          </a:prstGeom>
        </p:spPr>
      </p:pic>
      <p:sp>
        <p:nvSpPr>
          <p:cNvPr id="264" name="text264"/>
          <p:cNvSpPr txBox="1"/>
          <p:nvPr/>
        </p:nvSpPr>
        <p:spPr>
          <a:xfrm>
            <a:off x="9087223"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65" name="hourly wind"/>
          <p:cNvPicPr/>
          <p:nvPr/>
        </p:nvPicPr>
        <p:blipFill>
          <a:blip r:embed="rId4"/>
          <a:stretch>
            <a:fillRect/>
          </a:stretch>
        </p:blipFill>
        <p:spPr>
          <a:xfrm rot="19020000">
            <a:off x="9403278" y="5422392"/>
            <a:ext cx="91440" cy="91440"/>
          </a:xfrm>
          <a:prstGeom prst="rect">
            <a:avLst/>
          </a:prstGeom>
        </p:spPr>
      </p:pic>
      <p:sp>
        <p:nvSpPr>
          <p:cNvPr id="266" name="text266"/>
          <p:cNvSpPr txBox="1"/>
          <p:nvPr/>
        </p:nvSpPr>
        <p:spPr>
          <a:xfrm>
            <a:off x="9514324"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67" name="hourly wind"/>
          <p:cNvPicPr/>
          <p:nvPr/>
        </p:nvPicPr>
        <p:blipFill>
          <a:blip r:embed="rId4"/>
          <a:stretch>
            <a:fillRect/>
          </a:stretch>
        </p:blipFill>
        <p:spPr>
          <a:xfrm rot="18960000">
            <a:off x="9830379" y="5422392"/>
            <a:ext cx="91440" cy="91440"/>
          </a:xfrm>
          <a:prstGeom prst="rect">
            <a:avLst/>
          </a:prstGeom>
        </p:spPr>
      </p:pic>
      <p:sp>
        <p:nvSpPr>
          <p:cNvPr id="268" name="text268"/>
          <p:cNvSpPr txBox="1"/>
          <p:nvPr/>
        </p:nvSpPr>
        <p:spPr>
          <a:xfrm>
            <a:off x="9941425"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69" name="hourly wind"/>
          <p:cNvPicPr/>
          <p:nvPr/>
        </p:nvPicPr>
        <p:blipFill>
          <a:blip r:embed="rId4"/>
          <a:stretch>
            <a:fillRect/>
          </a:stretch>
        </p:blipFill>
        <p:spPr>
          <a:xfrm rot="18748526">
            <a:off x="10257480" y="5422392"/>
            <a:ext cx="91440" cy="91440"/>
          </a:xfrm>
          <a:prstGeom prst="rect">
            <a:avLst/>
          </a:prstGeom>
        </p:spPr>
      </p:pic>
      <p:sp>
        <p:nvSpPr>
          <p:cNvPr id="270" name="text270"/>
          <p:cNvSpPr txBox="1"/>
          <p:nvPr/>
        </p:nvSpPr>
        <p:spPr>
          <a:xfrm>
            <a:off x="10368526"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71" name="hourly wind"/>
          <p:cNvPicPr/>
          <p:nvPr/>
        </p:nvPicPr>
        <p:blipFill>
          <a:blip r:embed="rId4"/>
          <a:stretch>
            <a:fillRect/>
          </a:stretch>
        </p:blipFill>
        <p:spPr>
          <a:xfrm rot="18960000">
            <a:off x="10684581" y="5422392"/>
            <a:ext cx="91440" cy="91440"/>
          </a:xfrm>
          <a:prstGeom prst="rect">
            <a:avLst/>
          </a:prstGeom>
        </p:spPr>
      </p:pic>
      <p:sp>
        <p:nvSpPr>
          <p:cNvPr id="272" name="text272"/>
          <p:cNvSpPr txBox="1"/>
          <p:nvPr/>
        </p:nvSpPr>
        <p:spPr>
          <a:xfrm>
            <a:off x="10795627"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73" name="hourly wind"/>
          <p:cNvPicPr/>
          <p:nvPr/>
        </p:nvPicPr>
        <p:blipFill>
          <a:blip r:embed="rId4"/>
          <a:stretch>
            <a:fillRect/>
          </a:stretch>
        </p:blipFill>
        <p:spPr>
          <a:xfrm rot="19288757">
            <a:off x="11111682" y="5422392"/>
            <a:ext cx="91440" cy="91440"/>
          </a:xfrm>
          <a:prstGeom prst="rect">
            <a:avLst/>
          </a:prstGeom>
        </p:spPr>
      </p:pic>
      <p:sp>
        <p:nvSpPr>
          <p:cNvPr id="274" name="text274"/>
          <p:cNvSpPr txBox="1"/>
          <p:nvPr/>
        </p:nvSpPr>
        <p:spPr>
          <a:xfrm>
            <a:off x="11222728"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75" name="hourly wind"/>
          <p:cNvPicPr/>
          <p:nvPr/>
        </p:nvPicPr>
        <p:blipFill>
          <a:blip r:embed="rId4"/>
          <a:stretch>
            <a:fillRect/>
          </a:stretch>
        </p:blipFill>
        <p:spPr>
          <a:xfrm rot="19440000">
            <a:off x="11538783" y="5422392"/>
            <a:ext cx="91440" cy="91440"/>
          </a:xfrm>
          <a:prstGeom prst="rect">
            <a:avLst/>
          </a:prstGeom>
        </p:spPr>
      </p:pic>
      <p:sp>
        <p:nvSpPr>
          <p:cNvPr id="276" name="text276"/>
          <p:cNvSpPr txBox="1"/>
          <p:nvPr/>
        </p:nvSpPr>
        <p:spPr>
          <a:xfrm>
            <a:off x="1164982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sp>
        <p:nvSpPr>
          <p:cNvPr id="277" name="line277"/>
          <p:cNvSpPr/>
          <p:nvPr/>
        </p:nvSpPr>
        <p:spPr>
          <a:xfrm>
            <a:off x="274320" y="6153912"/>
            <a:ext cx="11640312" cy="0"/>
          </a:xfrm>
          <a:prstGeom prst="line">
            <a:avLst/>
          </a:prstGeom>
          <a:noFill/>
          <a:ln w="9525">
            <a:solidFill>
              <a:srgbClr val="505050"/>
            </a:solidFill>
            <a:prstDash val="solid"/>
          </a:ln>
        </p:spPr>
        <p:txBody>
          <a:bodyPr/>
          <a:lstStyle/>
          <a:p>
            <a:endParaRPr lang="uk-UA"/>
          </a:p>
        </p:txBody>
      </p:sp>
      <p:sp>
        <p:nvSpPr>
          <p:cNvPr id="278" name="text278"/>
          <p:cNvSpPr txBox="1"/>
          <p:nvPr/>
        </p:nvSpPr>
        <p:spPr>
          <a:xfrm>
            <a:off x="347472" y="58338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1000 м, м/с</a:t>
            </a:r>
          </a:p>
        </p:txBody>
      </p:sp>
      <p:pic>
        <p:nvPicPr>
          <p:cNvPr id="279" name="hourly wind"/>
          <p:cNvPicPr/>
          <p:nvPr/>
        </p:nvPicPr>
        <p:blipFill>
          <a:blip r:embed="rId4"/>
          <a:stretch>
            <a:fillRect/>
          </a:stretch>
        </p:blipFill>
        <p:spPr>
          <a:xfrm rot="17369142">
            <a:off x="1715460" y="5879592"/>
            <a:ext cx="91440" cy="91440"/>
          </a:xfrm>
          <a:prstGeom prst="rect">
            <a:avLst/>
          </a:prstGeom>
        </p:spPr>
      </p:pic>
      <p:sp>
        <p:nvSpPr>
          <p:cNvPr id="280" name="text280"/>
          <p:cNvSpPr txBox="1"/>
          <p:nvPr/>
        </p:nvSpPr>
        <p:spPr>
          <a:xfrm>
            <a:off x="1826506"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81" name="hourly wind"/>
          <p:cNvPicPr/>
          <p:nvPr/>
        </p:nvPicPr>
        <p:blipFill>
          <a:blip r:embed="rId4"/>
          <a:stretch>
            <a:fillRect/>
          </a:stretch>
        </p:blipFill>
        <p:spPr>
          <a:xfrm rot="17899128">
            <a:off x="2142561" y="5879592"/>
            <a:ext cx="91440" cy="91440"/>
          </a:xfrm>
          <a:prstGeom prst="rect">
            <a:avLst/>
          </a:prstGeom>
        </p:spPr>
      </p:pic>
      <p:sp>
        <p:nvSpPr>
          <p:cNvPr id="282" name="text282"/>
          <p:cNvSpPr txBox="1"/>
          <p:nvPr/>
        </p:nvSpPr>
        <p:spPr>
          <a:xfrm>
            <a:off x="2253607"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83" name="hourly wind"/>
          <p:cNvPicPr/>
          <p:nvPr/>
        </p:nvPicPr>
        <p:blipFill>
          <a:blip r:embed="rId4"/>
          <a:stretch>
            <a:fillRect/>
          </a:stretch>
        </p:blipFill>
        <p:spPr>
          <a:xfrm rot="18050007">
            <a:off x="2569662" y="5879592"/>
            <a:ext cx="91440" cy="91440"/>
          </a:xfrm>
          <a:prstGeom prst="rect">
            <a:avLst/>
          </a:prstGeom>
        </p:spPr>
      </p:pic>
      <p:sp>
        <p:nvSpPr>
          <p:cNvPr id="284" name="text284"/>
          <p:cNvSpPr txBox="1"/>
          <p:nvPr/>
        </p:nvSpPr>
        <p:spPr>
          <a:xfrm>
            <a:off x="2680708"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85" name="hourly wind"/>
          <p:cNvPicPr/>
          <p:nvPr/>
        </p:nvPicPr>
        <p:blipFill>
          <a:blip r:embed="rId4"/>
          <a:stretch>
            <a:fillRect/>
          </a:stretch>
        </p:blipFill>
        <p:spPr>
          <a:xfrm rot="18308583">
            <a:off x="2996763" y="5879592"/>
            <a:ext cx="91440" cy="91440"/>
          </a:xfrm>
          <a:prstGeom prst="rect">
            <a:avLst/>
          </a:prstGeom>
        </p:spPr>
      </p:pic>
      <p:sp>
        <p:nvSpPr>
          <p:cNvPr id="286" name="text286"/>
          <p:cNvSpPr txBox="1"/>
          <p:nvPr/>
        </p:nvSpPr>
        <p:spPr>
          <a:xfrm>
            <a:off x="3107809"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87" name="hourly wind"/>
          <p:cNvPicPr/>
          <p:nvPr/>
        </p:nvPicPr>
        <p:blipFill>
          <a:blip r:embed="rId4"/>
          <a:stretch>
            <a:fillRect/>
          </a:stretch>
        </p:blipFill>
        <p:spPr>
          <a:xfrm rot="18856613">
            <a:off x="3423864" y="5879592"/>
            <a:ext cx="91440" cy="91440"/>
          </a:xfrm>
          <a:prstGeom prst="rect">
            <a:avLst/>
          </a:prstGeom>
        </p:spPr>
      </p:pic>
      <p:sp>
        <p:nvSpPr>
          <p:cNvPr id="288" name="text288"/>
          <p:cNvSpPr txBox="1"/>
          <p:nvPr/>
        </p:nvSpPr>
        <p:spPr>
          <a:xfrm>
            <a:off x="3534910"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89" name="hourly wind"/>
          <p:cNvPicPr/>
          <p:nvPr/>
        </p:nvPicPr>
        <p:blipFill>
          <a:blip r:embed="rId4"/>
          <a:stretch>
            <a:fillRect/>
          </a:stretch>
        </p:blipFill>
        <p:spPr>
          <a:xfrm rot="19395192">
            <a:off x="3850965" y="5879592"/>
            <a:ext cx="91440" cy="91440"/>
          </a:xfrm>
          <a:prstGeom prst="rect">
            <a:avLst/>
          </a:prstGeom>
        </p:spPr>
      </p:pic>
      <p:sp>
        <p:nvSpPr>
          <p:cNvPr id="290" name="text290"/>
          <p:cNvSpPr txBox="1"/>
          <p:nvPr/>
        </p:nvSpPr>
        <p:spPr>
          <a:xfrm>
            <a:off x="3962011"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91" name="hourly wind"/>
          <p:cNvPicPr/>
          <p:nvPr/>
        </p:nvPicPr>
        <p:blipFill>
          <a:blip r:embed="rId4"/>
          <a:stretch>
            <a:fillRect/>
          </a:stretch>
        </p:blipFill>
        <p:spPr>
          <a:xfrm rot="20103186">
            <a:off x="4278066" y="5879592"/>
            <a:ext cx="91440" cy="91440"/>
          </a:xfrm>
          <a:prstGeom prst="rect">
            <a:avLst/>
          </a:prstGeom>
        </p:spPr>
      </p:pic>
      <p:sp>
        <p:nvSpPr>
          <p:cNvPr id="292" name="text292"/>
          <p:cNvSpPr txBox="1"/>
          <p:nvPr/>
        </p:nvSpPr>
        <p:spPr>
          <a:xfrm>
            <a:off x="4389112"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93" name="hourly wind"/>
          <p:cNvPicPr/>
          <p:nvPr/>
        </p:nvPicPr>
        <p:blipFill>
          <a:blip r:embed="rId4"/>
          <a:stretch>
            <a:fillRect/>
          </a:stretch>
        </p:blipFill>
        <p:spPr>
          <a:xfrm rot="20444006">
            <a:off x="4705167" y="5879592"/>
            <a:ext cx="91440" cy="91440"/>
          </a:xfrm>
          <a:prstGeom prst="rect">
            <a:avLst/>
          </a:prstGeom>
        </p:spPr>
      </p:pic>
      <p:sp>
        <p:nvSpPr>
          <p:cNvPr id="294" name="text294"/>
          <p:cNvSpPr txBox="1"/>
          <p:nvPr/>
        </p:nvSpPr>
        <p:spPr>
          <a:xfrm>
            <a:off x="4816213"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95" name="hourly wind"/>
          <p:cNvPicPr/>
          <p:nvPr/>
        </p:nvPicPr>
        <p:blipFill>
          <a:blip r:embed="rId4"/>
          <a:stretch>
            <a:fillRect/>
          </a:stretch>
        </p:blipFill>
        <p:spPr>
          <a:xfrm rot="20493743">
            <a:off x="5132268" y="5879592"/>
            <a:ext cx="91440" cy="91440"/>
          </a:xfrm>
          <a:prstGeom prst="rect">
            <a:avLst/>
          </a:prstGeom>
        </p:spPr>
      </p:pic>
      <p:sp>
        <p:nvSpPr>
          <p:cNvPr id="296" name="text296"/>
          <p:cNvSpPr txBox="1"/>
          <p:nvPr/>
        </p:nvSpPr>
        <p:spPr>
          <a:xfrm>
            <a:off x="5243314"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97" name="hourly wind"/>
          <p:cNvPicPr/>
          <p:nvPr/>
        </p:nvPicPr>
        <p:blipFill>
          <a:blip r:embed="rId4"/>
          <a:stretch>
            <a:fillRect/>
          </a:stretch>
        </p:blipFill>
        <p:spPr>
          <a:xfrm rot="20248909">
            <a:off x="5559369" y="5879592"/>
            <a:ext cx="91440" cy="91440"/>
          </a:xfrm>
          <a:prstGeom prst="rect">
            <a:avLst/>
          </a:prstGeom>
        </p:spPr>
      </p:pic>
      <p:sp>
        <p:nvSpPr>
          <p:cNvPr id="298" name="text298"/>
          <p:cNvSpPr txBox="1"/>
          <p:nvPr/>
        </p:nvSpPr>
        <p:spPr>
          <a:xfrm>
            <a:off x="5670415"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99" name="hourly wind"/>
          <p:cNvPicPr/>
          <p:nvPr/>
        </p:nvPicPr>
        <p:blipFill>
          <a:blip r:embed="rId4"/>
          <a:stretch>
            <a:fillRect/>
          </a:stretch>
        </p:blipFill>
        <p:spPr>
          <a:xfrm rot="20263073">
            <a:off x="5986470" y="5879592"/>
            <a:ext cx="91440" cy="91440"/>
          </a:xfrm>
          <a:prstGeom prst="rect">
            <a:avLst/>
          </a:prstGeom>
        </p:spPr>
      </p:pic>
      <p:sp>
        <p:nvSpPr>
          <p:cNvPr id="300" name="text300"/>
          <p:cNvSpPr txBox="1"/>
          <p:nvPr/>
        </p:nvSpPr>
        <p:spPr>
          <a:xfrm>
            <a:off x="6097516"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301" name="hourly wind"/>
          <p:cNvPicPr/>
          <p:nvPr/>
        </p:nvPicPr>
        <p:blipFill>
          <a:blip r:embed="rId4"/>
          <a:stretch>
            <a:fillRect/>
          </a:stretch>
        </p:blipFill>
        <p:spPr>
          <a:xfrm rot="20154590">
            <a:off x="6413571" y="5879592"/>
            <a:ext cx="91440" cy="91440"/>
          </a:xfrm>
          <a:prstGeom prst="rect">
            <a:avLst/>
          </a:prstGeom>
        </p:spPr>
      </p:pic>
      <p:sp>
        <p:nvSpPr>
          <p:cNvPr id="302" name="text302"/>
          <p:cNvSpPr txBox="1"/>
          <p:nvPr/>
        </p:nvSpPr>
        <p:spPr>
          <a:xfrm>
            <a:off x="6524617"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303" name="hourly wind"/>
          <p:cNvPicPr/>
          <p:nvPr/>
        </p:nvPicPr>
        <p:blipFill>
          <a:blip r:embed="rId4"/>
          <a:stretch>
            <a:fillRect/>
          </a:stretch>
        </p:blipFill>
        <p:spPr>
          <a:xfrm rot="19888374">
            <a:off x="6840672" y="5879592"/>
            <a:ext cx="91440" cy="91440"/>
          </a:xfrm>
          <a:prstGeom prst="rect">
            <a:avLst/>
          </a:prstGeom>
        </p:spPr>
      </p:pic>
      <p:sp>
        <p:nvSpPr>
          <p:cNvPr id="304" name="text304"/>
          <p:cNvSpPr txBox="1"/>
          <p:nvPr/>
        </p:nvSpPr>
        <p:spPr>
          <a:xfrm>
            <a:off x="6951718"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305" name="hourly wind"/>
          <p:cNvPicPr/>
          <p:nvPr/>
        </p:nvPicPr>
        <p:blipFill>
          <a:blip r:embed="rId4"/>
          <a:stretch>
            <a:fillRect/>
          </a:stretch>
        </p:blipFill>
        <p:spPr>
          <a:xfrm rot="19558290">
            <a:off x="7267773" y="5879592"/>
            <a:ext cx="91440" cy="91440"/>
          </a:xfrm>
          <a:prstGeom prst="rect">
            <a:avLst/>
          </a:prstGeom>
        </p:spPr>
      </p:pic>
      <p:sp>
        <p:nvSpPr>
          <p:cNvPr id="306" name="text306"/>
          <p:cNvSpPr txBox="1"/>
          <p:nvPr/>
        </p:nvSpPr>
        <p:spPr>
          <a:xfrm>
            <a:off x="7378819"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307" name="hourly wind"/>
          <p:cNvPicPr/>
          <p:nvPr/>
        </p:nvPicPr>
        <p:blipFill>
          <a:blip r:embed="rId4"/>
          <a:stretch>
            <a:fillRect/>
          </a:stretch>
        </p:blipFill>
        <p:spPr>
          <a:xfrm rot="19669133">
            <a:off x="7694874" y="5879592"/>
            <a:ext cx="91440" cy="91440"/>
          </a:xfrm>
          <a:prstGeom prst="rect">
            <a:avLst/>
          </a:prstGeom>
        </p:spPr>
      </p:pic>
      <p:sp>
        <p:nvSpPr>
          <p:cNvPr id="308" name="text308"/>
          <p:cNvSpPr txBox="1"/>
          <p:nvPr/>
        </p:nvSpPr>
        <p:spPr>
          <a:xfrm>
            <a:off x="7805920"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09" name="hourly wind"/>
          <p:cNvPicPr/>
          <p:nvPr/>
        </p:nvPicPr>
        <p:blipFill>
          <a:blip r:embed="rId4"/>
          <a:stretch>
            <a:fillRect/>
          </a:stretch>
        </p:blipFill>
        <p:spPr>
          <a:xfrm rot="19594005">
            <a:off x="8121975" y="5879592"/>
            <a:ext cx="91440" cy="91440"/>
          </a:xfrm>
          <a:prstGeom prst="rect">
            <a:avLst/>
          </a:prstGeom>
        </p:spPr>
      </p:pic>
      <p:sp>
        <p:nvSpPr>
          <p:cNvPr id="310" name="text310"/>
          <p:cNvSpPr txBox="1"/>
          <p:nvPr/>
        </p:nvSpPr>
        <p:spPr>
          <a:xfrm>
            <a:off x="8233021"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311" name="hourly wind"/>
          <p:cNvPicPr/>
          <p:nvPr/>
        </p:nvPicPr>
        <p:blipFill>
          <a:blip r:embed="rId4"/>
          <a:stretch>
            <a:fillRect/>
          </a:stretch>
        </p:blipFill>
        <p:spPr>
          <a:xfrm rot="19559266">
            <a:off x="8549076" y="5879592"/>
            <a:ext cx="91440" cy="91440"/>
          </a:xfrm>
          <a:prstGeom prst="rect">
            <a:avLst/>
          </a:prstGeom>
        </p:spPr>
      </p:pic>
      <p:sp>
        <p:nvSpPr>
          <p:cNvPr id="312" name="text312"/>
          <p:cNvSpPr txBox="1"/>
          <p:nvPr/>
        </p:nvSpPr>
        <p:spPr>
          <a:xfrm>
            <a:off x="8660122"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13" name="hourly wind"/>
          <p:cNvPicPr/>
          <p:nvPr/>
        </p:nvPicPr>
        <p:blipFill>
          <a:blip r:embed="rId4"/>
          <a:stretch>
            <a:fillRect/>
          </a:stretch>
        </p:blipFill>
        <p:spPr>
          <a:xfrm rot="19335021">
            <a:off x="8976177" y="5879592"/>
            <a:ext cx="91440" cy="91440"/>
          </a:xfrm>
          <a:prstGeom prst="rect">
            <a:avLst/>
          </a:prstGeom>
        </p:spPr>
      </p:pic>
      <p:sp>
        <p:nvSpPr>
          <p:cNvPr id="314" name="text314"/>
          <p:cNvSpPr txBox="1"/>
          <p:nvPr/>
        </p:nvSpPr>
        <p:spPr>
          <a:xfrm>
            <a:off x="9087223"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15" name="hourly wind"/>
          <p:cNvPicPr/>
          <p:nvPr/>
        </p:nvPicPr>
        <p:blipFill>
          <a:blip r:embed="rId4"/>
          <a:stretch>
            <a:fillRect/>
          </a:stretch>
        </p:blipFill>
        <p:spPr>
          <a:xfrm rot="19320000">
            <a:off x="9403278" y="5879592"/>
            <a:ext cx="91440" cy="91440"/>
          </a:xfrm>
          <a:prstGeom prst="rect">
            <a:avLst/>
          </a:prstGeom>
        </p:spPr>
      </p:pic>
      <p:sp>
        <p:nvSpPr>
          <p:cNvPr id="316" name="text316"/>
          <p:cNvSpPr txBox="1"/>
          <p:nvPr/>
        </p:nvSpPr>
        <p:spPr>
          <a:xfrm>
            <a:off x="9514324"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317" name="hourly wind"/>
          <p:cNvPicPr/>
          <p:nvPr/>
        </p:nvPicPr>
        <p:blipFill>
          <a:blip r:embed="rId4"/>
          <a:stretch>
            <a:fillRect/>
          </a:stretch>
        </p:blipFill>
        <p:spPr>
          <a:xfrm rot="19034663">
            <a:off x="9830379" y="5879592"/>
            <a:ext cx="91440" cy="91440"/>
          </a:xfrm>
          <a:prstGeom prst="rect">
            <a:avLst/>
          </a:prstGeom>
        </p:spPr>
      </p:pic>
      <p:sp>
        <p:nvSpPr>
          <p:cNvPr id="318" name="text318"/>
          <p:cNvSpPr txBox="1"/>
          <p:nvPr/>
        </p:nvSpPr>
        <p:spPr>
          <a:xfrm>
            <a:off x="9941425"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pic>
        <p:nvPicPr>
          <p:cNvPr id="319" name="hourly wind"/>
          <p:cNvPicPr/>
          <p:nvPr/>
        </p:nvPicPr>
        <p:blipFill>
          <a:blip r:embed="rId4"/>
          <a:stretch>
            <a:fillRect/>
          </a:stretch>
        </p:blipFill>
        <p:spPr>
          <a:xfrm rot="19148249">
            <a:off x="10257480" y="5879592"/>
            <a:ext cx="91440" cy="91440"/>
          </a:xfrm>
          <a:prstGeom prst="rect">
            <a:avLst/>
          </a:prstGeom>
        </p:spPr>
      </p:pic>
      <p:sp>
        <p:nvSpPr>
          <p:cNvPr id="320" name="text320"/>
          <p:cNvSpPr txBox="1"/>
          <p:nvPr/>
        </p:nvSpPr>
        <p:spPr>
          <a:xfrm>
            <a:off x="10368526"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pic>
        <p:nvPicPr>
          <p:cNvPr id="321" name="hourly wind"/>
          <p:cNvPicPr/>
          <p:nvPr/>
        </p:nvPicPr>
        <p:blipFill>
          <a:blip r:embed="rId4"/>
          <a:stretch>
            <a:fillRect/>
          </a:stretch>
        </p:blipFill>
        <p:spPr>
          <a:xfrm rot="19020000">
            <a:off x="10684581" y="5879592"/>
            <a:ext cx="91440" cy="91440"/>
          </a:xfrm>
          <a:prstGeom prst="rect">
            <a:avLst/>
          </a:prstGeom>
        </p:spPr>
      </p:pic>
      <p:sp>
        <p:nvSpPr>
          <p:cNvPr id="322" name="text322"/>
          <p:cNvSpPr txBox="1"/>
          <p:nvPr/>
        </p:nvSpPr>
        <p:spPr>
          <a:xfrm>
            <a:off x="10795627"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23" name="hourly wind"/>
          <p:cNvPicPr/>
          <p:nvPr/>
        </p:nvPicPr>
        <p:blipFill>
          <a:blip r:embed="rId4"/>
          <a:stretch>
            <a:fillRect/>
          </a:stretch>
        </p:blipFill>
        <p:spPr>
          <a:xfrm rot="19275435">
            <a:off x="11111682" y="5879592"/>
            <a:ext cx="91440" cy="91440"/>
          </a:xfrm>
          <a:prstGeom prst="rect">
            <a:avLst/>
          </a:prstGeom>
        </p:spPr>
      </p:pic>
      <p:sp>
        <p:nvSpPr>
          <p:cNvPr id="324" name="text324"/>
          <p:cNvSpPr txBox="1"/>
          <p:nvPr/>
        </p:nvSpPr>
        <p:spPr>
          <a:xfrm>
            <a:off x="11222728"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25" name="hourly wind"/>
          <p:cNvPicPr/>
          <p:nvPr/>
        </p:nvPicPr>
        <p:blipFill>
          <a:blip r:embed="rId4"/>
          <a:stretch>
            <a:fillRect/>
          </a:stretch>
        </p:blipFill>
        <p:spPr>
          <a:xfrm rot="19394994">
            <a:off x="11538783" y="5879592"/>
            <a:ext cx="91440" cy="91440"/>
          </a:xfrm>
          <a:prstGeom prst="rect">
            <a:avLst/>
          </a:prstGeom>
        </p:spPr>
      </p:pic>
      <p:sp>
        <p:nvSpPr>
          <p:cNvPr id="326" name="text326"/>
          <p:cNvSpPr txBox="1"/>
          <p:nvPr/>
        </p:nvSpPr>
        <p:spPr>
          <a:xfrm>
            <a:off x="11649829"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Прогноз на 5 днів</a:t>
            </a:r>
          </a:p>
        </p:txBody>
      </p:sp>
      <p:sp>
        <p:nvSpPr>
          <p:cNvPr id="13" name="shape13"/>
          <p:cNvSpPr/>
          <p:nvPr/>
        </p:nvSpPr>
        <p:spPr>
          <a:xfrm>
            <a:off x="502920" y="1234440"/>
            <a:ext cx="3794760" cy="4709160"/>
          </a:xfrm>
          <a:prstGeom prst="roundRect">
            <a:avLst/>
          </a:prstGeom>
          <a:solidFill>
            <a:srgbClr val="0A0A0A"/>
          </a:solidFill>
          <a:ln w="12700">
            <a:solidFill>
              <a:srgbClr val="404040"/>
            </a:solidFill>
          </a:ln>
        </p:spPr>
        <p:txBody>
          <a:bodyPr/>
          <a:lstStyle/>
          <a:p>
            <a:endParaRPr lang="uk-UA"/>
          </a:p>
        </p:txBody>
      </p:sp>
      <p:sp>
        <p:nvSpPr>
          <p:cNvPr id="14" name="text14"/>
          <p:cNvSpPr txBox="1"/>
          <p:nvPr/>
        </p:nvSpPr>
        <p:spPr>
          <a:xfrm>
            <a:off x="713232" y="1444752"/>
            <a:ext cx="256032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Найближчі п’ять діб</a:t>
            </a:r>
          </a:p>
        </p:txBody>
      </p:sp>
      <p:sp>
        <p:nvSpPr>
          <p:cNvPr id="15" name="text15"/>
          <p:cNvSpPr txBox="1"/>
          <p:nvPr/>
        </p:nvSpPr>
        <p:spPr>
          <a:xfrm>
            <a:off x="713232" y="1810512"/>
            <a:ext cx="3291840" cy="3520440"/>
          </a:xfrm>
          <a:prstGeom prst="rect">
            <a:avLst/>
          </a:prstGeom>
          <a:noFill/>
          <a:ln>
            <a:noFill/>
          </a:ln>
        </p:spPr>
        <p:txBody>
          <a:bodyPr wrap="square" lIns="0" tIns="0" rIns="0" bIns="0">
            <a:normAutofit/>
          </a:bodyPr>
          <a:lstStyle/>
          <a:p>
            <a:pPr algn="l"/>
            <a:r>
              <a:rPr lang="uk-UA" sz="1300">
                <a:solidFill>
                  <a:srgbClr val="FFFFFF"/>
                </a:solidFill>
                <a:latin typeface="Aptos"/>
                <a:cs typeface="Aptos"/>
              </a:rPr>
              <a:t>Загальний діапазон: +6…+27 °C.</a:t>
            </a:r>
          </a:p>
          <a:p>
            <a:pPr algn="l"/>
            <a:endParaRPr lang="uk-UA" sz="1300">
              <a:solidFill>
                <a:srgbClr val="FFFFFF"/>
              </a:solidFill>
              <a:latin typeface="Aptos"/>
              <a:cs typeface="Aptos"/>
            </a:endParaRPr>
          </a:p>
          <a:p>
            <a:pPr algn="l"/>
            <a:r>
              <a:rPr lang="uk-UA" sz="1300">
                <a:solidFill>
                  <a:srgbClr val="FFFFFF"/>
                </a:solidFill>
                <a:latin typeface="Aptos"/>
                <a:cs typeface="Aptos"/>
              </a:rPr>
              <a:t>День: мін. +6 °C, макс. +27 °C.</a:t>
            </a:r>
          </a:p>
          <a:p>
            <a:pPr algn="l"/>
            <a:r>
              <a:rPr lang="uk-UA" sz="1300">
                <a:solidFill>
                  <a:srgbClr val="FFFFFF"/>
                </a:solidFill>
                <a:latin typeface="Aptos"/>
                <a:cs typeface="Aptos"/>
              </a:rPr>
              <a:t>Ніч: мін. +7 °C, макс. +23 °C.</a:t>
            </a:r>
          </a:p>
          <a:p>
            <a:pPr algn="l"/>
            <a:endParaRPr lang="uk-UA" sz="1300">
              <a:solidFill>
                <a:srgbClr val="FFFFFF"/>
              </a:solidFill>
              <a:latin typeface="Aptos"/>
              <a:cs typeface="Aptos"/>
            </a:endParaRPr>
          </a:p>
          <a:p>
            <a:pPr algn="l"/>
            <a:r>
              <a:rPr lang="uk-UA" sz="1300">
                <a:solidFill>
                  <a:srgbClr val="FFFFFF"/>
                </a:solidFill>
                <a:latin typeface="Aptos"/>
                <a:cs typeface="Aptos"/>
              </a:rPr>
              <a:t>Сумарні опади — 6.4 мм.</a:t>
            </a:r>
          </a:p>
          <a:p>
            <a:pPr algn="l"/>
            <a:r>
              <a:rPr lang="uk-UA" sz="1300">
                <a:solidFill>
                  <a:srgbClr val="FFFFFF"/>
                </a:solidFill>
                <a:latin typeface="Aptos"/>
                <a:cs typeface="Aptos"/>
              </a:rPr>
              <a:t>Максимальні пориви — 12 м/с.</a:t>
            </a:r>
          </a:p>
        </p:txBody>
      </p:sp>
      <p:sp>
        <p:nvSpPr>
          <p:cNvPr id="16" name="shape16"/>
          <p:cNvSpPr/>
          <p:nvPr/>
        </p:nvSpPr>
        <p:spPr>
          <a:xfrm>
            <a:off x="4526280" y="1325880"/>
            <a:ext cx="1261872" cy="4480560"/>
          </a:xfrm>
          <a:prstGeom prst="roundRect">
            <a:avLst/>
          </a:prstGeom>
          <a:solidFill>
            <a:srgbClr val="0C0C0C"/>
          </a:solidFill>
          <a:ln w="12700">
            <a:solidFill>
              <a:srgbClr val="404040"/>
            </a:solidFill>
          </a:ln>
        </p:spPr>
        <p:txBody>
          <a:bodyPr/>
          <a:lstStyle/>
          <a:p>
            <a:endParaRPr lang="uk-UA"/>
          </a:p>
        </p:txBody>
      </p:sp>
      <p:sp>
        <p:nvSpPr>
          <p:cNvPr id="17" name="text17"/>
          <p:cNvSpPr txBox="1"/>
          <p:nvPr/>
        </p:nvSpPr>
        <p:spPr>
          <a:xfrm>
            <a:off x="461772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Нд 06.09</a:t>
            </a:r>
          </a:p>
        </p:txBody>
      </p:sp>
      <p:pic>
        <p:nvPicPr>
          <p:cNvPr id="18" name="moon surface"/>
          <p:cNvPicPr/>
          <p:nvPr/>
        </p:nvPicPr>
        <p:blipFill>
          <a:blip r:embed="rId4"/>
          <a:stretch>
            <a:fillRect/>
          </a:stretch>
        </p:blipFill>
        <p:spPr>
          <a:xfrm>
            <a:off x="4974336" y="1746504"/>
            <a:ext cx="365760" cy="365760"/>
          </a:xfrm>
          <a:prstGeom prst="rect">
            <a:avLst/>
          </a:prstGeom>
        </p:spPr>
      </p:pic>
      <p:sp>
        <p:nvSpPr>
          <p:cNvPr id="19" name="moon shadow 19"/>
          <p:cNvSpPr/>
          <p:nvPr/>
        </p:nvSpPr>
        <p:spPr>
          <a:xfrm>
            <a:off x="4974336" y="1746504"/>
            <a:ext cx="365760" cy="365760"/>
          </a:xfrm>
          <a:custGeom>
            <a:avLst/>
            <a:gdLst/>
            <a:ahLst/>
            <a:cxnLst/>
            <a:rect l="0" t="0" r="100000" b="100000"/>
            <a:pathLst>
              <a:path w="100000" h="100000">
                <a:moveTo>
                  <a:pt x="50000" y="7000"/>
                </a:moveTo>
                <a:lnTo>
                  <a:pt x="46250" y="8344"/>
                </a:lnTo>
                <a:lnTo>
                  <a:pt x="44739" y="9688"/>
                </a:lnTo>
                <a:lnTo>
                  <a:pt x="43609" y="11031"/>
                </a:lnTo>
                <a:lnTo>
                  <a:pt x="42681" y="12375"/>
                </a:lnTo>
                <a:lnTo>
                  <a:pt x="41886" y="13719"/>
                </a:lnTo>
                <a:lnTo>
                  <a:pt x="41187" y="15063"/>
                </a:lnTo>
                <a:lnTo>
                  <a:pt x="40564" y="16406"/>
                </a:lnTo>
                <a:lnTo>
                  <a:pt x="40001" y="17750"/>
                </a:lnTo>
                <a:lnTo>
                  <a:pt x="39490" y="19094"/>
                </a:lnTo>
                <a:lnTo>
                  <a:pt x="39022" y="20438"/>
                </a:lnTo>
                <a:lnTo>
                  <a:pt x="38594" y="21781"/>
                </a:lnTo>
                <a:lnTo>
                  <a:pt x="38199" y="23125"/>
                </a:lnTo>
                <a:lnTo>
                  <a:pt x="37836" y="24469"/>
                </a:lnTo>
                <a:lnTo>
                  <a:pt x="37501" y="25813"/>
                </a:lnTo>
                <a:lnTo>
                  <a:pt x="37193" y="27156"/>
                </a:lnTo>
                <a:lnTo>
                  <a:pt x="36908" y="28500"/>
                </a:lnTo>
                <a:lnTo>
                  <a:pt x="36647" y="29844"/>
                </a:lnTo>
                <a:lnTo>
                  <a:pt x="36406" y="31188"/>
                </a:lnTo>
                <a:lnTo>
                  <a:pt x="36187" y="32531"/>
                </a:lnTo>
                <a:lnTo>
                  <a:pt x="35986" y="33875"/>
                </a:lnTo>
                <a:lnTo>
                  <a:pt x="35804" y="35219"/>
                </a:lnTo>
                <a:lnTo>
                  <a:pt x="35640" y="36563"/>
                </a:lnTo>
                <a:lnTo>
                  <a:pt x="35493" y="37906"/>
                </a:lnTo>
                <a:lnTo>
                  <a:pt x="35363" y="39250"/>
                </a:lnTo>
                <a:lnTo>
                  <a:pt x="35249" y="40594"/>
                </a:lnTo>
                <a:lnTo>
                  <a:pt x="35151" y="41938"/>
                </a:lnTo>
                <a:lnTo>
                  <a:pt x="35069" y="43281"/>
                </a:lnTo>
                <a:lnTo>
                  <a:pt x="35002" y="44625"/>
                </a:lnTo>
                <a:lnTo>
                  <a:pt x="34950" y="45969"/>
                </a:lnTo>
                <a:lnTo>
                  <a:pt x="34913" y="47313"/>
                </a:lnTo>
                <a:lnTo>
                  <a:pt x="34890" y="48656"/>
                </a:lnTo>
                <a:lnTo>
                  <a:pt x="34883" y="50000"/>
                </a:lnTo>
                <a:lnTo>
                  <a:pt x="34890" y="51344"/>
                </a:lnTo>
                <a:lnTo>
                  <a:pt x="34913" y="52688"/>
                </a:lnTo>
                <a:lnTo>
                  <a:pt x="34950" y="54031"/>
                </a:lnTo>
                <a:lnTo>
                  <a:pt x="35002" y="55375"/>
                </a:lnTo>
                <a:lnTo>
                  <a:pt x="35069" y="56719"/>
                </a:lnTo>
                <a:lnTo>
                  <a:pt x="35151" y="58063"/>
                </a:lnTo>
                <a:lnTo>
                  <a:pt x="35249" y="59406"/>
                </a:lnTo>
                <a:lnTo>
                  <a:pt x="35363" y="60750"/>
                </a:lnTo>
                <a:lnTo>
                  <a:pt x="35493" y="62094"/>
                </a:lnTo>
                <a:lnTo>
                  <a:pt x="35640" y="63438"/>
                </a:lnTo>
                <a:lnTo>
                  <a:pt x="35804" y="64781"/>
                </a:lnTo>
                <a:lnTo>
                  <a:pt x="35986" y="66125"/>
                </a:lnTo>
                <a:lnTo>
                  <a:pt x="36187" y="67469"/>
                </a:lnTo>
                <a:lnTo>
                  <a:pt x="36406" y="68813"/>
                </a:lnTo>
                <a:lnTo>
                  <a:pt x="36647" y="70156"/>
                </a:lnTo>
                <a:lnTo>
                  <a:pt x="36908" y="71500"/>
                </a:lnTo>
                <a:lnTo>
                  <a:pt x="37193" y="72844"/>
                </a:lnTo>
                <a:lnTo>
                  <a:pt x="37501" y="74188"/>
                </a:lnTo>
                <a:lnTo>
                  <a:pt x="37836" y="75531"/>
                </a:lnTo>
                <a:lnTo>
                  <a:pt x="38199" y="76875"/>
                </a:lnTo>
                <a:lnTo>
                  <a:pt x="38594" y="78219"/>
                </a:lnTo>
                <a:lnTo>
                  <a:pt x="39022" y="79563"/>
                </a:lnTo>
                <a:lnTo>
                  <a:pt x="39490" y="80906"/>
                </a:lnTo>
                <a:lnTo>
                  <a:pt x="40001" y="82250"/>
                </a:lnTo>
                <a:lnTo>
                  <a:pt x="40564" y="83594"/>
                </a:lnTo>
                <a:lnTo>
                  <a:pt x="41187" y="84938"/>
                </a:lnTo>
                <a:lnTo>
                  <a:pt x="41886" y="86281"/>
                </a:lnTo>
                <a:lnTo>
                  <a:pt x="42681" y="87625"/>
                </a:lnTo>
                <a:lnTo>
                  <a:pt x="43609" y="88969"/>
                </a:lnTo>
                <a:lnTo>
                  <a:pt x="44739" y="90313"/>
                </a:lnTo>
                <a:lnTo>
                  <a:pt x="4625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20" name="text20"/>
          <p:cNvSpPr txBox="1"/>
          <p:nvPr/>
        </p:nvSpPr>
        <p:spPr>
          <a:xfrm>
            <a:off x="487375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32%</a:t>
            </a:r>
          </a:p>
        </p:txBody>
      </p:sp>
      <p:sp>
        <p:nvSpPr>
          <p:cNvPr id="21" name="text21"/>
          <p:cNvSpPr txBox="1"/>
          <p:nvPr/>
        </p:nvSpPr>
        <p:spPr>
          <a:xfrm>
            <a:off x="461772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Дощ</a:t>
            </a:r>
          </a:p>
        </p:txBody>
      </p:sp>
      <p:sp>
        <p:nvSpPr>
          <p:cNvPr id="22" name="text22"/>
          <p:cNvSpPr txBox="1"/>
          <p:nvPr/>
        </p:nvSpPr>
        <p:spPr>
          <a:xfrm>
            <a:off x="461772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+14…+22°</a:t>
            </a:r>
          </a:p>
        </p:txBody>
      </p:sp>
      <p:sp>
        <p:nvSpPr>
          <p:cNvPr id="23" name="text23"/>
          <p:cNvSpPr txBox="1"/>
          <p:nvPr/>
        </p:nvSpPr>
        <p:spPr>
          <a:xfrm>
            <a:off x="463600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24" name="text24"/>
          <p:cNvSpPr txBox="1"/>
          <p:nvPr/>
        </p:nvSpPr>
        <p:spPr>
          <a:xfrm>
            <a:off x="463600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6.3 мм · 100%</a:t>
            </a:r>
          </a:p>
        </p:txBody>
      </p:sp>
      <p:sp>
        <p:nvSpPr>
          <p:cNvPr id="25" name="text25"/>
          <p:cNvSpPr txBox="1"/>
          <p:nvPr/>
        </p:nvSpPr>
        <p:spPr>
          <a:xfrm>
            <a:off x="463600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26" name="text26"/>
          <p:cNvSpPr txBox="1"/>
          <p:nvPr/>
        </p:nvSpPr>
        <p:spPr>
          <a:xfrm>
            <a:off x="463600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14.1 км</a:t>
            </a:r>
          </a:p>
        </p:txBody>
      </p:sp>
      <p:sp>
        <p:nvSpPr>
          <p:cNvPr id="27" name="text27"/>
          <p:cNvSpPr txBox="1"/>
          <p:nvPr/>
        </p:nvSpPr>
        <p:spPr>
          <a:xfrm>
            <a:off x="463600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28" name="text28"/>
          <p:cNvSpPr txBox="1"/>
          <p:nvPr/>
        </p:nvSpPr>
        <p:spPr>
          <a:xfrm>
            <a:off x="463600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29" name="daily wind"/>
          <p:cNvPicPr/>
          <p:nvPr/>
        </p:nvPicPr>
        <p:blipFill>
          <a:blip r:embed="rId5"/>
          <a:stretch>
            <a:fillRect/>
          </a:stretch>
        </p:blipFill>
        <p:spPr>
          <a:xfrm rot="16500000">
            <a:off x="4965192" y="4105656"/>
            <a:ext cx="182880" cy="182880"/>
          </a:xfrm>
          <a:prstGeom prst="rect">
            <a:avLst/>
          </a:prstGeom>
        </p:spPr>
      </p:pic>
      <p:sp>
        <p:nvSpPr>
          <p:cNvPr id="30" name="text30"/>
          <p:cNvSpPr txBox="1"/>
          <p:nvPr/>
        </p:nvSpPr>
        <p:spPr>
          <a:xfrm>
            <a:off x="518464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4 / 9</a:t>
            </a:r>
          </a:p>
        </p:txBody>
      </p:sp>
      <p:sp>
        <p:nvSpPr>
          <p:cNvPr id="31" name="text31"/>
          <p:cNvSpPr txBox="1"/>
          <p:nvPr/>
        </p:nvSpPr>
        <p:spPr>
          <a:xfrm>
            <a:off x="463600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32" name="daily wind 300 m"/>
          <p:cNvPicPr/>
          <p:nvPr/>
        </p:nvPicPr>
        <p:blipFill>
          <a:blip r:embed="rId5"/>
          <a:stretch>
            <a:fillRect/>
          </a:stretch>
        </p:blipFill>
        <p:spPr>
          <a:xfrm rot="16390485">
            <a:off x="4965192" y="4389120"/>
            <a:ext cx="182880" cy="182880"/>
          </a:xfrm>
          <a:prstGeom prst="rect">
            <a:avLst/>
          </a:prstGeom>
        </p:spPr>
      </p:pic>
      <p:sp>
        <p:nvSpPr>
          <p:cNvPr id="33" name="text33"/>
          <p:cNvSpPr txBox="1"/>
          <p:nvPr/>
        </p:nvSpPr>
        <p:spPr>
          <a:xfrm>
            <a:off x="5184648" y="4425696"/>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10</a:t>
            </a:r>
          </a:p>
        </p:txBody>
      </p:sp>
      <p:sp>
        <p:nvSpPr>
          <p:cNvPr id="34" name="text34"/>
          <p:cNvSpPr txBox="1"/>
          <p:nvPr/>
        </p:nvSpPr>
        <p:spPr>
          <a:xfrm>
            <a:off x="463600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35" name="daily wind 1000 m"/>
          <p:cNvPicPr/>
          <p:nvPr/>
        </p:nvPicPr>
        <p:blipFill>
          <a:blip r:embed="rId5"/>
          <a:stretch>
            <a:fillRect/>
          </a:stretch>
        </p:blipFill>
        <p:spPr>
          <a:xfrm rot="16273422">
            <a:off x="4965192" y="4672584"/>
            <a:ext cx="182880" cy="182880"/>
          </a:xfrm>
          <a:prstGeom prst="rect">
            <a:avLst/>
          </a:prstGeom>
        </p:spPr>
      </p:pic>
      <p:sp>
        <p:nvSpPr>
          <p:cNvPr id="36" name="text36"/>
          <p:cNvSpPr txBox="1"/>
          <p:nvPr/>
        </p:nvSpPr>
        <p:spPr>
          <a:xfrm>
            <a:off x="5184648" y="4709160"/>
            <a:ext cx="475488" cy="128016"/>
          </a:xfrm>
          <a:prstGeom prst="rect">
            <a:avLst/>
          </a:prstGeom>
          <a:noFill/>
          <a:ln>
            <a:noFill/>
          </a:ln>
        </p:spPr>
        <p:txBody>
          <a:bodyPr wrap="none" lIns="0" tIns="0" rIns="0" bIns="0">
            <a:normAutofit/>
          </a:bodyPr>
          <a:lstStyle/>
          <a:p>
            <a:pPr algn="ctr"/>
            <a:r>
              <a:rPr lang="uk-UA" sz="800" b="1">
                <a:solidFill>
                  <a:srgbClr val="E65C5C"/>
                </a:solidFill>
                <a:latin typeface="Aptos"/>
                <a:cs typeface="Aptos"/>
              </a:rPr>
              <a:t>18</a:t>
            </a:r>
          </a:p>
        </p:txBody>
      </p:sp>
      <p:sp>
        <p:nvSpPr>
          <p:cNvPr id="37" name="shape37"/>
          <p:cNvSpPr/>
          <p:nvPr/>
        </p:nvSpPr>
        <p:spPr>
          <a:xfrm>
            <a:off x="5943600" y="1325880"/>
            <a:ext cx="1261872" cy="4480560"/>
          </a:xfrm>
          <a:prstGeom prst="roundRect">
            <a:avLst/>
          </a:prstGeom>
          <a:solidFill>
            <a:srgbClr val="0C0C0C"/>
          </a:solidFill>
          <a:ln w="12700">
            <a:solidFill>
              <a:srgbClr val="404040"/>
            </a:solidFill>
          </a:ln>
        </p:spPr>
        <p:txBody>
          <a:bodyPr/>
          <a:lstStyle/>
          <a:p>
            <a:endParaRPr lang="uk-UA"/>
          </a:p>
        </p:txBody>
      </p:sp>
      <p:sp>
        <p:nvSpPr>
          <p:cNvPr id="38" name="text38"/>
          <p:cNvSpPr txBox="1"/>
          <p:nvPr/>
        </p:nvSpPr>
        <p:spPr>
          <a:xfrm>
            <a:off x="603504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Пн 07.09</a:t>
            </a:r>
          </a:p>
        </p:txBody>
      </p:sp>
      <p:pic>
        <p:nvPicPr>
          <p:cNvPr id="39" name="moon surface"/>
          <p:cNvPicPr/>
          <p:nvPr/>
        </p:nvPicPr>
        <p:blipFill>
          <a:blip r:embed="rId4"/>
          <a:stretch>
            <a:fillRect/>
          </a:stretch>
        </p:blipFill>
        <p:spPr>
          <a:xfrm>
            <a:off x="6391656" y="1746504"/>
            <a:ext cx="365760" cy="365760"/>
          </a:xfrm>
          <a:prstGeom prst="rect">
            <a:avLst/>
          </a:prstGeom>
        </p:spPr>
      </p:pic>
      <p:sp>
        <p:nvSpPr>
          <p:cNvPr id="40" name="moon shadow 40"/>
          <p:cNvSpPr/>
          <p:nvPr/>
        </p:nvSpPr>
        <p:spPr>
          <a:xfrm>
            <a:off x="6391656" y="1746504"/>
            <a:ext cx="365760" cy="365760"/>
          </a:xfrm>
          <a:custGeom>
            <a:avLst/>
            <a:gdLst/>
            <a:ahLst/>
            <a:cxnLst/>
            <a:rect l="0" t="0" r="100000" b="100000"/>
            <a:pathLst>
              <a:path w="100000" h="100000">
                <a:moveTo>
                  <a:pt x="50000" y="7000"/>
                </a:moveTo>
                <a:lnTo>
                  <a:pt x="44226" y="8344"/>
                </a:lnTo>
                <a:lnTo>
                  <a:pt x="41900" y="9688"/>
                </a:lnTo>
                <a:lnTo>
                  <a:pt x="40160" y="11031"/>
                </a:lnTo>
                <a:lnTo>
                  <a:pt x="38731" y="12375"/>
                </a:lnTo>
                <a:lnTo>
                  <a:pt x="37507" y="13719"/>
                </a:lnTo>
                <a:lnTo>
                  <a:pt x="36431" y="15063"/>
                </a:lnTo>
                <a:lnTo>
                  <a:pt x="35470" y="16406"/>
                </a:lnTo>
                <a:lnTo>
                  <a:pt x="34604" y="17750"/>
                </a:lnTo>
                <a:lnTo>
                  <a:pt x="33816" y="19094"/>
                </a:lnTo>
                <a:lnTo>
                  <a:pt x="33097" y="20438"/>
                </a:lnTo>
                <a:lnTo>
                  <a:pt x="32437" y="21781"/>
                </a:lnTo>
                <a:lnTo>
                  <a:pt x="31830" y="23125"/>
                </a:lnTo>
                <a:lnTo>
                  <a:pt x="31270" y="24469"/>
                </a:lnTo>
                <a:lnTo>
                  <a:pt x="30755" y="25813"/>
                </a:lnTo>
                <a:lnTo>
                  <a:pt x="30280" y="27156"/>
                </a:lnTo>
                <a:lnTo>
                  <a:pt x="29842" y="28500"/>
                </a:lnTo>
                <a:lnTo>
                  <a:pt x="29439" y="29844"/>
                </a:lnTo>
                <a:lnTo>
                  <a:pt x="29069" y="31188"/>
                </a:lnTo>
                <a:lnTo>
                  <a:pt x="28731" y="32531"/>
                </a:lnTo>
                <a:lnTo>
                  <a:pt x="28422" y="33875"/>
                </a:lnTo>
                <a:lnTo>
                  <a:pt x="28142" y="35219"/>
                </a:lnTo>
                <a:lnTo>
                  <a:pt x="27889" y="36563"/>
                </a:lnTo>
                <a:lnTo>
                  <a:pt x="27663" y="37906"/>
                </a:lnTo>
                <a:lnTo>
                  <a:pt x="27462" y="39250"/>
                </a:lnTo>
                <a:lnTo>
                  <a:pt x="27287" y="40594"/>
                </a:lnTo>
                <a:lnTo>
                  <a:pt x="27136" y="41938"/>
                </a:lnTo>
                <a:lnTo>
                  <a:pt x="27009" y="43281"/>
                </a:lnTo>
                <a:lnTo>
                  <a:pt x="26906" y="44625"/>
                </a:lnTo>
                <a:lnTo>
                  <a:pt x="26826" y="45969"/>
                </a:lnTo>
                <a:lnTo>
                  <a:pt x="26769" y="47313"/>
                </a:lnTo>
                <a:lnTo>
                  <a:pt x="26735" y="48656"/>
                </a:lnTo>
                <a:lnTo>
                  <a:pt x="26723" y="50000"/>
                </a:lnTo>
                <a:lnTo>
                  <a:pt x="26735" y="51344"/>
                </a:lnTo>
                <a:lnTo>
                  <a:pt x="26769" y="52688"/>
                </a:lnTo>
                <a:lnTo>
                  <a:pt x="26826" y="54031"/>
                </a:lnTo>
                <a:lnTo>
                  <a:pt x="26906" y="55375"/>
                </a:lnTo>
                <a:lnTo>
                  <a:pt x="27009" y="56719"/>
                </a:lnTo>
                <a:lnTo>
                  <a:pt x="27136" y="58063"/>
                </a:lnTo>
                <a:lnTo>
                  <a:pt x="27287" y="59406"/>
                </a:lnTo>
                <a:lnTo>
                  <a:pt x="27462" y="60750"/>
                </a:lnTo>
                <a:lnTo>
                  <a:pt x="27663" y="62094"/>
                </a:lnTo>
                <a:lnTo>
                  <a:pt x="27889" y="63438"/>
                </a:lnTo>
                <a:lnTo>
                  <a:pt x="28142" y="64781"/>
                </a:lnTo>
                <a:lnTo>
                  <a:pt x="28422" y="66125"/>
                </a:lnTo>
                <a:lnTo>
                  <a:pt x="28731" y="67469"/>
                </a:lnTo>
                <a:lnTo>
                  <a:pt x="29069" y="68813"/>
                </a:lnTo>
                <a:lnTo>
                  <a:pt x="29439" y="70156"/>
                </a:lnTo>
                <a:lnTo>
                  <a:pt x="29842" y="71500"/>
                </a:lnTo>
                <a:lnTo>
                  <a:pt x="30280" y="72844"/>
                </a:lnTo>
                <a:lnTo>
                  <a:pt x="30755" y="74188"/>
                </a:lnTo>
                <a:lnTo>
                  <a:pt x="31270" y="75531"/>
                </a:lnTo>
                <a:lnTo>
                  <a:pt x="31830" y="76875"/>
                </a:lnTo>
                <a:lnTo>
                  <a:pt x="32437" y="78219"/>
                </a:lnTo>
                <a:lnTo>
                  <a:pt x="33097" y="79563"/>
                </a:lnTo>
                <a:lnTo>
                  <a:pt x="33816" y="80906"/>
                </a:lnTo>
                <a:lnTo>
                  <a:pt x="34604" y="82250"/>
                </a:lnTo>
                <a:lnTo>
                  <a:pt x="35470" y="83594"/>
                </a:lnTo>
                <a:lnTo>
                  <a:pt x="36431" y="84938"/>
                </a:lnTo>
                <a:lnTo>
                  <a:pt x="37507" y="86281"/>
                </a:lnTo>
                <a:lnTo>
                  <a:pt x="38731" y="87625"/>
                </a:lnTo>
                <a:lnTo>
                  <a:pt x="40160" y="88969"/>
                </a:lnTo>
                <a:lnTo>
                  <a:pt x="41900" y="90313"/>
                </a:lnTo>
                <a:lnTo>
                  <a:pt x="44226"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41" name="text41"/>
          <p:cNvSpPr txBox="1"/>
          <p:nvPr/>
        </p:nvSpPr>
        <p:spPr>
          <a:xfrm>
            <a:off x="629107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23%</a:t>
            </a:r>
          </a:p>
        </p:txBody>
      </p:sp>
      <p:sp>
        <p:nvSpPr>
          <p:cNvPr id="42" name="text42"/>
          <p:cNvSpPr txBox="1"/>
          <p:nvPr/>
        </p:nvSpPr>
        <p:spPr>
          <a:xfrm>
            <a:off x="603504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Хмарно</a:t>
            </a:r>
          </a:p>
        </p:txBody>
      </p:sp>
      <p:sp>
        <p:nvSpPr>
          <p:cNvPr id="43" name="text43"/>
          <p:cNvSpPr txBox="1"/>
          <p:nvPr/>
        </p:nvSpPr>
        <p:spPr>
          <a:xfrm>
            <a:off x="603504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+10…+19°</a:t>
            </a:r>
          </a:p>
        </p:txBody>
      </p:sp>
      <p:sp>
        <p:nvSpPr>
          <p:cNvPr id="44" name="text44"/>
          <p:cNvSpPr txBox="1"/>
          <p:nvPr/>
        </p:nvSpPr>
        <p:spPr>
          <a:xfrm>
            <a:off x="605332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45" name="text45"/>
          <p:cNvSpPr txBox="1"/>
          <p:nvPr/>
        </p:nvSpPr>
        <p:spPr>
          <a:xfrm>
            <a:off x="605332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0.1 мм · 25%</a:t>
            </a:r>
          </a:p>
        </p:txBody>
      </p:sp>
      <p:sp>
        <p:nvSpPr>
          <p:cNvPr id="46" name="text46"/>
          <p:cNvSpPr txBox="1"/>
          <p:nvPr/>
        </p:nvSpPr>
        <p:spPr>
          <a:xfrm>
            <a:off x="605332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47" name="text47"/>
          <p:cNvSpPr txBox="1"/>
          <p:nvPr/>
        </p:nvSpPr>
        <p:spPr>
          <a:xfrm>
            <a:off x="605332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12.4 км</a:t>
            </a:r>
          </a:p>
        </p:txBody>
      </p:sp>
      <p:sp>
        <p:nvSpPr>
          <p:cNvPr id="48" name="text48"/>
          <p:cNvSpPr txBox="1"/>
          <p:nvPr/>
        </p:nvSpPr>
        <p:spPr>
          <a:xfrm>
            <a:off x="605332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49" name="text49"/>
          <p:cNvSpPr txBox="1"/>
          <p:nvPr/>
        </p:nvSpPr>
        <p:spPr>
          <a:xfrm>
            <a:off x="605332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50" name="daily wind"/>
          <p:cNvPicPr/>
          <p:nvPr/>
        </p:nvPicPr>
        <p:blipFill>
          <a:blip r:embed="rId5"/>
          <a:stretch>
            <a:fillRect/>
          </a:stretch>
        </p:blipFill>
        <p:spPr>
          <a:xfrm rot="18660000">
            <a:off x="6382512" y="4105656"/>
            <a:ext cx="182880" cy="182880"/>
          </a:xfrm>
          <a:prstGeom prst="rect">
            <a:avLst/>
          </a:prstGeom>
        </p:spPr>
      </p:pic>
      <p:sp>
        <p:nvSpPr>
          <p:cNvPr id="51" name="text51"/>
          <p:cNvSpPr txBox="1"/>
          <p:nvPr/>
        </p:nvSpPr>
        <p:spPr>
          <a:xfrm>
            <a:off x="6601968" y="4142232"/>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6 / 12</a:t>
            </a:r>
          </a:p>
        </p:txBody>
      </p:sp>
      <p:sp>
        <p:nvSpPr>
          <p:cNvPr id="52" name="text52"/>
          <p:cNvSpPr txBox="1"/>
          <p:nvPr/>
        </p:nvSpPr>
        <p:spPr>
          <a:xfrm>
            <a:off x="605332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53" name="daily wind 300 m"/>
          <p:cNvPicPr/>
          <p:nvPr/>
        </p:nvPicPr>
        <p:blipFill>
          <a:blip r:embed="rId5"/>
          <a:stretch>
            <a:fillRect/>
          </a:stretch>
        </p:blipFill>
        <p:spPr>
          <a:xfrm rot="20098305">
            <a:off x="6382512" y="4389120"/>
            <a:ext cx="182880" cy="182880"/>
          </a:xfrm>
          <a:prstGeom prst="rect">
            <a:avLst/>
          </a:prstGeom>
        </p:spPr>
      </p:pic>
      <p:sp>
        <p:nvSpPr>
          <p:cNvPr id="54" name="text54"/>
          <p:cNvSpPr txBox="1"/>
          <p:nvPr/>
        </p:nvSpPr>
        <p:spPr>
          <a:xfrm>
            <a:off x="660196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10</a:t>
            </a:r>
          </a:p>
        </p:txBody>
      </p:sp>
      <p:sp>
        <p:nvSpPr>
          <p:cNvPr id="55" name="text55"/>
          <p:cNvSpPr txBox="1"/>
          <p:nvPr/>
        </p:nvSpPr>
        <p:spPr>
          <a:xfrm>
            <a:off x="605332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56" name="daily wind 1000 m"/>
          <p:cNvPicPr/>
          <p:nvPr/>
        </p:nvPicPr>
        <p:blipFill>
          <a:blip r:embed="rId5"/>
          <a:stretch>
            <a:fillRect/>
          </a:stretch>
        </p:blipFill>
        <p:spPr>
          <a:xfrm rot="19980000">
            <a:off x="6382512" y="4672584"/>
            <a:ext cx="182880" cy="182880"/>
          </a:xfrm>
          <a:prstGeom prst="rect">
            <a:avLst/>
          </a:prstGeom>
        </p:spPr>
      </p:pic>
      <p:sp>
        <p:nvSpPr>
          <p:cNvPr id="57" name="text57"/>
          <p:cNvSpPr txBox="1"/>
          <p:nvPr/>
        </p:nvSpPr>
        <p:spPr>
          <a:xfrm>
            <a:off x="6601968" y="4709160"/>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13</a:t>
            </a:r>
          </a:p>
        </p:txBody>
      </p:sp>
      <p:sp>
        <p:nvSpPr>
          <p:cNvPr id="58" name="shape58"/>
          <p:cNvSpPr/>
          <p:nvPr/>
        </p:nvSpPr>
        <p:spPr>
          <a:xfrm>
            <a:off x="7360920" y="1325880"/>
            <a:ext cx="1261872" cy="4480560"/>
          </a:xfrm>
          <a:prstGeom prst="roundRect">
            <a:avLst/>
          </a:prstGeom>
          <a:solidFill>
            <a:srgbClr val="0C0C0C"/>
          </a:solidFill>
          <a:ln w="12700">
            <a:solidFill>
              <a:srgbClr val="404040"/>
            </a:solidFill>
          </a:ln>
        </p:spPr>
        <p:txBody>
          <a:bodyPr/>
          <a:lstStyle/>
          <a:p>
            <a:endParaRPr lang="uk-UA"/>
          </a:p>
        </p:txBody>
      </p:sp>
      <p:sp>
        <p:nvSpPr>
          <p:cNvPr id="59" name="text59"/>
          <p:cNvSpPr txBox="1"/>
          <p:nvPr/>
        </p:nvSpPr>
        <p:spPr>
          <a:xfrm>
            <a:off x="745236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Вт 08.09</a:t>
            </a:r>
          </a:p>
        </p:txBody>
      </p:sp>
      <p:pic>
        <p:nvPicPr>
          <p:cNvPr id="60" name="moon surface"/>
          <p:cNvPicPr/>
          <p:nvPr/>
        </p:nvPicPr>
        <p:blipFill>
          <a:blip r:embed="rId4"/>
          <a:stretch>
            <a:fillRect/>
          </a:stretch>
        </p:blipFill>
        <p:spPr>
          <a:xfrm>
            <a:off x="7808976" y="1746504"/>
            <a:ext cx="365760" cy="365760"/>
          </a:xfrm>
          <a:prstGeom prst="rect">
            <a:avLst/>
          </a:prstGeom>
        </p:spPr>
      </p:pic>
      <p:sp>
        <p:nvSpPr>
          <p:cNvPr id="61" name="moon shadow 61"/>
          <p:cNvSpPr/>
          <p:nvPr/>
        </p:nvSpPr>
        <p:spPr>
          <a:xfrm>
            <a:off x="7808976" y="1746504"/>
            <a:ext cx="365760" cy="365760"/>
          </a:xfrm>
          <a:custGeom>
            <a:avLst/>
            <a:gdLst/>
            <a:ahLst/>
            <a:cxnLst/>
            <a:rect l="0" t="0" r="100000" b="100000"/>
            <a:pathLst>
              <a:path w="100000" h="100000">
                <a:moveTo>
                  <a:pt x="50000" y="7000"/>
                </a:moveTo>
                <a:lnTo>
                  <a:pt x="42463" y="8344"/>
                </a:lnTo>
                <a:lnTo>
                  <a:pt x="39426" y="9688"/>
                </a:lnTo>
                <a:lnTo>
                  <a:pt x="37154" y="11031"/>
                </a:lnTo>
                <a:lnTo>
                  <a:pt x="35289" y="12375"/>
                </a:lnTo>
                <a:lnTo>
                  <a:pt x="33690" y="13719"/>
                </a:lnTo>
                <a:lnTo>
                  <a:pt x="32286" y="15063"/>
                </a:lnTo>
                <a:lnTo>
                  <a:pt x="31032" y="16406"/>
                </a:lnTo>
                <a:lnTo>
                  <a:pt x="29901" y="17750"/>
                </a:lnTo>
                <a:lnTo>
                  <a:pt x="28873" y="19094"/>
                </a:lnTo>
                <a:lnTo>
                  <a:pt x="27934" y="20438"/>
                </a:lnTo>
                <a:lnTo>
                  <a:pt x="27072" y="21781"/>
                </a:lnTo>
                <a:lnTo>
                  <a:pt x="26279" y="23125"/>
                </a:lnTo>
                <a:lnTo>
                  <a:pt x="25549" y="24469"/>
                </a:lnTo>
                <a:lnTo>
                  <a:pt x="24876" y="25813"/>
                </a:lnTo>
                <a:lnTo>
                  <a:pt x="24256" y="27156"/>
                </a:lnTo>
                <a:lnTo>
                  <a:pt x="23684" y="28500"/>
                </a:lnTo>
                <a:lnTo>
                  <a:pt x="23159" y="29844"/>
                </a:lnTo>
                <a:lnTo>
                  <a:pt x="22676" y="31188"/>
                </a:lnTo>
                <a:lnTo>
                  <a:pt x="22234" y="32531"/>
                </a:lnTo>
                <a:lnTo>
                  <a:pt x="21831" y="33875"/>
                </a:lnTo>
                <a:lnTo>
                  <a:pt x="21465" y="35219"/>
                </a:lnTo>
                <a:lnTo>
                  <a:pt x="21135" y="36563"/>
                </a:lnTo>
                <a:lnTo>
                  <a:pt x="20840" y="37906"/>
                </a:lnTo>
                <a:lnTo>
                  <a:pt x="20578" y="39250"/>
                </a:lnTo>
                <a:lnTo>
                  <a:pt x="20349" y="40594"/>
                </a:lnTo>
                <a:lnTo>
                  <a:pt x="20152" y="41938"/>
                </a:lnTo>
                <a:lnTo>
                  <a:pt x="19987" y="43281"/>
                </a:lnTo>
                <a:lnTo>
                  <a:pt x="19852" y="44625"/>
                </a:lnTo>
                <a:lnTo>
                  <a:pt x="19747" y="45969"/>
                </a:lnTo>
                <a:lnTo>
                  <a:pt x="19673" y="47313"/>
                </a:lnTo>
                <a:lnTo>
                  <a:pt x="19628" y="48656"/>
                </a:lnTo>
                <a:lnTo>
                  <a:pt x="19613" y="50000"/>
                </a:lnTo>
                <a:lnTo>
                  <a:pt x="19628" y="51344"/>
                </a:lnTo>
                <a:lnTo>
                  <a:pt x="19673" y="52688"/>
                </a:lnTo>
                <a:lnTo>
                  <a:pt x="19747" y="54031"/>
                </a:lnTo>
                <a:lnTo>
                  <a:pt x="19852" y="55375"/>
                </a:lnTo>
                <a:lnTo>
                  <a:pt x="19987" y="56719"/>
                </a:lnTo>
                <a:lnTo>
                  <a:pt x="20152" y="58063"/>
                </a:lnTo>
                <a:lnTo>
                  <a:pt x="20349" y="59406"/>
                </a:lnTo>
                <a:lnTo>
                  <a:pt x="20578" y="60750"/>
                </a:lnTo>
                <a:lnTo>
                  <a:pt x="20840" y="62094"/>
                </a:lnTo>
                <a:lnTo>
                  <a:pt x="21135" y="63438"/>
                </a:lnTo>
                <a:lnTo>
                  <a:pt x="21465" y="64781"/>
                </a:lnTo>
                <a:lnTo>
                  <a:pt x="21831" y="66125"/>
                </a:lnTo>
                <a:lnTo>
                  <a:pt x="22234" y="67469"/>
                </a:lnTo>
                <a:lnTo>
                  <a:pt x="22676" y="68813"/>
                </a:lnTo>
                <a:lnTo>
                  <a:pt x="23159" y="70156"/>
                </a:lnTo>
                <a:lnTo>
                  <a:pt x="23684" y="71500"/>
                </a:lnTo>
                <a:lnTo>
                  <a:pt x="24256" y="72844"/>
                </a:lnTo>
                <a:lnTo>
                  <a:pt x="24876" y="74188"/>
                </a:lnTo>
                <a:lnTo>
                  <a:pt x="25549" y="75531"/>
                </a:lnTo>
                <a:lnTo>
                  <a:pt x="26279" y="76875"/>
                </a:lnTo>
                <a:lnTo>
                  <a:pt x="27072" y="78219"/>
                </a:lnTo>
                <a:lnTo>
                  <a:pt x="27934" y="79563"/>
                </a:lnTo>
                <a:lnTo>
                  <a:pt x="28873" y="80906"/>
                </a:lnTo>
                <a:lnTo>
                  <a:pt x="29901" y="82250"/>
                </a:lnTo>
                <a:lnTo>
                  <a:pt x="31032" y="83594"/>
                </a:lnTo>
                <a:lnTo>
                  <a:pt x="32286" y="84938"/>
                </a:lnTo>
                <a:lnTo>
                  <a:pt x="33690" y="86281"/>
                </a:lnTo>
                <a:lnTo>
                  <a:pt x="35289" y="87625"/>
                </a:lnTo>
                <a:lnTo>
                  <a:pt x="37154" y="88969"/>
                </a:lnTo>
                <a:lnTo>
                  <a:pt x="39426" y="90313"/>
                </a:lnTo>
                <a:lnTo>
                  <a:pt x="42463"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62" name="text62"/>
          <p:cNvSpPr txBox="1"/>
          <p:nvPr/>
        </p:nvSpPr>
        <p:spPr>
          <a:xfrm>
            <a:off x="770839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15%</a:t>
            </a:r>
          </a:p>
        </p:txBody>
      </p:sp>
      <p:sp>
        <p:nvSpPr>
          <p:cNvPr id="63" name="text63"/>
          <p:cNvSpPr txBox="1"/>
          <p:nvPr/>
        </p:nvSpPr>
        <p:spPr>
          <a:xfrm>
            <a:off x="745236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Мінлива хмарність</a:t>
            </a:r>
          </a:p>
        </p:txBody>
      </p:sp>
      <p:sp>
        <p:nvSpPr>
          <p:cNvPr id="64" name="text64"/>
          <p:cNvSpPr txBox="1"/>
          <p:nvPr/>
        </p:nvSpPr>
        <p:spPr>
          <a:xfrm>
            <a:off x="745236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+8…+21°</a:t>
            </a:r>
          </a:p>
        </p:txBody>
      </p:sp>
      <p:sp>
        <p:nvSpPr>
          <p:cNvPr id="65" name="text65"/>
          <p:cNvSpPr txBox="1"/>
          <p:nvPr/>
        </p:nvSpPr>
        <p:spPr>
          <a:xfrm>
            <a:off x="747064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66" name="text66"/>
          <p:cNvSpPr txBox="1"/>
          <p:nvPr/>
        </p:nvSpPr>
        <p:spPr>
          <a:xfrm>
            <a:off x="747064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0%</a:t>
            </a:r>
          </a:p>
        </p:txBody>
      </p:sp>
      <p:sp>
        <p:nvSpPr>
          <p:cNvPr id="67" name="text67"/>
          <p:cNvSpPr txBox="1"/>
          <p:nvPr/>
        </p:nvSpPr>
        <p:spPr>
          <a:xfrm>
            <a:off x="747064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68" name="text68"/>
          <p:cNvSpPr txBox="1"/>
          <p:nvPr/>
        </p:nvSpPr>
        <p:spPr>
          <a:xfrm>
            <a:off x="747064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30.9 км</a:t>
            </a:r>
          </a:p>
        </p:txBody>
      </p:sp>
      <p:sp>
        <p:nvSpPr>
          <p:cNvPr id="69" name="text69"/>
          <p:cNvSpPr txBox="1"/>
          <p:nvPr/>
        </p:nvSpPr>
        <p:spPr>
          <a:xfrm>
            <a:off x="747064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70" name="text70"/>
          <p:cNvSpPr txBox="1"/>
          <p:nvPr/>
        </p:nvSpPr>
        <p:spPr>
          <a:xfrm>
            <a:off x="747064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71" name="daily wind"/>
          <p:cNvPicPr/>
          <p:nvPr/>
        </p:nvPicPr>
        <p:blipFill>
          <a:blip r:embed="rId5"/>
          <a:stretch>
            <a:fillRect/>
          </a:stretch>
        </p:blipFill>
        <p:spPr>
          <a:xfrm rot="18300000">
            <a:off x="7799832" y="4105656"/>
            <a:ext cx="182880" cy="182880"/>
          </a:xfrm>
          <a:prstGeom prst="rect">
            <a:avLst/>
          </a:prstGeom>
        </p:spPr>
      </p:pic>
      <p:sp>
        <p:nvSpPr>
          <p:cNvPr id="72" name="text72"/>
          <p:cNvSpPr txBox="1"/>
          <p:nvPr/>
        </p:nvSpPr>
        <p:spPr>
          <a:xfrm>
            <a:off x="8019288" y="4142232"/>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6 / 12</a:t>
            </a:r>
          </a:p>
        </p:txBody>
      </p:sp>
      <p:sp>
        <p:nvSpPr>
          <p:cNvPr id="73" name="text73"/>
          <p:cNvSpPr txBox="1"/>
          <p:nvPr/>
        </p:nvSpPr>
        <p:spPr>
          <a:xfrm>
            <a:off x="747064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74" name="daily wind 300 m"/>
          <p:cNvPicPr/>
          <p:nvPr/>
        </p:nvPicPr>
        <p:blipFill>
          <a:blip r:embed="rId5"/>
          <a:stretch>
            <a:fillRect/>
          </a:stretch>
        </p:blipFill>
        <p:spPr>
          <a:xfrm rot="18805679">
            <a:off x="7799832" y="4389120"/>
            <a:ext cx="182880" cy="182880"/>
          </a:xfrm>
          <a:prstGeom prst="rect">
            <a:avLst/>
          </a:prstGeom>
        </p:spPr>
      </p:pic>
      <p:sp>
        <p:nvSpPr>
          <p:cNvPr id="75" name="text75"/>
          <p:cNvSpPr txBox="1"/>
          <p:nvPr/>
        </p:nvSpPr>
        <p:spPr>
          <a:xfrm>
            <a:off x="801928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9</a:t>
            </a:r>
          </a:p>
        </p:txBody>
      </p:sp>
      <p:sp>
        <p:nvSpPr>
          <p:cNvPr id="76" name="text76"/>
          <p:cNvSpPr txBox="1"/>
          <p:nvPr/>
        </p:nvSpPr>
        <p:spPr>
          <a:xfrm>
            <a:off x="747064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77" name="daily wind 1000 m"/>
          <p:cNvPicPr/>
          <p:nvPr/>
        </p:nvPicPr>
        <p:blipFill>
          <a:blip r:embed="rId5"/>
          <a:stretch>
            <a:fillRect/>
          </a:stretch>
        </p:blipFill>
        <p:spPr>
          <a:xfrm rot="19093377">
            <a:off x="7799832" y="4672584"/>
            <a:ext cx="182880" cy="182880"/>
          </a:xfrm>
          <a:prstGeom prst="rect">
            <a:avLst/>
          </a:prstGeom>
        </p:spPr>
      </p:pic>
      <p:sp>
        <p:nvSpPr>
          <p:cNvPr id="78" name="text78"/>
          <p:cNvSpPr txBox="1"/>
          <p:nvPr/>
        </p:nvSpPr>
        <p:spPr>
          <a:xfrm>
            <a:off x="8019288" y="4709160"/>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15</a:t>
            </a:r>
          </a:p>
        </p:txBody>
      </p:sp>
      <p:sp>
        <p:nvSpPr>
          <p:cNvPr id="79" name="shape79"/>
          <p:cNvSpPr/>
          <p:nvPr/>
        </p:nvSpPr>
        <p:spPr>
          <a:xfrm>
            <a:off x="8778240" y="1325880"/>
            <a:ext cx="1261872" cy="4480560"/>
          </a:xfrm>
          <a:prstGeom prst="roundRect">
            <a:avLst/>
          </a:prstGeom>
          <a:solidFill>
            <a:srgbClr val="0C0C0C"/>
          </a:solidFill>
          <a:ln w="12700">
            <a:solidFill>
              <a:srgbClr val="404040"/>
            </a:solidFill>
          </a:ln>
        </p:spPr>
        <p:txBody>
          <a:bodyPr/>
          <a:lstStyle/>
          <a:p>
            <a:endParaRPr lang="uk-UA"/>
          </a:p>
        </p:txBody>
      </p:sp>
      <p:sp>
        <p:nvSpPr>
          <p:cNvPr id="80" name="text80"/>
          <p:cNvSpPr txBox="1"/>
          <p:nvPr/>
        </p:nvSpPr>
        <p:spPr>
          <a:xfrm>
            <a:off x="886968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Ср 09.09</a:t>
            </a:r>
          </a:p>
        </p:txBody>
      </p:sp>
      <p:pic>
        <p:nvPicPr>
          <p:cNvPr id="81" name="moon surface"/>
          <p:cNvPicPr/>
          <p:nvPr/>
        </p:nvPicPr>
        <p:blipFill>
          <a:blip r:embed="rId4"/>
          <a:stretch>
            <a:fillRect/>
          </a:stretch>
        </p:blipFill>
        <p:spPr>
          <a:xfrm>
            <a:off x="9226296" y="1746504"/>
            <a:ext cx="365760" cy="365760"/>
          </a:xfrm>
          <a:prstGeom prst="rect">
            <a:avLst/>
          </a:prstGeom>
        </p:spPr>
      </p:pic>
      <p:sp>
        <p:nvSpPr>
          <p:cNvPr id="82" name="moon shadow 82"/>
          <p:cNvSpPr/>
          <p:nvPr/>
        </p:nvSpPr>
        <p:spPr>
          <a:xfrm>
            <a:off x="9226296" y="1746504"/>
            <a:ext cx="365760" cy="365760"/>
          </a:xfrm>
          <a:custGeom>
            <a:avLst/>
            <a:gdLst/>
            <a:ahLst/>
            <a:cxnLst/>
            <a:rect l="0" t="0" r="100000" b="100000"/>
            <a:pathLst>
              <a:path w="100000" h="100000">
                <a:moveTo>
                  <a:pt x="50000" y="7000"/>
                </a:moveTo>
                <a:lnTo>
                  <a:pt x="41039" y="8344"/>
                </a:lnTo>
                <a:lnTo>
                  <a:pt x="37429" y="9688"/>
                </a:lnTo>
                <a:lnTo>
                  <a:pt x="34728" y="11031"/>
                </a:lnTo>
                <a:lnTo>
                  <a:pt x="32511" y="12375"/>
                </a:lnTo>
                <a:lnTo>
                  <a:pt x="30610" y="13719"/>
                </a:lnTo>
                <a:lnTo>
                  <a:pt x="28940" y="15063"/>
                </a:lnTo>
                <a:lnTo>
                  <a:pt x="27449" y="16406"/>
                </a:lnTo>
                <a:lnTo>
                  <a:pt x="26105" y="17750"/>
                </a:lnTo>
                <a:lnTo>
                  <a:pt x="24883" y="19094"/>
                </a:lnTo>
                <a:lnTo>
                  <a:pt x="23766" y="20438"/>
                </a:lnTo>
                <a:lnTo>
                  <a:pt x="22741" y="21781"/>
                </a:lnTo>
                <a:lnTo>
                  <a:pt x="21799" y="23125"/>
                </a:lnTo>
                <a:lnTo>
                  <a:pt x="20931" y="24469"/>
                </a:lnTo>
                <a:lnTo>
                  <a:pt x="20131" y="25813"/>
                </a:lnTo>
                <a:lnTo>
                  <a:pt x="19393" y="27156"/>
                </a:lnTo>
                <a:lnTo>
                  <a:pt x="18714" y="28500"/>
                </a:lnTo>
                <a:lnTo>
                  <a:pt x="18089" y="29844"/>
                </a:lnTo>
                <a:lnTo>
                  <a:pt x="17515" y="31188"/>
                </a:lnTo>
                <a:lnTo>
                  <a:pt x="16989" y="32531"/>
                </a:lnTo>
                <a:lnTo>
                  <a:pt x="16510" y="33875"/>
                </a:lnTo>
                <a:lnTo>
                  <a:pt x="16075" y="35219"/>
                </a:lnTo>
                <a:lnTo>
                  <a:pt x="15683" y="36563"/>
                </a:lnTo>
                <a:lnTo>
                  <a:pt x="15332" y="37906"/>
                </a:lnTo>
                <a:lnTo>
                  <a:pt x="15021" y="39250"/>
                </a:lnTo>
                <a:lnTo>
                  <a:pt x="14749" y="40594"/>
                </a:lnTo>
                <a:lnTo>
                  <a:pt x="14515" y="41938"/>
                </a:lnTo>
                <a:lnTo>
                  <a:pt x="14318" y="43281"/>
                </a:lnTo>
                <a:lnTo>
                  <a:pt x="14157" y="44625"/>
                </a:lnTo>
                <a:lnTo>
                  <a:pt x="14033" y="45969"/>
                </a:lnTo>
                <a:lnTo>
                  <a:pt x="13945" y="47313"/>
                </a:lnTo>
                <a:lnTo>
                  <a:pt x="13892" y="48656"/>
                </a:lnTo>
                <a:lnTo>
                  <a:pt x="13874" y="50000"/>
                </a:lnTo>
                <a:lnTo>
                  <a:pt x="13892" y="51344"/>
                </a:lnTo>
                <a:lnTo>
                  <a:pt x="13945" y="52688"/>
                </a:lnTo>
                <a:lnTo>
                  <a:pt x="14033" y="54031"/>
                </a:lnTo>
                <a:lnTo>
                  <a:pt x="14157" y="55375"/>
                </a:lnTo>
                <a:lnTo>
                  <a:pt x="14318" y="56719"/>
                </a:lnTo>
                <a:lnTo>
                  <a:pt x="14515" y="58063"/>
                </a:lnTo>
                <a:lnTo>
                  <a:pt x="14749" y="59406"/>
                </a:lnTo>
                <a:lnTo>
                  <a:pt x="15021" y="60750"/>
                </a:lnTo>
                <a:lnTo>
                  <a:pt x="15332" y="62094"/>
                </a:lnTo>
                <a:lnTo>
                  <a:pt x="15683" y="63438"/>
                </a:lnTo>
                <a:lnTo>
                  <a:pt x="16075" y="64781"/>
                </a:lnTo>
                <a:lnTo>
                  <a:pt x="16510" y="66125"/>
                </a:lnTo>
                <a:lnTo>
                  <a:pt x="16989" y="67469"/>
                </a:lnTo>
                <a:lnTo>
                  <a:pt x="17515" y="68813"/>
                </a:lnTo>
                <a:lnTo>
                  <a:pt x="18089" y="70156"/>
                </a:lnTo>
                <a:lnTo>
                  <a:pt x="18714" y="71500"/>
                </a:lnTo>
                <a:lnTo>
                  <a:pt x="19393" y="72844"/>
                </a:lnTo>
                <a:lnTo>
                  <a:pt x="20131" y="74188"/>
                </a:lnTo>
                <a:lnTo>
                  <a:pt x="20931" y="75531"/>
                </a:lnTo>
                <a:lnTo>
                  <a:pt x="21799" y="76875"/>
                </a:lnTo>
                <a:lnTo>
                  <a:pt x="22741" y="78219"/>
                </a:lnTo>
                <a:lnTo>
                  <a:pt x="23766" y="79563"/>
                </a:lnTo>
                <a:lnTo>
                  <a:pt x="24883" y="80906"/>
                </a:lnTo>
                <a:lnTo>
                  <a:pt x="26105" y="82250"/>
                </a:lnTo>
                <a:lnTo>
                  <a:pt x="27449" y="83594"/>
                </a:lnTo>
                <a:lnTo>
                  <a:pt x="28940" y="84938"/>
                </a:lnTo>
                <a:lnTo>
                  <a:pt x="30610" y="86281"/>
                </a:lnTo>
                <a:lnTo>
                  <a:pt x="32511" y="87625"/>
                </a:lnTo>
                <a:lnTo>
                  <a:pt x="34728" y="88969"/>
                </a:lnTo>
                <a:lnTo>
                  <a:pt x="37429" y="90313"/>
                </a:lnTo>
                <a:lnTo>
                  <a:pt x="41039"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83" name="text83"/>
          <p:cNvSpPr txBox="1"/>
          <p:nvPr/>
        </p:nvSpPr>
        <p:spPr>
          <a:xfrm>
            <a:off x="912571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8%</a:t>
            </a:r>
          </a:p>
        </p:txBody>
      </p:sp>
      <p:sp>
        <p:nvSpPr>
          <p:cNvPr id="84" name="text84"/>
          <p:cNvSpPr txBox="1"/>
          <p:nvPr/>
        </p:nvSpPr>
        <p:spPr>
          <a:xfrm>
            <a:off x="886968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Переважно ясно</a:t>
            </a:r>
          </a:p>
        </p:txBody>
      </p:sp>
      <p:sp>
        <p:nvSpPr>
          <p:cNvPr id="85" name="text85"/>
          <p:cNvSpPr txBox="1"/>
          <p:nvPr/>
        </p:nvSpPr>
        <p:spPr>
          <a:xfrm>
            <a:off x="886968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+6…+23°</a:t>
            </a:r>
          </a:p>
        </p:txBody>
      </p:sp>
      <p:sp>
        <p:nvSpPr>
          <p:cNvPr id="86" name="text86"/>
          <p:cNvSpPr txBox="1"/>
          <p:nvPr/>
        </p:nvSpPr>
        <p:spPr>
          <a:xfrm>
            <a:off x="888796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87" name="text87"/>
          <p:cNvSpPr txBox="1"/>
          <p:nvPr/>
        </p:nvSpPr>
        <p:spPr>
          <a:xfrm>
            <a:off x="888796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0%</a:t>
            </a:r>
          </a:p>
        </p:txBody>
      </p:sp>
      <p:sp>
        <p:nvSpPr>
          <p:cNvPr id="88" name="text88"/>
          <p:cNvSpPr txBox="1"/>
          <p:nvPr/>
        </p:nvSpPr>
        <p:spPr>
          <a:xfrm>
            <a:off x="888796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89" name="text89"/>
          <p:cNvSpPr txBox="1"/>
          <p:nvPr/>
        </p:nvSpPr>
        <p:spPr>
          <a:xfrm>
            <a:off x="888796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37.6 км</a:t>
            </a:r>
          </a:p>
        </p:txBody>
      </p:sp>
      <p:sp>
        <p:nvSpPr>
          <p:cNvPr id="90" name="text90"/>
          <p:cNvSpPr txBox="1"/>
          <p:nvPr/>
        </p:nvSpPr>
        <p:spPr>
          <a:xfrm>
            <a:off x="888796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91" name="text91"/>
          <p:cNvSpPr txBox="1"/>
          <p:nvPr/>
        </p:nvSpPr>
        <p:spPr>
          <a:xfrm>
            <a:off x="888796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92" name="daily wind"/>
          <p:cNvPicPr/>
          <p:nvPr/>
        </p:nvPicPr>
        <p:blipFill>
          <a:blip r:embed="rId5"/>
          <a:stretch>
            <a:fillRect/>
          </a:stretch>
        </p:blipFill>
        <p:spPr>
          <a:xfrm rot="16320000">
            <a:off x="9217152" y="4105656"/>
            <a:ext cx="182880" cy="182880"/>
          </a:xfrm>
          <a:prstGeom prst="rect">
            <a:avLst/>
          </a:prstGeom>
        </p:spPr>
      </p:pic>
      <p:sp>
        <p:nvSpPr>
          <p:cNvPr id="93" name="text93"/>
          <p:cNvSpPr txBox="1"/>
          <p:nvPr/>
        </p:nvSpPr>
        <p:spPr>
          <a:xfrm>
            <a:off x="943660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2 / 5</a:t>
            </a:r>
          </a:p>
        </p:txBody>
      </p:sp>
      <p:sp>
        <p:nvSpPr>
          <p:cNvPr id="94" name="text94"/>
          <p:cNvSpPr txBox="1"/>
          <p:nvPr/>
        </p:nvSpPr>
        <p:spPr>
          <a:xfrm>
            <a:off x="888796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95" name="daily wind 300 m"/>
          <p:cNvPicPr/>
          <p:nvPr/>
        </p:nvPicPr>
        <p:blipFill>
          <a:blip r:embed="rId5"/>
          <a:stretch>
            <a:fillRect/>
          </a:stretch>
        </p:blipFill>
        <p:spPr>
          <a:xfrm rot="1111226">
            <a:off x="9217152" y="4389120"/>
            <a:ext cx="182880" cy="182880"/>
          </a:xfrm>
          <a:prstGeom prst="rect">
            <a:avLst/>
          </a:prstGeom>
        </p:spPr>
      </p:pic>
      <p:sp>
        <p:nvSpPr>
          <p:cNvPr id="96" name="text96"/>
          <p:cNvSpPr txBox="1"/>
          <p:nvPr/>
        </p:nvSpPr>
        <p:spPr>
          <a:xfrm>
            <a:off x="943660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5</a:t>
            </a:r>
          </a:p>
        </p:txBody>
      </p:sp>
      <p:sp>
        <p:nvSpPr>
          <p:cNvPr id="97" name="text97"/>
          <p:cNvSpPr txBox="1"/>
          <p:nvPr/>
        </p:nvSpPr>
        <p:spPr>
          <a:xfrm>
            <a:off x="888796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98" name="daily wind 1000 m"/>
          <p:cNvPicPr/>
          <p:nvPr/>
        </p:nvPicPr>
        <p:blipFill>
          <a:blip r:embed="rId5"/>
          <a:stretch>
            <a:fillRect/>
          </a:stretch>
        </p:blipFill>
        <p:spPr>
          <a:xfrm rot="20430464">
            <a:off x="9217152" y="4672584"/>
            <a:ext cx="182880" cy="182880"/>
          </a:xfrm>
          <a:prstGeom prst="rect">
            <a:avLst/>
          </a:prstGeom>
        </p:spPr>
      </p:pic>
      <p:sp>
        <p:nvSpPr>
          <p:cNvPr id="99" name="text99"/>
          <p:cNvSpPr txBox="1"/>
          <p:nvPr/>
        </p:nvSpPr>
        <p:spPr>
          <a:xfrm>
            <a:off x="9436608" y="4709160"/>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9</a:t>
            </a:r>
          </a:p>
        </p:txBody>
      </p:sp>
      <p:sp>
        <p:nvSpPr>
          <p:cNvPr id="100" name="shape100"/>
          <p:cNvSpPr/>
          <p:nvPr/>
        </p:nvSpPr>
        <p:spPr>
          <a:xfrm>
            <a:off x="10195560" y="1325880"/>
            <a:ext cx="1261872" cy="4480560"/>
          </a:xfrm>
          <a:prstGeom prst="roundRect">
            <a:avLst/>
          </a:prstGeom>
          <a:solidFill>
            <a:srgbClr val="0C0C0C"/>
          </a:solidFill>
          <a:ln w="12700">
            <a:solidFill>
              <a:srgbClr val="404040"/>
            </a:solidFill>
          </a:ln>
        </p:spPr>
        <p:txBody>
          <a:bodyPr/>
          <a:lstStyle/>
          <a:p>
            <a:endParaRPr lang="uk-UA"/>
          </a:p>
        </p:txBody>
      </p:sp>
      <p:sp>
        <p:nvSpPr>
          <p:cNvPr id="101" name="text101"/>
          <p:cNvSpPr txBox="1"/>
          <p:nvPr/>
        </p:nvSpPr>
        <p:spPr>
          <a:xfrm>
            <a:off x="1028700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Чт 10.09</a:t>
            </a:r>
          </a:p>
        </p:txBody>
      </p:sp>
      <p:pic>
        <p:nvPicPr>
          <p:cNvPr id="102" name="moon surface"/>
          <p:cNvPicPr/>
          <p:nvPr/>
        </p:nvPicPr>
        <p:blipFill>
          <a:blip r:embed="rId4"/>
          <a:stretch>
            <a:fillRect/>
          </a:stretch>
        </p:blipFill>
        <p:spPr>
          <a:xfrm>
            <a:off x="10643616" y="1746504"/>
            <a:ext cx="365760" cy="365760"/>
          </a:xfrm>
          <a:prstGeom prst="rect">
            <a:avLst/>
          </a:prstGeom>
        </p:spPr>
      </p:pic>
      <p:sp>
        <p:nvSpPr>
          <p:cNvPr id="103" name="moon shadow 103"/>
          <p:cNvSpPr/>
          <p:nvPr/>
        </p:nvSpPr>
        <p:spPr>
          <a:xfrm>
            <a:off x="10643616" y="1746504"/>
            <a:ext cx="365760" cy="365760"/>
          </a:xfrm>
          <a:custGeom>
            <a:avLst/>
            <a:gdLst/>
            <a:ahLst/>
            <a:cxnLst/>
            <a:rect l="0" t="0" r="100000" b="100000"/>
            <a:pathLst>
              <a:path w="100000" h="100000">
                <a:moveTo>
                  <a:pt x="50000" y="7000"/>
                </a:moveTo>
                <a:lnTo>
                  <a:pt x="40020" y="8344"/>
                </a:lnTo>
                <a:lnTo>
                  <a:pt x="35998" y="9688"/>
                </a:lnTo>
                <a:lnTo>
                  <a:pt x="32990" y="11031"/>
                </a:lnTo>
                <a:lnTo>
                  <a:pt x="30521" y="12375"/>
                </a:lnTo>
                <a:lnTo>
                  <a:pt x="28404" y="13719"/>
                </a:lnTo>
                <a:lnTo>
                  <a:pt x="26544" y="15063"/>
                </a:lnTo>
                <a:lnTo>
                  <a:pt x="24884" y="16406"/>
                </a:lnTo>
                <a:lnTo>
                  <a:pt x="23386" y="17750"/>
                </a:lnTo>
                <a:lnTo>
                  <a:pt x="22025" y="19094"/>
                </a:lnTo>
                <a:lnTo>
                  <a:pt x="20781" y="20438"/>
                </a:lnTo>
                <a:lnTo>
                  <a:pt x="19640" y="21781"/>
                </a:lnTo>
                <a:lnTo>
                  <a:pt x="18591" y="23125"/>
                </a:lnTo>
                <a:lnTo>
                  <a:pt x="17624" y="24469"/>
                </a:lnTo>
                <a:lnTo>
                  <a:pt x="16733" y="25813"/>
                </a:lnTo>
                <a:lnTo>
                  <a:pt x="15911" y="27156"/>
                </a:lnTo>
                <a:lnTo>
                  <a:pt x="15154" y="28500"/>
                </a:lnTo>
                <a:lnTo>
                  <a:pt x="14458" y="29844"/>
                </a:lnTo>
                <a:lnTo>
                  <a:pt x="13819" y="31188"/>
                </a:lnTo>
                <a:lnTo>
                  <a:pt x="13234" y="32531"/>
                </a:lnTo>
                <a:lnTo>
                  <a:pt x="12700" y="33875"/>
                </a:lnTo>
                <a:lnTo>
                  <a:pt x="12216" y="35219"/>
                </a:lnTo>
                <a:lnTo>
                  <a:pt x="11779" y="36563"/>
                </a:lnTo>
                <a:lnTo>
                  <a:pt x="11388" y="37906"/>
                </a:lnTo>
                <a:lnTo>
                  <a:pt x="11041" y="39250"/>
                </a:lnTo>
                <a:lnTo>
                  <a:pt x="10738" y="40594"/>
                </a:lnTo>
                <a:lnTo>
                  <a:pt x="10477" y="41938"/>
                </a:lnTo>
                <a:lnTo>
                  <a:pt x="10258" y="43281"/>
                </a:lnTo>
                <a:lnTo>
                  <a:pt x="10079" y="44625"/>
                </a:lnTo>
                <a:lnTo>
                  <a:pt x="9941" y="45969"/>
                </a:lnTo>
                <a:lnTo>
                  <a:pt x="9842" y="47313"/>
                </a:lnTo>
                <a:lnTo>
                  <a:pt x="9783" y="48656"/>
                </a:lnTo>
                <a:lnTo>
                  <a:pt x="9764" y="50000"/>
                </a:lnTo>
                <a:lnTo>
                  <a:pt x="9783" y="51344"/>
                </a:lnTo>
                <a:lnTo>
                  <a:pt x="9842" y="52688"/>
                </a:lnTo>
                <a:lnTo>
                  <a:pt x="9941" y="54031"/>
                </a:lnTo>
                <a:lnTo>
                  <a:pt x="10079" y="55375"/>
                </a:lnTo>
                <a:lnTo>
                  <a:pt x="10258" y="56719"/>
                </a:lnTo>
                <a:lnTo>
                  <a:pt x="10477" y="58063"/>
                </a:lnTo>
                <a:lnTo>
                  <a:pt x="10738" y="59406"/>
                </a:lnTo>
                <a:lnTo>
                  <a:pt x="11041" y="60750"/>
                </a:lnTo>
                <a:lnTo>
                  <a:pt x="11388" y="62094"/>
                </a:lnTo>
                <a:lnTo>
                  <a:pt x="11779" y="63438"/>
                </a:lnTo>
                <a:lnTo>
                  <a:pt x="12216" y="64781"/>
                </a:lnTo>
                <a:lnTo>
                  <a:pt x="12700" y="66125"/>
                </a:lnTo>
                <a:lnTo>
                  <a:pt x="13234" y="67469"/>
                </a:lnTo>
                <a:lnTo>
                  <a:pt x="13819" y="68813"/>
                </a:lnTo>
                <a:lnTo>
                  <a:pt x="14458" y="70156"/>
                </a:lnTo>
                <a:lnTo>
                  <a:pt x="15154" y="71500"/>
                </a:lnTo>
                <a:lnTo>
                  <a:pt x="15911" y="72844"/>
                </a:lnTo>
                <a:lnTo>
                  <a:pt x="16733" y="74188"/>
                </a:lnTo>
                <a:lnTo>
                  <a:pt x="17624" y="75531"/>
                </a:lnTo>
                <a:lnTo>
                  <a:pt x="18591" y="76875"/>
                </a:lnTo>
                <a:lnTo>
                  <a:pt x="19640" y="78219"/>
                </a:lnTo>
                <a:lnTo>
                  <a:pt x="20781" y="79563"/>
                </a:lnTo>
                <a:lnTo>
                  <a:pt x="22025" y="80906"/>
                </a:lnTo>
                <a:lnTo>
                  <a:pt x="23386" y="82250"/>
                </a:lnTo>
                <a:lnTo>
                  <a:pt x="24884" y="83594"/>
                </a:lnTo>
                <a:lnTo>
                  <a:pt x="26544" y="84938"/>
                </a:lnTo>
                <a:lnTo>
                  <a:pt x="28404" y="86281"/>
                </a:lnTo>
                <a:lnTo>
                  <a:pt x="30521" y="87625"/>
                </a:lnTo>
                <a:lnTo>
                  <a:pt x="32990" y="88969"/>
                </a:lnTo>
                <a:lnTo>
                  <a:pt x="35998" y="90313"/>
                </a:lnTo>
                <a:lnTo>
                  <a:pt x="4002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104" name="text104"/>
          <p:cNvSpPr txBox="1"/>
          <p:nvPr/>
        </p:nvSpPr>
        <p:spPr>
          <a:xfrm>
            <a:off x="1054303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3%</a:t>
            </a:r>
          </a:p>
        </p:txBody>
      </p:sp>
      <p:sp>
        <p:nvSpPr>
          <p:cNvPr id="105" name="text105"/>
          <p:cNvSpPr txBox="1"/>
          <p:nvPr/>
        </p:nvSpPr>
        <p:spPr>
          <a:xfrm>
            <a:off x="1028700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Хмарно</a:t>
            </a:r>
          </a:p>
        </p:txBody>
      </p:sp>
      <p:sp>
        <p:nvSpPr>
          <p:cNvPr id="106" name="text106"/>
          <p:cNvSpPr txBox="1"/>
          <p:nvPr/>
        </p:nvSpPr>
        <p:spPr>
          <a:xfrm>
            <a:off x="1028700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+10…+27°</a:t>
            </a:r>
          </a:p>
        </p:txBody>
      </p:sp>
      <p:sp>
        <p:nvSpPr>
          <p:cNvPr id="107" name="text107"/>
          <p:cNvSpPr txBox="1"/>
          <p:nvPr/>
        </p:nvSpPr>
        <p:spPr>
          <a:xfrm>
            <a:off x="1030528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108" name="text108"/>
          <p:cNvSpPr txBox="1"/>
          <p:nvPr/>
        </p:nvSpPr>
        <p:spPr>
          <a:xfrm>
            <a:off x="1030528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0%</a:t>
            </a:r>
          </a:p>
        </p:txBody>
      </p:sp>
      <p:sp>
        <p:nvSpPr>
          <p:cNvPr id="109" name="text109"/>
          <p:cNvSpPr txBox="1"/>
          <p:nvPr/>
        </p:nvSpPr>
        <p:spPr>
          <a:xfrm>
            <a:off x="1030528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110" name="text110"/>
          <p:cNvSpPr txBox="1"/>
          <p:nvPr/>
        </p:nvSpPr>
        <p:spPr>
          <a:xfrm>
            <a:off x="1030528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35.0 км</a:t>
            </a:r>
          </a:p>
        </p:txBody>
      </p:sp>
      <p:sp>
        <p:nvSpPr>
          <p:cNvPr id="111" name="text111"/>
          <p:cNvSpPr txBox="1"/>
          <p:nvPr/>
        </p:nvSpPr>
        <p:spPr>
          <a:xfrm>
            <a:off x="1030528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112" name="text112"/>
          <p:cNvSpPr txBox="1"/>
          <p:nvPr/>
        </p:nvSpPr>
        <p:spPr>
          <a:xfrm>
            <a:off x="1030528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113" name="daily wind"/>
          <p:cNvPicPr/>
          <p:nvPr/>
        </p:nvPicPr>
        <p:blipFill>
          <a:blip r:embed="rId5"/>
          <a:stretch>
            <a:fillRect/>
          </a:stretch>
        </p:blipFill>
        <p:spPr>
          <a:xfrm rot="12360000">
            <a:off x="10634472" y="4105656"/>
            <a:ext cx="182880" cy="182880"/>
          </a:xfrm>
          <a:prstGeom prst="rect">
            <a:avLst/>
          </a:prstGeom>
        </p:spPr>
      </p:pic>
      <p:sp>
        <p:nvSpPr>
          <p:cNvPr id="114" name="text114"/>
          <p:cNvSpPr txBox="1"/>
          <p:nvPr/>
        </p:nvSpPr>
        <p:spPr>
          <a:xfrm>
            <a:off x="1085392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3 / 6</a:t>
            </a:r>
          </a:p>
        </p:txBody>
      </p:sp>
      <p:sp>
        <p:nvSpPr>
          <p:cNvPr id="115" name="text115"/>
          <p:cNvSpPr txBox="1"/>
          <p:nvPr/>
        </p:nvSpPr>
        <p:spPr>
          <a:xfrm>
            <a:off x="1030528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116" name="daily wind 300 m"/>
          <p:cNvPicPr/>
          <p:nvPr/>
        </p:nvPicPr>
        <p:blipFill>
          <a:blip r:embed="rId5"/>
          <a:stretch>
            <a:fillRect/>
          </a:stretch>
        </p:blipFill>
        <p:spPr>
          <a:xfrm rot="13058268">
            <a:off x="10634472" y="4389120"/>
            <a:ext cx="182880" cy="182880"/>
          </a:xfrm>
          <a:prstGeom prst="rect">
            <a:avLst/>
          </a:prstGeom>
        </p:spPr>
      </p:pic>
      <p:sp>
        <p:nvSpPr>
          <p:cNvPr id="117" name="text117"/>
          <p:cNvSpPr txBox="1"/>
          <p:nvPr/>
        </p:nvSpPr>
        <p:spPr>
          <a:xfrm>
            <a:off x="1085392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5</a:t>
            </a:r>
          </a:p>
        </p:txBody>
      </p:sp>
      <p:sp>
        <p:nvSpPr>
          <p:cNvPr id="118" name="text118"/>
          <p:cNvSpPr txBox="1"/>
          <p:nvPr/>
        </p:nvSpPr>
        <p:spPr>
          <a:xfrm>
            <a:off x="1030528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119" name="daily wind 1000 m"/>
          <p:cNvPicPr/>
          <p:nvPr/>
        </p:nvPicPr>
        <p:blipFill>
          <a:blip r:embed="rId5"/>
          <a:stretch>
            <a:fillRect/>
          </a:stretch>
        </p:blipFill>
        <p:spPr>
          <a:xfrm rot="13796772">
            <a:off x="10634472" y="4672584"/>
            <a:ext cx="182880" cy="182880"/>
          </a:xfrm>
          <a:prstGeom prst="rect">
            <a:avLst/>
          </a:prstGeom>
        </p:spPr>
      </p:pic>
      <p:sp>
        <p:nvSpPr>
          <p:cNvPr id="120" name="text120"/>
          <p:cNvSpPr txBox="1"/>
          <p:nvPr/>
        </p:nvSpPr>
        <p:spPr>
          <a:xfrm>
            <a:off x="10853928" y="4709160"/>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Прогнозні графіки на 5 днів</a:t>
            </a:r>
          </a:p>
        </p:txBody>
      </p:sp>
      <p:sp>
        <p:nvSpPr>
          <p:cNvPr id="13" name="shape13"/>
          <p:cNvSpPr/>
          <p:nvPr/>
        </p:nvSpPr>
        <p:spPr>
          <a:xfrm>
            <a:off x="274320" y="1005840"/>
            <a:ext cx="11640312" cy="10973"/>
          </a:xfrm>
          <a:prstGeom prst="rect">
            <a:avLst/>
          </a:prstGeom>
          <a:solidFill>
            <a:srgbClr val="5A5A5A"/>
          </a:solidFill>
          <a:ln>
            <a:noFill/>
          </a:ln>
        </p:spPr>
        <p:txBody>
          <a:bodyPr/>
          <a:lstStyle/>
          <a:p>
            <a:endParaRPr lang="uk-UA"/>
          </a:p>
        </p:txBody>
      </p:sp>
      <p:sp>
        <p:nvSpPr>
          <p:cNvPr id="14" name="text14"/>
          <p:cNvSpPr txBox="1"/>
          <p:nvPr/>
        </p:nvSpPr>
        <p:spPr>
          <a:xfrm>
            <a:off x="502920" y="1088136"/>
            <a:ext cx="11109960" cy="219456"/>
          </a:xfrm>
          <a:prstGeom prst="rect">
            <a:avLst/>
          </a:prstGeom>
          <a:noFill/>
          <a:ln>
            <a:noFill/>
          </a:ln>
        </p:spPr>
        <p:txBody>
          <a:bodyPr wrap="none" lIns="0" tIns="0" rIns="0" bIns="0">
            <a:normAutofit lnSpcReduction="10000"/>
          </a:bodyPr>
          <a:lstStyle/>
          <a:p>
            <a:pPr algn="ctr"/>
            <a:r>
              <a:rPr lang="uk-UA" sz="1500" b="1">
                <a:solidFill>
                  <a:srgbClr val="FFFFFF"/>
                </a:solidFill>
                <a:latin typeface="Aptos"/>
                <a:cs typeface="Aptos"/>
              </a:rPr>
              <a:t>Хмарність і вітер</a:t>
            </a:r>
          </a:p>
        </p:txBody>
      </p:sp>
      <p:sp>
        <p:nvSpPr>
          <p:cNvPr id="15" name="shape15"/>
          <p:cNvSpPr/>
          <p:nvPr/>
        </p:nvSpPr>
        <p:spPr>
          <a:xfrm>
            <a:off x="1216152" y="1371600"/>
            <a:ext cx="9811512" cy="1188720"/>
          </a:xfrm>
          <a:prstGeom prst="rect">
            <a:avLst/>
          </a:prstGeom>
          <a:solidFill>
            <a:srgbClr val="050505"/>
          </a:solidFill>
          <a:ln w="12700">
            <a:solidFill>
              <a:srgbClr val="303030"/>
            </a:solidFill>
          </a:ln>
        </p:spPr>
        <p:txBody>
          <a:bodyPr/>
          <a:lstStyle/>
          <a:p>
            <a:endParaRPr lang="uk-UA"/>
          </a:p>
        </p:txBody>
      </p:sp>
      <p:sp>
        <p:nvSpPr>
          <p:cNvPr id="16" name="text16"/>
          <p:cNvSpPr txBox="1"/>
          <p:nvPr/>
        </p:nvSpPr>
        <p:spPr>
          <a:xfrm>
            <a:off x="530352" y="1325880"/>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9000 м</a:t>
            </a:r>
          </a:p>
        </p:txBody>
      </p:sp>
      <p:sp>
        <p:nvSpPr>
          <p:cNvPr id="17" name="text17"/>
          <p:cNvSpPr txBox="1"/>
          <p:nvPr/>
        </p:nvSpPr>
        <p:spPr>
          <a:xfrm>
            <a:off x="530352" y="1587398"/>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6000 м</a:t>
            </a:r>
          </a:p>
        </p:txBody>
      </p:sp>
      <p:sp>
        <p:nvSpPr>
          <p:cNvPr id="18" name="text18"/>
          <p:cNvSpPr txBox="1"/>
          <p:nvPr/>
        </p:nvSpPr>
        <p:spPr>
          <a:xfrm>
            <a:off x="530352" y="1848917"/>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2500 м</a:t>
            </a:r>
          </a:p>
        </p:txBody>
      </p:sp>
      <p:sp>
        <p:nvSpPr>
          <p:cNvPr id="19" name="text19"/>
          <p:cNvSpPr txBox="1"/>
          <p:nvPr/>
        </p:nvSpPr>
        <p:spPr>
          <a:xfrm>
            <a:off x="530352" y="2035308"/>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1000 м</a:t>
            </a:r>
          </a:p>
        </p:txBody>
      </p:sp>
      <p:sp>
        <p:nvSpPr>
          <p:cNvPr id="20" name="text20"/>
          <p:cNvSpPr txBox="1"/>
          <p:nvPr/>
        </p:nvSpPr>
        <p:spPr>
          <a:xfrm>
            <a:off x="530352" y="2248327"/>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300 м</a:t>
            </a:r>
          </a:p>
        </p:txBody>
      </p:sp>
      <p:sp>
        <p:nvSpPr>
          <p:cNvPr id="21" name="text21"/>
          <p:cNvSpPr txBox="1"/>
          <p:nvPr/>
        </p:nvSpPr>
        <p:spPr>
          <a:xfrm>
            <a:off x="530352" y="2428061"/>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 м</a:t>
            </a:r>
          </a:p>
        </p:txBody>
      </p:sp>
      <p:sp>
        <p:nvSpPr>
          <p:cNvPr id="22" name="shape22"/>
          <p:cNvSpPr/>
          <p:nvPr/>
        </p:nvSpPr>
        <p:spPr>
          <a:xfrm>
            <a:off x="1216152" y="1371600"/>
            <a:ext cx="83591" cy="263347"/>
          </a:xfrm>
          <a:prstGeom prst="rect">
            <a:avLst/>
          </a:prstGeom>
          <a:solidFill>
            <a:srgbClr val="363636"/>
          </a:solidFill>
          <a:ln>
            <a:noFill/>
          </a:ln>
        </p:spPr>
        <p:txBody>
          <a:bodyPr/>
          <a:lstStyle/>
          <a:p>
            <a:endParaRPr lang="uk-UA"/>
          </a:p>
        </p:txBody>
      </p:sp>
      <p:sp>
        <p:nvSpPr>
          <p:cNvPr id="23" name="shape23"/>
          <p:cNvSpPr/>
          <p:nvPr/>
        </p:nvSpPr>
        <p:spPr>
          <a:xfrm>
            <a:off x="1216152" y="1633118"/>
            <a:ext cx="83591" cy="263347"/>
          </a:xfrm>
          <a:prstGeom prst="rect">
            <a:avLst/>
          </a:prstGeom>
          <a:solidFill>
            <a:srgbClr val="BDBDBD"/>
          </a:solidFill>
          <a:ln>
            <a:noFill/>
          </a:ln>
        </p:spPr>
        <p:txBody>
          <a:bodyPr/>
          <a:lstStyle/>
          <a:p>
            <a:endParaRPr lang="uk-UA"/>
          </a:p>
        </p:txBody>
      </p:sp>
      <p:sp>
        <p:nvSpPr>
          <p:cNvPr id="24" name="shape24"/>
          <p:cNvSpPr/>
          <p:nvPr/>
        </p:nvSpPr>
        <p:spPr>
          <a:xfrm>
            <a:off x="1216152" y="1894637"/>
            <a:ext cx="83591" cy="667512"/>
          </a:xfrm>
          <a:prstGeom prst="rect">
            <a:avLst/>
          </a:prstGeom>
          <a:solidFill>
            <a:srgbClr val="ADADAD"/>
          </a:solidFill>
          <a:ln>
            <a:noFill/>
          </a:ln>
        </p:spPr>
        <p:txBody>
          <a:bodyPr/>
          <a:lstStyle/>
          <a:p>
            <a:endParaRPr lang="uk-UA"/>
          </a:p>
        </p:txBody>
      </p:sp>
      <p:sp>
        <p:nvSpPr>
          <p:cNvPr id="25" name="shape25"/>
          <p:cNvSpPr/>
          <p:nvPr/>
        </p:nvSpPr>
        <p:spPr>
          <a:xfrm>
            <a:off x="1297915" y="1371600"/>
            <a:ext cx="83591" cy="263347"/>
          </a:xfrm>
          <a:prstGeom prst="rect">
            <a:avLst/>
          </a:prstGeom>
          <a:solidFill>
            <a:srgbClr val="E3E3E3"/>
          </a:solidFill>
          <a:ln>
            <a:noFill/>
          </a:ln>
        </p:spPr>
        <p:txBody>
          <a:bodyPr/>
          <a:lstStyle/>
          <a:p>
            <a:endParaRPr lang="uk-UA"/>
          </a:p>
        </p:txBody>
      </p:sp>
      <p:sp>
        <p:nvSpPr>
          <p:cNvPr id="26" name="shape26"/>
          <p:cNvSpPr/>
          <p:nvPr/>
        </p:nvSpPr>
        <p:spPr>
          <a:xfrm>
            <a:off x="1297915" y="1633118"/>
            <a:ext cx="83591" cy="263347"/>
          </a:xfrm>
          <a:prstGeom prst="rect">
            <a:avLst/>
          </a:prstGeom>
          <a:solidFill>
            <a:srgbClr val="E8E8E8"/>
          </a:solidFill>
          <a:ln>
            <a:noFill/>
          </a:ln>
        </p:spPr>
        <p:txBody>
          <a:bodyPr/>
          <a:lstStyle/>
          <a:p>
            <a:endParaRPr lang="uk-UA"/>
          </a:p>
        </p:txBody>
      </p:sp>
      <p:sp>
        <p:nvSpPr>
          <p:cNvPr id="27" name="shape27"/>
          <p:cNvSpPr/>
          <p:nvPr/>
        </p:nvSpPr>
        <p:spPr>
          <a:xfrm>
            <a:off x="1297915" y="1894637"/>
            <a:ext cx="83591" cy="667512"/>
          </a:xfrm>
          <a:prstGeom prst="rect">
            <a:avLst/>
          </a:prstGeom>
          <a:solidFill>
            <a:srgbClr val="6E6E6E"/>
          </a:solidFill>
          <a:ln>
            <a:noFill/>
          </a:ln>
        </p:spPr>
        <p:txBody>
          <a:bodyPr/>
          <a:lstStyle/>
          <a:p>
            <a:endParaRPr lang="uk-UA"/>
          </a:p>
        </p:txBody>
      </p:sp>
      <p:sp>
        <p:nvSpPr>
          <p:cNvPr id="28" name="shape28"/>
          <p:cNvSpPr/>
          <p:nvPr/>
        </p:nvSpPr>
        <p:spPr>
          <a:xfrm>
            <a:off x="1379677" y="1371600"/>
            <a:ext cx="83591" cy="263347"/>
          </a:xfrm>
          <a:prstGeom prst="rect">
            <a:avLst/>
          </a:prstGeom>
          <a:solidFill>
            <a:srgbClr val="F5F5F5"/>
          </a:solidFill>
          <a:ln>
            <a:noFill/>
          </a:ln>
        </p:spPr>
        <p:txBody>
          <a:bodyPr/>
          <a:lstStyle/>
          <a:p>
            <a:endParaRPr lang="uk-UA"/>
          </a:p>
        </p:txBody>
      </p:sp>
      <p:sp>
        <p:nvSpPr>
          <p:cNvPr id="29" name="shape29"/>
          <p:cNvSpPr/>
          <p:nvPr/>
        </p:nvSpPr>
        <p:spPr>
          <a:xfrm>
            <a:off x="1379677" y="1633118"/>
            <a:ext cx="83591" cy="263347"/>
          </a:xfrm>
          <a:prstGeom prst="rect">
            <a:avLst/>
          </a:prstGeom>
          <a:solidFill>
            <a:srgbClr val="EAEAEA"/>
          </a:solidFill>
          <a:ln>
            <a:noFill/>
          </a:ln>
        </p:spPr>
        <p:txBody>
          <a:bodyPr/>
          <a:lstStyle/>
          <a:p>
            <a:endParaRPr lang="uk-UA"/>
          </a:p>
        </p:txBody>
      </p:sp>
      <p:sp>
        <p:nvSpPr>
          <p:cNvPr id="30" name="shape30"/>
          <p:cNvSpPr/>
          <p:nvPr/>
        </p:nvSpPr>
        <p:spPr>
          <a:xfrm>
            <a:off x="1379677" y="1894637"/>
            <a:ext cx="83591" cy="667512"/>
          </a:xfrm>
          <a:prstGeom prst="rect">
            <a:avLst/>
          </a:prstGeom>
          <a:solidFill>
            <a:srgbClr val="383838"/>
          </a:solidFill>
          <a:ln>
            <a:noFill/>
          </a:ln>
        </p:spPr>
        <p:txBody>
          <a:bodyPr/>
          <a:lstStyle/>
          <a:p>
            <a:endParaRPr lang="uk-UA"/>
          </a:p>
        </p:txBody>
      </p:sp>
      <p:sp>
        <p:nvSpPr>
          <p:cNvPr id="31" name="shape31"/>
          <p:cNvSpPr/>
          <p:nvPr/>
        </p:nvSpPr>
        <p:spPr>
          <a:xfrm>
            <a:off x="1461440" y="1371600"/>
            <a:ext cx="83591" cy="263347"/>
          </a:xfrm>
          <a:prstGeom prst="rect">
            <a:avLst/>
          </a:prstGeom>
          <a:solidFill>
            <a:srgbClr val="F5F5F5"/>
          </a:solidFill>
          <a:ln>
            <a:noFill/>
          </a:ln>
        </p:spPr>
        <p:txBody>
          <a:bodyPr/>
          <a:lstStyle/>
          <a:p>
            <a:endParaRPr lang="uk-UA"/>
          </a:p>
        </p:txBody>
      </p:sp>
      <p:sp>
        <p:nvSpPr>
          <p:cNvPr id="32" name="shape32"/>
          <p:cNvSpPr/>
          <p:nvPr/>
        </p:nvSpPr>
        <p:spPr>
          <a:xfrm>
            <a:off x="1461440" y="1633118"/>
            <a:ext cx="83591" cy="263347"/>
          </a:xfrm>
          <a:prstGeom prst="rect">
            <a:avLst/>
          </a:prstGeom>
          <a:solidFill>
            <a:srgbClr val="ABABAB"/>
          </a:solidFill>
          <a:ln>
            <a:noFill/>
          </a:ln>
        </p:spPr>
        <p:txBody>
          <a:bodyPr/>
          <a:lstStyle/>
          <a:p>
            <a:endParaRPr lang="uk-UA"/>
          </a:p>
        </p:txBody>
      </p:sp>
      <p:sp>
        <p:nvSpPr>
          <p:cNvPr id="33" name="shape33"/>
          <p:cNvSpPr/>
          <p:nvPr/>
        </p:nvSpPr>
        <p:spPr>
          <a:xfrm>
            <a:off x="1461440" y="1894637"/>
            <a:ext cx="83591" cy="667512"/>
          </a:xfrm>
          <a:prstGeom prst="rect">
            <a:avLst/>
          </a:prstGeom>
          <a:solidFill>
            <a:srgbClr val="4F4F4F"/>
          </a:solidFill>
          <a:ln>
            <a:noFill/>
          </a:ln>
        </p:spPr>
        <p:txBody>
          <a:bodyPr/>
          <a:lstStyle/>
          <a:p>
            <a:endParaRPr lang="uk-UA"/>
          </a:p>
        </p:txBody>
      </p:sp>
      <p:sp>
        <p:nvSpPr>
          <p:cNvPr id="34" name="shape34"/>
          <p:cNvSpPr/>
          <p:nvPr/>
        </p:nvSpPr>
        <p:spPr>
          <a:xfrm>
            <a:off x="1543202" y="1371600"/>
            <a:ext cx="83591" cy="263347"/>
          </a:xfrm>
          <a:prstGeom prst="rect">
            <a:avLst/>
          </a:prstGeom>
          <a:solidFill>
            <a:srgbClr val="A9A9A9"/>
          </a:solidFill>
          <a:ln>
            <a:noFill/>
          </a:ln>
        </p:spPr>
        <p:txBody>
          <a:bodyPr/>
          <a:lstStyle/>
          <a:p>
            <a:endParaRPr lang="uk-UA"/>
          </a:p>
        </p:txBody>
      </p:sp>
      <p:sp>
        <p:nvSpPr>
          <p:cNvPr id="35" name="shape35"/>
          <p:cNvSpPr/>
          <p:nvPr/>
        </p:nvSpPr>
        <p:spPr>
          <a:xfrm>
            <a:off x="1543202" y="1633118"/>
            <a:ext cx="83591" cy="263347"/>
          </a:xfrm>
          <a:prstGeom prst="rect">
            <a:avLst/>
          </a:prstGeom>
          <a:solidFill>
            <a:srgbClr val="DCDCDC"/>
          </a:solidFill>
          <a:ln>
            <a:noFill/>
          </a:ln>
        </p:spPr>
        <p:txBody>
          <a:bodyPr/>
          <a:lstStyle/>
          <a:p>
            <a:endParaRPr lang="uk-UA"/>
          </a:p>
        </p:txBody>
      </p:sp>
      <p:sp>
        <p:nvSpPr>
          <p:cNvPr id="36" name="shape36"/>
          <p:cNvSpPr/>
          <p:nvPr/>
        </p:nvSpPr>
        <p:spPr>
          <a:xfrm>
            <a:off x="1543202" y="1894637"/>
            <a:ext cx="83591" cy="667512"/>
          </a:xfrm>
          <a:prstGeom prst="rect">
            <a:avLst/>
          </a:prstGeom>
          <a:solidFill>
            <a:srgbClr val="161616"/>
          </a:solidFill>
          <a:ln>
            <a:noFill/>
          </a:ln>
        </p:spPr>
        <p:txBody>
          <a:bodyPr/>
          <a:lstStyle/>
          <a:p>
            <a:endParaRPr lang="uk-UA"/>
          </a:p>
        </p:txBody>
      </p:sp>
      <p:sp>
        <p:nvSpPr>
          <p:cNvPr id="37" name="shape37"/>
          <p:cNvSpPr/>
          <p:nvPr/>
        </p:nvSpPr>
        <p:spPr>
          <a:xfrm>
            <a:off x="1624965" y="1371600"/>
            <a:ext cx="83591" cy="263347"/>
          </a:xfrm>
          <a:prstGeom prst="rect">
            <a:avLst/>
          </a:prstGeom>
          <a:solidFill>
            <a:srgbClr val="F5F5F5"/>
          </a:solidFill>
          <a:ln>
            <a:noFill/>
          </a:ln>
        </p:spPr>
        <p:txBody>
          <a:bodyPr/>
          <a:lstStyle/>
          <a:p>
            <a:endParaRPr lang="uk-UA"/>
          </a:p>
        </p:txBody>
      </p:sp>
      <p:sp>
        <p:nvSpPr>
          <p:cNvPr id="38" name="shape38"/>
          <p:cNvSpPr/>
          <p:nvPr/>
        </p:nvSpPr>
        <p:spPr>
          <a:xfrm>
            <a:off x="1624965" y="1633118"/>
            <a:ext cx="83591" cy="263347"/>
          </a:xfrm>
          <a:prstGeom prst="rect">
            <a:avLst/>
          </a:prstGeom>
          <a:solidFill>
            <a:srgbClr val="E8E8E8"/>
          </a:solidFill>
          <a:ln>
            <a:noFill/>
          </a:ln>
        </p:spPr>
        <p:txBody>
          <a:bodyPr/>
          <a:lstStyle/>
          <a:p>
            <a:endParaRPr lang="uk-UA"/>
          </a:p>
        </p:txBody>
      </p:sp>
      <p:sp>
        <p:nvSpPr>
          <p:cNvPr id="39" name="shape39"/>
          <p:cNvSpPr/>
          <p:nvPr/>
        </p:nvSpPr>
        <p:spPr>
          <a:xfrm>
            <a:off x="1624965" y="1894637"/>
            <a:ext cx="83591" cy="667512"/>
          </a:xfrm>
          <a:prstGeom prst="rect">
            <a:avLst/>
          </a:prstGeom>
          <a:solidFill>
            <a:srgbClr val="2D2D2D"/>
          </a:solidFill>
          <a:ln>
            <a:noFill/>
          </a:ln>
        </p:spPr>
        <p:txBody>
          <a:bodyPr/>
          <a:lstStyle/>
          <a:p>
            <a:endParaRPr lang="uk-UA"/>
          </a:p>
        </p:txBody>
      </p:sp>
      <p:sp>
        <p:nvSpPr>
          <p:cNvPr id="40" name="shape40"/>
          <p:cNvSpPr/>
          <p:nvPr/>
        </p:nvSpPr>
        <p:spPr>
          <a:xfrm>
            <a:off x="1706728" y="1371600"/>
            <a:ext cx="83591" cy="263347"/>
          </a:xfrm>
          <a:prstGeom prst="rect">
            <a:avLst/>
          </a:prstGeom>
          <a:solidFill>
            <a:srgbClr val="898989"/>
          </a:solidFill>
          <a:ln>
            <a:noFill/>
          </a:ln>
        </p:spPr>
        <p:txBody>
          <a:bodyPr/>
          <a:lstStyle/>
          <a:p>
            <a:endParaRPr lang="uk-UA"/>
          </a:p>
        </p:txBody>
      </p:sp>
      <p:sp>
        <p:nvSpPr>
          <p:cNvPr id="41" name="shape41"/>
          <p:cNvSpPr/>
          <p:nvPr/>
        </p:nvSpPr>
        <p:spPr>
          <a:xfrm>
            <a:off x="1706728" y="1633118"/>
            <a:ext cx="83591" cy="263347"/>
          </a:xfrm>
          <a:prstGeom prst="rect">
            <a:avLst/>
          </a:prstGeom>
          <a:solidFill>
            <a:srgbClr val="EEEEEE"/>
          </a:solidFill>
          <a:ln>
            <a:noFill/>
          </a:ln>
        </p:spPr>
        <p:txBody>
          <a:bodyPr/>
          <a:lstStyle/>
          <a:p>
            <a:endParaRPr lang="uk-UA"/>
          </a:p>
        </p:txBody>
      </p:sp>
      <p:sp>
        <p:nvSpPr>
          <p:cNvPr id="42" name="shape42"/>
          <p:cNvSpPr/>
          <p:nvPr/>
        </p:nvSpPr>
        <p:spPr>
          <a:xfrm>
            <a:off x="1706728" y="1894637"/>
            <a:ext cx="83591" cy="667512"/>
          </a:xfrm>
          <a:prstGeom prst="rect">
            <a:avLst/>
          </a:prstGeom>
          <a:solidFill>
            <a:srgbClr val="242424"/>
          </a:solidFill>
          <a:ln>
            <a:noFill/>
          </a:ln>
        </p:spPr>
        <p:txBody>
          <a:bodyPr/>
          <a:lstStyle/>
          <a:p>
            <a:endParaRPr lang="uk-UA"/>
          </a:p>
        </p:txBody>
      </p:sp>
      <p:sp>
        <p:nvSpPr>
          <p:cNvPr id="43" name="shape43"/>
          <p:cNvSpPr/>
          <p:nvPr/>
        </p:nvSpPr>
        <p:spPr>
          <a:xfrm>
            <a:off x="1788490" y="1371600"/>
            <a:ext cx="83591" cy="263347"/>
          </a:xfrm>
          <a:prstGeom prst="rect">
            <a:avLst/>
          </a:prstGeom>
          <a:solidFill>
            <a:srgbClr val="F5F5F5"/>
          </a:solidFill>
          <a:ln>
            <a:noFill/>
          </a:ln>
        </p:spPr>
        <p:txBody>
          <a:bodyPr/>
          <a:lstStyle/>
          <a:p>
            <a:endParaRPr lang="uk-UA"/>
          </a:p>
        </p:txBody>
      </p:sp>
      <p:sp>
        <p:nvSpPr>
          <p:cNvPr id="44" name="shape44"/>
          <p:cNvSpPr/>
          <p:nvPr/>
        </p:nvSpPr>
        <p:spPr>
          <a:xfrm>
            <a:off x="1788490" y="1633118"/>
            <a:ext cx="83591" cy="263347"/>
          </a:xfrm>
          <a:prstGeom prst="rect">
            <a:avLst/>
          </a:prstGeom>
          <a:solidFill>
            <a:srgbClr val="EEEEEE"/>
          </a:solidFill>
          <a:ln>
            <a:noFill/>
          </a:ln>
        </p:spPr>
        <p:txBody>
          <a:bodyPr/>
          <a:lstStyle/>
          <a:p>
            <a:endParaRPr lang="uk-UA"/>
          </a:p>
        </p:txBody>
      </p:sp>
      <p:sp>
        <p:nvSpPr>
          <p:cNvPr id="45" name="shape45"/>
          <p:cNvSpPr/>
          <p:nvPr/>
        </p:nvSpPr>
        <p:spPr>
          <a:xfrm>
            <a:off x="1788490" y="1894637"/>
            <a:ext cx="83591" cy="667512"/>
          </a:xfrm>
          <a:prstGeom prst="rect">
            <a:avLst/>
          </a:prstGeom>
          <a:solidFill>
            <a:srgbClr val="676767"/>
          </a:solidFill>
          <a:ln>
            <a:noFill/>
          </a:ln>
        </p:spPr>
        <p:txBody>
          <a:bodyPr/>
          <a:lstStyle/>
          <a:p>
            <a:endParaRPr lang="uk-UA"/>
          </a:p>
        </p:txBody>
      </p:sp>
      <p:sp>
        <p:nvSpPr>
          <p:cNvPr id="46" name="shape46"/>
          <p:cNvSpPr/>
          <p:nvPr/>
        </p:nvSpPr>
        <p:spPr>
          <a:xfrm>
            <a:off x="1870253" y="1371600"/>
            <a:ext cx="83591" cy="263347"/>
          </a:xfrm>
          <a:prstGeom prst="rect">
            <a:avLst/>
          </a:prstGeom>
          <a:solidFill>
            <a:srgbClr val="515151"/>
          </a:solidFill>
          <a:ln>
            <a:noFill/>
          </a:ln>
        </p:spPr>
        <p:txBody>
          <a:bodyPr/>
          <a:lstStyle/>
          <a:p>
            <a:endParaRPr lang="uk-UA"/>
          </a:p>
        </p:txBody>
      </p:sp>
      <p:sp>
        <p:nvSpPr>
          <p:cNvPr id="47" name="shape47"/>
          <p:cNvSpPr/>
          <p:nvPr/>
        </p:nvSpPr>
        <p:spPr>
          <a:xfrm>
            <a:off x="1870253" y="1633118"/>
            <a:ext cx="83591" cy="263347"/>
          </a:xfrm>
          <a:prstGeom prst="rect">
            <a:avLst/>
          </a:prstGeom>
          <a:solidFill>
            <a:srgbClr val="E5E5E5"/>
          </a:solidFill>
          <a:ln>
            <a:noFill/>
          </a:ln>
        </p:spPr>
        <p:txBody>
          <a:bodyPr/>
          <a:lstStyle/>
          <a:p>
            <a:endParaRPr lang="uk-UA"/>
          </a:p>
        </p:txBody>
      </p:sp>
      <p:sp>
        <p:nvSpPr>
          <p:cNvPr id="48" name="shape48"/>
          <p:cNvSpPr/>
          <p:nvPr/>
        </p:nvSpPr>
        <p:spPr>
          <a:xfrm>
            <a:off x="1870253" y="1894637"/>
            <a:ext cx="83591" cy="667512"/>
          </a:xfrm>
          <a:prstGeom prst="rect">
            <a:avLst/>
          </a:prstGeom>
          <a:solidFill>
            <a:srgbClr val="737373"/>
          </a:solidFill>
          <a:ln>
            <a:noFill/>
          </a:ln>
        </p:spPr>
        <p:txBody>
          <a:bodyPr/>
          <a:lstStyle/>
          <a:p>
            <a:endParaRPr lang="uk-UA"/>
          </a:p>
        </p:txBody>
      </p:sp>
      <p:sp>
        <p:nvSpPr>
          <p:cNvPr id="49" name="shape49"/>
          <p:cNvSpPr/>
          <p:nvPr/>
        </p:nvSpPr>
        <p:spPr>
          <a:xfrm>
            <a:off x="1952015" y="1371600"/>
            <a:ext cx="83591" cy="263347"/>
          </a:xfrm>
          <a:prstGeom prst="rect">
            <a:avLst/>
          </a:prstGeom>
          <a:solidFill>
            <a:srgbClr val="363636"/>
          </a:solidFill>
          <a:ln>
            <a:noFill/>
          </a:ln>
        </p:spPr>
        <p:txBody>
          <a:bodyPr/>
          <a:lstStyle/>
          <a:p>
            <a:endParaRPr lang="uk-UA"/>
          </a:p>
        </p:txBody>
      </p:sp>
      <p:sp>
        <p:nvSpPr>
          <p:cNvPr id="50" name="shape50"/>
          <p:cNvSpPr/>
          <p:nvPr/>
        </p:nvSpPr>
        <p:spPr>
          <a:xfrm>
            <a:off x="1952015" y="1633118"/>
            <a:ext cx="83591" cy="263347"/>
          </a:xfrm>
          <a:prstGeom prst="rect">
            <a:avLst/>
          </a:prstGeom>
          <a:solidFill>
            <a:srgbClr val="F5F5F5"/>
          </a:solidFill>
          <a:ln>
            <a:noFill/>
          </a:ln>
        </p:spPr>
        <p:txBody>
          <a:bodyPr/>
          <a:lstStyle/>
          <a:p>
            <a:endParaRPr lang="uk-UA"/>
          </a:p>
        </p:txBody>
      </p:sp>
      <p:sp>
        <p:nvSpPr>
          <p:cNvPr id="51" name="shape51"/>
          <p:cNvSpPr/>
          <p:nvPr/>
        </p:nvSpPr>
        <p:spPr>
          <a:xfrm>
            <a:off x="1952015" y="1894637"/>
            <a:ext cx="83591" cy="667512"/>
          </a:xfrm>
          <a:prstGeom prst="rect">
            <a:avLst/>
          </a:prstGeom>
          <a:solidFill>
            <a:srgbClr val="5A5A5A"/>
          </a:solidFill>
          <a:ln>
            <a:noFill/>
          </a:ln>
        </p:spPr>
        <p:txBody>
          <a:bodyPr/>
          <a:lstStyle/>
          <a:p>
            <a:endParaRPr lang="uk-UA"/>
          </a:p>
        </p:txBody>
      </p:sp>
      <p:sp>
        <p:nvSpPr>
          <p:cNvPr id="52" name="shape52"/>
          <p:cNvSpPr/>
          <p:nvPr/>
        </p:nvSpPr>
        <p:spPr>
          <a:xfrm>
            <a:off x="2033778" y="1371600"/>
            <a:ext cx="83591" cy="263347"/>
          </a:xfrm>
          <a:prstGeom prst="rect">
            <a:avLst/>
          </a:prstGeom>
          <a:solidFill>
            <a:srgbClr val="141414"/>
          </a:solidFill>
          <a:ln>
            <a:noFill/>
          </a:ln>
        </p:spPr>
        <p:txBody>
          <a:bodyPr/>
          <a:lstStyle/>
          <a:p>
            <a:endParaRPr lang="uk-UA"/>
          </a:p>
        </p:txBody>
      </p:sp>
      <p:sp>
        <p:nvSpPr>
          <p:cNvPr id="53" name="shape53"/>
          <p:cNvSpPr/>
          <p:nvPr/>
        </p:nvSpPr>
        <p:spPr>
          <a:xfrm>
            <a:off x="2033778" y="1633118"/>
            <a:ext cx="83591" cy="263347"/>
          </a:xfrm>
          <a:prstGeom prst="rect">
            <a:avLst/>
          </a:prstGeom>
          <a:solidFill>
            <a:srgbClr val="4C4C4C"/>
          </a:solidFill>
          <a:ln>
            <a:noFill/>
          </a:ln>
        </p:spPr>
        <p:txBody>
          <a:bodyPr/>
          <a:lstStyle/>
          <a:p>
            <a:endParaRPr lang="uk-UA"/>
          </a:p>
        </p:txBody>
      </p:sp>
      <p:sp>
        <p:nvSpPr>
          <p:cNvPr id="54" name="shape54"/>
          <p:cNvSpPr/>
          <p:nvPr/>
        </p:nvSpPr>
        <p:spPr>
          <a:xfrm>
            <a:off x="2033778" y="1894637"/>
            <a:ext cx="83591" cy="667512"/>
          </a:xfrm>
          <a:prstGeom prst="rect">
            <a:avLst/>
          </a:prstGeom>
          <a:solidFill>
            <a:srgbClr val="1B1B1B"/>
          </a:solidFill>
          <a:ln>
            <a:noFill/>
          </a:ln>
        </p:spPr>
        <p:txBody>
          <a:bodyPr/>
          <a:lstStyle/>
          <a:p>
            <a:endParaRPr lang="uk-UA"/>
          </a:p>
        </p:txBody>
      </p:sp>
      <p:sp>
        <p:nvSpPr>
          <p:cNvPr id="55" name="shape55"/>
          <p:cNvSpPr/>
          <p:nvPr/>
        </p:nvSpPr>
        <p:spPr>
          <a:xfrm>
            <a:off x="2115541" y="1371600"/>
            <a:ext cx="83591" cy="263347"/>
          </a:xfrm>
          <a:prstGeom prst="rect">
            <a:avLst/>
          </a:prstGeom>
          <a:solidFill>
            <a:srgbClr val="141414"/>
          </a:solidFill>
          <a:ln>
            <a:noFill/>
          </a:ln>
        </p:spPr>
        <p:txBody>
          <a:bodyPr/>
          <a:lstStyle/>
          <a:p>
            <a:endParaRPr lang="uk-UA"/>
          </a:p>
        </p:txBody>
      </p:sp>
      <p:sp>
        <p:nvSpPr>
          <p:cNvPr id="56" name="shape56"/>
          <p:cNvSpPr/>
          <p:nvPr/>
        </p:nvSpPr>
        <p:spPr>
          <a:xfrm>
            <a:off x="2115541" y="1633118"/>
            <a:ext cx="83591" cy="263347"/>
          </a:xfrm>
          <a:prstGeom prst="rect">
            <a:avLst/>
          </a:prstGeom>
          <a:solidFill>
            <a:srgbClr val="222222"/>
          </a:solidFill>
          <a:ln>
            <a:noFill/>
          </a:ln>
        </p:spPr>
        <p:txBody>
          <a:bodyPr/>
          <a:lstStyle/>
          <a:p>
            <a:endParaRPr lang="uk-UA"/>
          </a:p>
        </p:txBody>
      </p:sp>
      <p:sp>
        <p:nvSpPr>
          <p:cNvPr id="57" name="shape57"/>
          <p:cNvSpPr/>
          <p:nvPr/>
        </p:nvSpPr>
        <p:spPr>
          <a:xfrm>
            <a:off x="2115541" y="1894637"/>
            <a:ext cx="83591" cy="667512"/>
          </a:xfrm>
          <a:prstGeom prst="rect">
            <a:avLst/>
          </a:prstGeom>
          <a:solidFill>
            <a:srgbClr val="4F4F4F"/>
          </a:solidFill>
          <a:ln>
            <a:noFill/>
          </a:ln>
        </p:spPr>
        <p:txBody>
          <a:bodyPr/>
          <a:lstStyle/>
          <a:p>
            <a:endParaRPr lang="uk-UA"/>
          </a:p>
        </p:txBody>
      </p:sp>
      <p:sp>
        <p:nvSpPr>
          <p:cNvPr id="58" name="shape58"/>
          <p:cNvSpPr/>
          <p:nvPr/>
        </p:nvSpPr>
        <p:spPr>
          <a:xfrm>
            <a:off x="2197303" y="1371600"/>
            <a:ext cx="83591" cy="263347"/>
          </a:xfrm>
          <a:prstGeom prst="rect">
            <a:avLst/>
          </a:prstGeom>
          <a:solidFill>
            <a:srgbClr val="141414"/>
          </a:solidFill>
          <a:ln>
            <a:noFill/>
          </a:ln>
        </p:spPr>
        <p:txBody>
          <a:bodyPr/>
          <a:lstStyle/>
          <a:p>
            <a:endParaRPr lang="uk-UA"/>
          </a:p>
        </p:txBody>
      </p:sp>
      <p:sp>
        <p:nvSpPr>
          <p:cNvPr id="59" name="shape59"/>
          <p:cNvSpPr/>
          <p:nvPr/>
        </p:nvSpPr>
        <p:spPr>
          <a:xfrm>
            <a:off x="2197303" y="1633118"/>
            <a:ext cx="83591" cy="263347"/>
          </a:xfrm>
          <a:prstGeom prst="rect">
            <a:avLst/>
          </a:prstGeom>
          <a:solidFill>
            <a:srgbClr val="313131"/>
          </a:solidFill>
          <a:ln>
            <a:noFill/>
          </a:ln>
        </p:spPr>
        <p:txBody>
          <a:bodyPr/>
          <a:lstStyle/>
          <a:p>
            <a:endParaRPr lang="uk-UA"/>
          </a:p>
        </p:txBody>
      </p:sp>
      <p:sp>
        <p:nvSpPr>
          <p:cNvPr id="60" name="shape60"/>
          <p:cNvSpPr/>
          <p:nvPr/>
        </p:nvSpPr>
        <p:spPr>
          <a:xfrm>
            <a:off x="2197303" y="1894637"/>
            <a:ext cx="83591" cy="667512"/>
          </a:xfrm>
          <a:prstGeom prst="rect">
            <a:avLst/>
          </a:prstGeom>
          <a:solidFill>
            <a:srgbClr val="676767"/>
          </a:solidFill>
          <a:ln>
            <a:noFill/>
          </a:ln>
        </p:spPr>
        <p:txBody>
          <a:bodyPr/>
          <a:lstStyle/>
          <a:p>
            <a:endParaRPr lang="uk-UA"/>
          </a:p>
        </p:txBody>
      </p:sp>
      <p:sp>
        <p:nvSpPr>
          <p:cNvPr id="61" name="shape61"/>
          <p:cNvSpPr/>
          <p:nvPr/>
        </p:nvSpPr>
        <p:spPr>
          <a:xfrm>
            <a:off x="2279066" y="1371600"/>
            <a:ext cx="83591" cy="263347"/>
          </a:xfrm>
          <a:prstGeom prst="rect">
            <a:avLst/>
          </a:prstGeom>
          <a:solidFill>
            <a:srgbClr val="141414"/>
          </a:solidFill>
          <a:ln>
            <a:noFill/>
          </a:ln>
        </p:spPr>
        <p:txBody>
          <a:bodyPr/>
          <a:lstStyle/>
          <a:p>
            <a:endParaRPr lang="uk-UA"/>
          </a:p>
        </p:txBody>
      </p:sp>
      <p:sp>
        <p:nvSpPr>
          <p:cNvPr id="62" name="shape62"/>
          <p:cNvSpPr/>
          <p:nvPr/>
        </p:nvSpPr>
        <p:spPr>
          <a:xfrm>
            <a:off x="2279066" y="1633118"/>
            <a:ext cx="83591" cy="263347"/>
          </a:xfrm>
          <a:prstGeom prst="rect">
            <a:avLst/>
          </a:prstGeom>
          <a:solidFill>
            <a:srgbClr val="141414"/>
          </a:solidFill>
          <a:ln>
            <a:noFill/>
          </a:ln>
        </p:spPr>
        <p:txBody>
          <a:bodyPr/>
          <a:lstStyle/>
          <a:p>
            <a:endParaRPr lang="uk-UA"/>
          </a:p>
        </p:txBody>
      </p:sp>
      <p:sp>
        <p:nvSpPr>
          <p:cNvPr id="63" name="shape63"/>
          <p:cNvSpPr/>
          <p:nvPr/>
        </p:nvSpPr>
        <p:spPr>
          <a:xfrm>
            <a:off x="2279066" y="1894637"/>
            <a:ext cx="83591" cy="667512"/>
          </a:xfrm>
          <a:prstGeom prst="rect">
            <a:avLst/>
          </a:prstGeom>
          <a:solidFill>
            <a:srgbClr val="636363"/>
          </a:solidFill>
          <a:ln>
            <a:noFill/>
          </a:ln>
        </p:spPr>
        <p:txBody>
          <a:bodyPr/>
          <a:lstStyle/>
          <a:p>
            <a:endParaRPr lang="uk-UA"/>
          </a:p>
        </p:txBody>
      </p:sp>
      <p:sp>
        <p:nvSpPr>
          <p:cNvPr id="64" name="shape64"/>
          <p:cNvSpPr/>
          <p:nvPr/>
        </p:nvSpPr>
        <p:spPr>
          <a:xfrm>
            <a:off x="2360828" y="1371600"/>
            <a:ext cx="83591" cy="263347"/>
          </a:xfrm>
          <a:prstGeom prst="rect">
            <a:avLst/>
          </a:prstGeom>
          <a:solidFill>
            <a:srgbClr val="141414"/>
          </a:solidFill>
          <a:ln>
            <a:noFill/>
          </a:ln>
        </p:spPr>
        <p:txBody>
          <a:bodyPr/>
          <a:lstStyle/>
          <a:p>
            <a:endParaRPr lang="uk-UA"/>
          </a:p>
        </p:txBody>
      </p:sp>
      <p:sp>
        <p:nvSpPr>
          <p:cNvPr id="65" name="shape65"/>
          <p:cNvSpPr/>
          <p:nvPr/>
        </p:nvSpPr>
        <p:spPr>
          <a:xfrm>
            <a:off x="2360828" y="1633118"/>
            <a:ext cx="83591" cy="263347"/>
          </a:xfrm>
          <a:prstGeom prst="rect">
            <a:avLst/>
          </a:prstGeom>
          <a:solidFill>
            <a:srgbClr val="141414"/>
          </a:solidFill>
          <a:ln>
            <a:noFill/>
          </a:ln>
        </p:spPr>
        <p:txBody>
          <a:bodyPr/>
          <a:lstStyle/>
          <a:p>
            <a:endParaRPr lang="uk-UA"/>
          </a:p>
        </p:txBody>
      </p:sp>
      <p:sp>
        <p:nvSpPr>
          <p:cNvPr id="66" name="shape66"/>
          <p:cNvSpPr/>
          <p:nvPr/>
        </p:nvSpPr>
        <p:spPr>
          <a:xfrm>
            <a:off x="2360828" y="1894637"/>
            <a:ext cx="83591" cy="667512"/>
          </a:xfrm>
          <a:prstGeom prst="rect">
            <a:avLst/>
          </a:prstGeom>
          <a:solidFill>
            <a:srgbClr val="616161"/>
          </a:solidFill>
          <a:ln>
            <a:noFill/>
          </a:ln>
        </p:spPr>
        <p:txBody>
          <a:bodyPr/>
          <a:lstStyle/>
          <a:p>
            <a:endParaRPr lang="uk-UA"/>
          </a:p>
        </p:txBody>
      </p:sp>
      <p:sp>
        <p:nvSpPr>
          <p:cNvPr id="67" name="shape67"/>
          <p:cNvSpPr/>
          <p:nvPr/>
        </p:nvSpPr>
        <p:spPr>
          <a:xfrm>
            <a:off x="2442591" y="1371600"/>
            <a:ext cx="83591" cy="263347"/>
          </a:xfrm>
          <a:prstGeom prst="rect">
            <a:avLst/>
          </a:prstGeom>
          <a:solidFill>
            <a:srgbClr val="141414"/>
          </a:solidFill>
          <a:ln>
            <a:noFill/>
          </a:ln>
        </p:spPr>
        <p:txBody>
          <a:bodyPr/>
          <a:lstStyle/>
          <a:p>
            <a:endParaRPr lang="uk-UA"/>
          </a:p>
        </p:txBody>
      </p:sp>
      <p:sp>
        <p:nvSpPr>
          <p:cNvPr id="68" name="shape68"/>
          <p:cNvSpPr/>
          <p:nvPr/>
        </p:nvSpPr>
        <p:spPr>
          <a:xfrm>
            <a:off x="2442591" y="1633118"/>
            <a:ext cx="83591" cy="263347"/>
          </a:xfrm>
          <a:prstGeom prst="rect">
            <a:avLst/>
          </a:prstGeom>
          <a:solidFill>
            <a:srgbClr val="141414"/>
          </a:solidFill>
          <a:ln>
            <a:noFill/>
          </a:ln>
        </p:spPr>
        <p:txBody>
          <a:bodyPr/>
          <a:lstStyle/>
          <a:p>
            <a:endParaRPr lang="uk-UA"/>
          </a:p>
        </p:txBody>
      </p:sp>
      <p:sp>
        <p:nvSpPr>
          <p:cNvPr id="69" name="shape69"/>
          <p:cNvSpPr/>
          <p:nvPr/>
        </p:nvSpPr>
        <p:spPr>
          <a:xfrm>
            <a:off x="2442591" y="1894637"/>
            <a:ext cx="83591" cy="667512"/>
          </a:xfrm>
          <a:prstGeom prst="rect">
            <a:avLst/>
          </a:prstGeom>
          <a:solidFill>
            <a:srgbClr val="676767"/>
          </a:solidFill>
          <a:ln>
            <a:noFill/>
          </a:ln>
        </p:spPr>
        <p:txBody>
          <a:bodyPr/>
          <a:lstStyle/>
          <a:p>
            <a:endParaRPr lang="uk-UA"/>
          </a:p>
        </p:txBody>
      </p:sp>
      <p:sp>
        <p:nvSpPr>
          <p:cNvPr id="70" name="shape70"/>
          <p:cNvSpPr/>
          <p:nvPr/>
        </p:nvSpPr>
        <p:spPr>
          <a:xfrm>
            <a:off x="2524354" y="1371600"/>
            <a:ext cx="83591" cy="263347"/>
          </a:xfrm>
          <a:prstGeom prst="rect">
            <a:avLst/>
          </a:prstGeom>
          <a:solidFill>
            <a:srgbClr val="141414"/>
          </a:solidFill>
          <a:ln>
            <a:noFill/>
          </a:ln>
        </p:spPr>
        <p:txBody>
          <a:bodyPr/>
          <a:lstStyle/>
          <a:p>
            <a:endParaRPr lang="uk-UA"/>
          </a:p>
        </p:txBody>
      </p:sp>
      <p:sp>
        <p:nvSpPr>
          <p:cNvPr id="71" name="shape71"/>
          <p:cNvSpPr/>
          <p:nvPr/>
        </p:nvSpPr>
        <p:spPr>
          <a:xfrm>
            <a:off x="2524354" y="1633118"/>
            <a:ext cx="83591" cy="263347"/>
          </a:xfrm>
          <a:prstGeom prst="rect">
            <a:avLst/>
          </a:prstGeom>
          <a:solidFill>
            <a:srgbClr val="141414"/>
          </a:solidFill>
          <a:ln>
            <a:noFill/>
          </a:ln>
        </p:spPr>
        <p:txBody>
          <a:bodyPr/>
          <a:lstStyle/>
          <a:p>
            <a:endParaRPr lang="uk-UA"/>
          </a:p>
        </p:txBody>
      </p:sp>
      <p:sp>
        <p:nvSpPr>
          <p:cNvPr id="72" name="shape72"/>
          <p:cNvSpPr/>
          <p:nvPr/>
        </p:nvSpPr>
        <p:spPr>
          <a:xfrm>
            <a:off x="2524354" y="1894637"/>
            <a:ext cx="83591" cy="667512"/>
          </a:xfrm>
          <a:prstGeom prst="rect">
            <a:avLst/>
          </a:prstGeom>
          <a:solidFill>
            <a:srgbClr val="A2A2A2"/>
          </a:solidFill>
          <a:ln>
            <a:noFill/>
          </a:ln>
        </p:spPr>
        <p:txBody>
          <a:bodyPr/>
          <a:lstStyle/>
          <a:p>
            <a:endParaRPr lang="uk-UA"/>
          </a:p>
        </p:txBody>
      </p:sp>
      <p:sp>
        <p:nvSpPr>
          <p:cNvPr id="73" name="shape73"/>
          <p:cNvSpPr/>
          <p:nvPr/>
        </p:nvSpPr>
        <p:spPr>
          <a:xfrm>
            <a:off x="2606116" y="1371600"/>
            <a:ext cx="83591" cy="263347"/>
          </a:xfrm>
          <a:prstGeom prst="rect">
            <a:avLst/>
          </a:prstGeom>
          <a:solidFill>
            <a:srgbClr val="141414"/>
          </a:solidFill>
          <a:ln>
            <a:noFill/>
          </a:ln>
        </p:spPr>
        <p:txBody>
          <a:bodyPr/>
          <a:lstStyle/>
          <a:p>
            <a:endParaRPr lang="uk-UA"/>
          </a:p>
        </p:txBody>
      </p:sp>
      <p:sp>
        <p:nvSpPr>
          <p:cNvPr id="74" name="shape74"/>
          <p:cNvSpPr/>
          <p:nvPr/>
        </p:nvSpPr>
        <p:spPr>
          <a:xfrm>
            <a:off x="2606116" y="1633118"/>
            <a:ext cx="83591" cy="263347"/>
          </a:xfrm>
          <a:prstGeom prst="rect">
            <a:avLst/>
          </a:prstGeom>
          <a:solidFill>
            <a:srgbClr val="808080"/>
          </a:solidFill>
          <a:ln>
            <a:noFill/>
          </a:ln>
        </p:spPr>
        <p:txBody>
          <a:bodyPr/>
          <a:lstStyle/>
          <a:p>
            <a:endParaRPr lang="uk-UA"/>
          </a:p>
        </p:txBody>
      </p:sp>
      <p:sp>
        <p:nvSpPr>
          <p:cNvPr id="75" name="shape75"/>
          <p:cNvSpPr/>
          <p:nvPr/>
        </p:nvSpPr>
        <p:spPr>
          <a:xfrm>
            <a:off x="2606116" y="1894637"/>
            <a:ext cx="83591" cy="667512"/>
          </a:xfrm>
          <a:prstGeom prst="rect">
            <a:avLst/>
          </a:prstGeom>
          <a:solidFill>
            <a:srgbClr val="898989"/>
          </a:solidFill>
          <a:ln>
            <a:noFill/>
          </a:ln>
        </p:spPr>
        <p:txBody>
          <a:bodyPr/>
          <a:lstStyle/>
          <a:p>
            <a:endParaRPr lang="uk-UA"/>
          </a:p>
        </p:txBody>
      </p:sp>
      <p:sp>
        <p:nvSpPr>
          <p:cNvPr id="76" name="shape76"/>
          <p:cNvSpPr/>
          <p:nvPr/>
        </p:nvSpPr>
        <p:spPr>
          <a:xfrm>
            <a:off x="2687879" y="1371600"/>
            <a:ext cx="83591" cy="263347"/>
          </a:xfrm>
          <a:prstGeom prst="rect">
            <a:avLst/>
          </a:prstGeom>
          <a:solidFill>
            <a:srgbClr val="141414"/>
          </a:solidFill>
          <a:ln>
            <a:noFill/>
          </a:ln>
        </p:spPr>
        <p:txBody>
          <a:bodyPr/>
          <a:lstStyle/>
          <a:p>
            <a:endParaRPr lang="uk-UA"/>
          </a:p>
        </p:txBody>
      </p:sp>
      <p:sp>
        <p:nvSpPr>
          <p:cNvPr id="77" name="shape77"/>
          <p:cNvSpPr/>
          <p:nvPr/>
        </p:nvSpPr>
        <p:spPr>
          <a:xfrm>
            <a:off x="2687879" y="1633118"/>
            <a:ext cx="83591" cy="263347"/>
          </a:xfrm>
          <a:prstGeom prst="rect">
            <a:avLst/>
          </a:prstGeom>
          <a:solidFill>
            <a:srgbClr val="161616"/>
          </a:solidFill>
          <a:ln>
            <a:noFill/>
          </a:ln>
        </p:spPr>
        <p:txBody>
          <a:bodyPr/>
          <a:lstStyle/>
          <a:p>
            <a:endParaRPr lang="uk-UA"/>
          </a:p>
        </p:txBody>
      </p:sp>
      <p:sp>
        <p:nvSpPr>
          <p:cNvPr id="78" name="shape78"/>
          <p:cNvSpPr/>
          <p:nvPr/>
        </p:nvSpPr>
        <p:spPr>
          <a:xfrm>
            <a:off x="2687879" y="1894637"/>
            <a:ext cx="83591" cy="667512"/>
          </a:xfrm>
          <a:prstGeom prst="rect">
            <a:avLst/>
          </a:prstGeom>
          <a:solidFill>
            <a:srgbClr val="828282"/>
          </a:solidFill>
          <a:ln>
            <a:noFill/>
          </a:ln>
        </p:spPr>
        <p:txBody>
          <a:bodyPr/>
          <a:lstStyle/>
          <a:p>
            <a:endParaRPr lang="uk-UA"/>
          </a:p>
        </p:txBody>
      </p:sp>
      <p:sp>
        <p:nvSpPr>
          <p:cNvPr id="79" name="shape79"/>
          <p:cNvSpPr/>
          <p:nvPr/>
        </p:nvSpPr>
        <p:spPr>
          <a:xfrm>
            <a:off x="2769641" y="1371600"/>
            <a:ext cx="83591" cy="263347"/>
          </a:xfrm>
          <a:prstGeom prst="rect">
            <a:avLst/>
          </a:prstGeom>
          <a:solidFill>
            <a:srgbClr val="141414"/>
          </a:solidFill>
          <a:ln>
            <a:noFill/>
          </a:ln>
        </p:spPr>
        <p:txBody>
          <a:bodyPr/>
          <a:lstStyle/>
          <a:p>
            <a:endParaRPr lang="uk-UA"/>
          </a:p>
        </p:txBody>
      </p:sp>
      <p:sp>
        <p:nvSpPr>
          <p:cNvPr id="80" name="shape80"/>
          <p:cNvSpPr/>
          <p:nvPr/>
        </p:nvSpPr>
        <p:spPr>
          <a:xfrm>
            <a:off x="2769641" y="1633118"/>
            <a:ext cx="83591" cy="263347"/>
          </a:xfrm>
          <a:prstGeom prst="rect">
            <a:avLst/>
          </a:prstGeom>
          <a:solidFill>
            <a:srgbClr val="B4B4B4"/>
          </a:solidFill>
          <a:ln>
            <a:noFill/>
          </a:ln>
        </p:spPr>
        <p:txBody>
          <a:bodyPr/>
          <a:lstStyle/>
          <a:p>
            <a:endParaRPr lang="uk-UA"/>
          </a:p>
        </p:txBody>
      </p:sp>
      <p:sp>
        <p:nvSpPr>
          <p:cNvPr id="81" name="shape81"/>
          <p:cNvSpPr/>
          <p:nvPr/>
        </p:nvSpPr>
        <p:spPr>
          <a:xfrm>
            <a:off x="2769641" y="1894637"/>
            <a:ext cx="83591" cy="667512"/>
          </a:xfrm>
          <a:prstGeom prst="rect">
            <a:avLst/>
          </a:prstGeom>
          <a:solidFill>
            <a:srgbClr val="898989"/>
          </a:solidFill>
          <a:ln>
            <a:noFill/>
          </a:ln>
        </p:spPr>
        <p:txBody>
          <a:bodyPr/>
          <a:lstStyle/>
          <a:p>
            <a:endParaRPr lang="uk-UA"/>
          </a:p>
        </p:txBody>
      </p:sp>
      <p:sp>
        <p:nvSpPr>
          <p:cNvPr id="82" name="shape82"/>
          <p:cNvSpPr/>
          <p:nvPr/>
        </p:nvSpPr>
        <p:spPr>
          <a:xfrm>
            <a:off x="2851404" y="1371600"/>
            <a:ext cx="83591" cy="263347"/>
          </a:xfrm>
          <a:prstGeom prst="rect">
            <a:avLst/>
          </a:prstGeom>
          <a:solidFill>
            <a:srgbClr val="141414"/>
          </a:solidFill>
          <a:ln>
            <a:noFill/>
          </a:ln>
        </p:spPr>
        <p:txBody>
          <a:bodyPr/>
          <a:lstStyle/>
          <a:p>
            <a:endParaRPr lang="uk-UA"/>
          </a:p>
        </p:txBody>
      </p:sp>
      <p:sp>
        <p:nvSpPr>
          <p:cNvPr id="83" name="shape83"/>
          <p:cNvSpPr/>
          <p:nvPr/>
        </p:nvSpPr>
        <p:spPr>
          <a:xfrm>
            <a:off x="2851404" y="1633118"/>
            <a:ext cx="83591" cy="263347"/>
          </a:xfrm>
          <a:prstGeom prst="rect">
            <a:avLst/>
          </a:prstGeom>
          <a:solidFill>
            <a:srgbClr val="343434"/>
          </a:solidFill>
          <a:ln>
            <a:noFill/>
          </a:ln>
        </p:spPr>
        <p:txBody>
          <a:bodyPr/>
          <a:lstStyle/>
          <a:p>
            <a:endParaRPr lang="uk-UA"/>
          </a:p>
        </p:txBody>
      </p:sp>
      <p:sp>
        <p:nvSpPr>
          <p:cNvPr id="84" name="shape84"/>
          <p:cNvSpPr/>
          <p:nvPr/>
        </p:nvSpPr>
        <p:spPr>
          <a:xfrm>
            <a:off x="2851404" y="1894637"/>
            <a:ext cx="83591" cy="667512"/>
          </a:xfrm>
          <a:prstGeom prst="rect">
            <a:avLst/>
          </a:prstGeom>
          <a:solidFill>
            <a:srgbClr val="5E5E5E"/>
          </a:solidFill>
          <a:ln>
            <a:noFill/>
          </a:ln>
        </p:spPr>
        <p:txBody>
          <a:bodyPr/>
          <a:lstStyle/>
          <a:p>
            <a:endParaRPr lang="uk-UA"/>
          </a:p>
        </p:txBody>
      </p:sp>
      <p:sp>
        <p:nvSpPr>
          <p:cNvPr id="85" name="shape85"/>
          <p:cNvSpPr/>
          <p:nvPr/>
        </p:nvSpPr>
        <p:spPr>
          <a:xfrm>
            <a:off x="2933167" y="1371600"/>
            <a:ext cx="83591" cy="263347"/>
          </a:xfrm>
          <a:prstGeom prst="rect">
            <a:avLst/>
          </a:prstGeom>
          <a:solidFill>
            <a:srgbClr val="141414"/>
          </a:solidFill>
          <a:ln>
            <a:noFill/>
          </a:ln>
        </p:spPr>
        <p:txBody>
          <a:bodyPr/>
          <a:lstStyle/>
          <a:p>
            <a:endParaRPr lang="uk-UA"/>
          </a:p>
        </p:txBody>
      </p:sp>
      <p:sp>
        <p:nvSpPr>
          <p:cNvPr id="86" name="shape86"/>
          <p:cNvSpPr/>
          <p:nvPr/>
        </p:nvSpPr>
        <p:spPr>
          <a:xfrm>
            <a:off x="2933167" y="1633118"/>
            <a:ext cx="83591" cy="263347"/>
          </a:xfrm>
          <a:prstGeom prst="rect">
            <a:avLst/>
          </a:prstGeom>
          <a:solidFill>
            <a:srgbClr val="3F3F3F"/>
          </a:solidFill>
          <a:ln>
            <a:noFill/>
          </a:ln>
        </p:spPr>
        <p:txBody>
          <a:bodyPr/>
          <a:lstStyle/>
          <a:p>
            <a:endParaRPr lang="uk-UA"/>
          </a:p>
        </p:txBody>
      </p:sp>
      <p:sp>
        <p:nvSpPr>
          <p:cNvPr id="87" name="shape87"/>
          <p:cNvSpPr/>
          <p:nvPr/>
        </p:nvSpPr>
        <p:spPr>
          <a:xfrm>
            <a:off x="2933167" y="1894637"/>
            <a:ext cx="83591" cy="667512"/>
          </a:xfrm>
          <a:prstGeom prst="rect">
            <a:avLst/>
          </a:prstGeom>
          <a:solidFill>
            <a:srgbClr val="7E7E7E"/>
          </a:solidFill>
          <a:ln>
            <a:noFill/>
          </a:ln>
        </p:spPr>
        <p:txBody>
          <a:bodyPr/>
          <a:lstStyle/>
          <a:p>
            <a:endParaRPr lang="uk-UA"/>
          </a:p>
        </p:txBody>
      </p:sp>
      <p:sp>
        <p:nvSpPr>
          <p:cNvPr id="88" name="shape88"/>
          <p:cNvSpPr/>
          <p:nvPr/>
        </p:nvSpPr>
        <p:spPr>
          <a:xfrm>
            <a:off x="3014929" y="1371600"/>
            <a:ext cx="83591" cy="263347"/>
          </a:xfrm>
          <a:prstGeom prst="rect">
            <a:avLst/>
          </a:prstGeom>
          <a:solidFill>
            <a:srgbClr val="141414"/>
          </a:solidFill>
          <a:ln>
            <a:noFill/>
          </a:ln>
        </p:spPr>
        <p:txBody>
          <a:bodyPr/>
          <a:lstStyle/>
          <a:p>
            <a:endParaRPr lang="uk-UA"/>
          </a:p>
        </p:txBody>
      </p:sp>
      <p:sp>
        <p:nvSpPr>
          <p:cNvPr id="89" name="shape89"/>
          <p:cNvSpPr/>
          <p:nvPr/>
        </p:nvSpPr>
        <p:spPr>
          <a:xfrm>
            <a:off x="3014929" y="1633118"/>
            <a:ext cx="83591" cy="263347"/>
          </a:xfrm>
          <a:prstGeom prst="rect">
            <a:avLst/>
          </a:prstGeom>
          <a:solidFill>
            <a:srgbClr val="656565"/>
          </a:solidFill>
          <a:ln>
            <a:noFill/>
          </a:ln>
        </p:spPr>
        <p:txBody>
          <a:bodyPr/>
          <a:lstStyle/>
          <a:p>
            <a:endParaRPr lang="uk-UA"/>
          </a:p>
        </p:txBody>
      </p:sp>
      <p:sp>
        <p:nvSpPr>
          <p:cNvPr id="90" name="shape90"/>
          <p:cNvSpPr/>
          <p:nvPr/>
        </p:nvSpPr>
        <p:spPr>
          <a:xfrm>
            <a:off x="3014929" y="1894637"/>
            <a:ext cx="83591" cy="667512"/>
          </a:xfrm>
          <a:prstGeom prst="rect">
            <a:avLst/>
          </a:prstGeom>
          <a:solidFill>
            <a:srgbClr val="676767"/>
          </a:solidFill>
          <a:ln>
            <a:noFill/>
          </a:ln>
        </p:spPr>
        <p:txBody>
          <a:bodyPr/>
          <a:lstStyle/>
          <a:p>
            <a:endParaRPr lang="uk-UA"/>
          </a:p>
        </p:txBody>
      </p:sp>
      <p:sp>
        <p:nvSpPr>
          <p:cNvPr id="91" name="shape91"/>
          <p:cNvSpPr/>
          <p:nvPr/>
        </p:nvSpPr>
        <p:spPr>
          <a:xfrm>
            <a:off x="3096692" y="1371600"/>
            <a:ext cx="83591" cy="263347"/>
          </a:xfrm>
          <a:prstGeom prst="rect">
            <a:avLst/>
          </a:prstGeom>
          <a:solidFill>
            <a:srgbClr val="141414"/>
          </a:solidFill>
          <a:ln>
            <a:noFill/>
          </a:ln>
        </p:spPr>
        <p:txBody>
          <a:bodyPr/>
          <a:lstStyle/>
          <a:p>
            <a:endParaRPr lang="uk-UA"/>
          </a:p>
        </p:txBody>
      </p:sp>
      <p:sp>
        <p:nvSpPr>
          <p:cNvPr id="92" name="shape92"/>
          <p:cNvSpPr/>
          <p:nvPr/>
        </p:nvSpPr>
        <p:spPr>
          <a:xfrm>
            <a:off x="3096692" y="1633118"/>
            <a:ext cx="83591" cy="263347"/>
          </a:xfrm>
          <a:prstGeom prst="rect">
            <a:avLst/>
          </a:prstGeom>
          <a:solidFill>
            <a:srgbClr val="535353"/>
          </a:solidFill>
          <a:ln>
            <a:noFill/>
          </a:ln>
        </p:spPr>
        <p:txBody>
          <a:bodyPr/>
          <a:lstStyle/>
          <a:p>
            <a:endParaRPr lang="uk-UA"/>
          </a:p>
        </p:txBody>
      </p:sp>
      <p:sp>
        <p:nvSpPr>
          <p:cNvPr id="93" name="shape93"/>
          <p:cNvSpPr/>
          <p:nvPr/>
        </p:nvSpPr>
        <p:spPr>
          <a:xfrm>
            <a:off x="3096692" y="1894637"/>
            <a:ext cx="83591" cy="667512"/>
          </a:xfrm>
          <a:prstGeom prst="rect">
            <a:avLst/>
          </a:prstGeom>
          <a:solidFill>
            <a:srgbClr val="555555"/>
          </a:solidFill>
          <a:ln>
            <a:noFill/>
          </a:ln>
        </p:spPr>
        <p:txBody>
          <a:bodyPr/>
          <a:lstStyle/>
          <a:p>
            <a:endParaRPr lang="uk-UA"/>
          </a:p>
        </p:txBody>
      </p:sp>
      <p:sp>
        <p:nvSpPr>
          <p:cNvPr id="94" name="shape94"/>
          <p:cNvSpPr/>
          <p:nvPr/>
        </p:nvSpPr>
        <p:spPr>
          <a:xfrm>
            <a:off x="3178454" y="1371600"/>
            <a:ext cx="83591" cy="263347"/>
          </a:xfrm>
          <a:prstGeom prst="rect">
            <a:avLst/>
          </a:prstGeom>
          <a:solidFill>
            <a:srgbClr val="141414"/>
          </a:solidFill>
          <a:ln>
            <a:noFill/>
          </a:ln>
        </p:spPr>
        <p:txBody>
          <a:bodyPr/>
          <a:lstStyle/>
          <a:p>
            <a:endParaRPr lang="uk-UA"/>
          </a:p>
        </p:txBody>
      </p:sp>
      <p:sp>
        <p:nvSpPr>
          <p:cNvPr id="95" name="shape95"/>
          <p:cNvSpPr/>
          <p:nvPr/>
        </p:nvSpPr>
        <p:spPr>
          <a:xfrm>
            <a:off x="3178454" y="1633118"/>
            <a:ext cx="83591" cy="263347"/>
          </a:xfrm>
          <a:prstGeom prst="rect">
            <a:avLst/>
          </a:prstGeom>
          <a:solidFill>
            <a:srgbClr val="141414"/>
          </a:solidFill>
          <a:ln>
            <a:noFill/>
          </a:ln>
        </p:spPr>
        <p:txBody>
          <a:bodyPr/>
          <a:lstStyle/>
          <a:p>
            <a:endParaRPr lang="uk-UA"/>
          </a:p>
        </p:txBody>
      </p:sp>
      <p:sp>
        <p:nvSpPr>
          <p:cNvPr id="96" name="shape96"/>
          <p:cNvSpPr/>
          <p:nvPr/>
        </p:nvSpPr>
        <p:spPr>
          <a:xfrm>
            <a:off x="3178454" y="1894637"/>
            <a:ext cx="83591" cy="667512"/>
          </a:xfrm>
          <a:prstGeom prst="rect">
            <a:avLst/>
          </a:prstGeom>
          <a:solidFill>
            <a:srgbClr val="242424"/>
          </a:solidFill>
          <a:ln>
            <a:noFill/>
          </a:ln>
        </p:spPr>
        <p:txBody>
          <a:bodyPr/>
          <a:lstStyle/>
          <a:p>
            <a:endParaRPr lang="uk-UA"/>
          </a:p>
        </p:txBody>
      </p:sp>
      <p:sp>
        <p:nvSpPr>
          <p:cNvPr id="97" name="shape97"/>
          <p:cNvSpPr/>
          <p:nvPr/>
        </p:nvSpPr>
        <p:spPr>
          <a:xfrm>
            <a:off x="3260217" y="1371600"/>
            <a:ext cx="83591" cy="263347"/>
          </a:xfrm>
          <a:prstGeom prst="rect">
            <a:avLst/>
          </a:prstGeom>
          <a:solidFill>
            <a:srgbClr val="141414"/>
          </a:solidFill>
          <a:ln>
            <a:noFill/>
          </a:ln>
        </p:spPr>
        <p:txBody>
          <a:bodyPr/>
          <a:lstStyle/>
          <a:p>
            <a:endParaRPr lang="uk-UA"/>
          </a:p>
        </p:txBody>
      </p:sp>
      <p:sp>
        <p:nvSpPr>
          <p:cNvPr id="98" name="shape98"/>
          <p:cNvSpPr/>
          <p:nvPr/>
        </p:nvSpPr>
        <p:spPr>
          <a:xfrm>
            <a:off x="3260217" y="1633118"/>
            <a:ext cx="83591" cy="263347"/>
          </a:xfrm>
          <a:prstGeom prst="rect">
            <a:avLst/>
          </a:prstGeom>
          <a:solidFill>
            <a:srgbClr val="141414"/>
          </a:solidFill>
          <a:ln>
            <a:noFill/>
          </a:ln>
        </p:spPr>
        <p:txBody>
          <a:bodyPr/>
          <a:lstStyle/>
          <a:p>
            <a:endParaRPr lang="uk-UA"/>
          </a:p>
        </p:txBody>
      </p:sp>
      <p:sp>
        <p:nvSpPr>
          <p:cNvPr id="99" name="shape99"/>
          <p:cNvSpPr/>
          <p:nvPr/>
        </p:nvSpPr>
        <p:spPr>
          <a:xfrm>
            <a:off x="3260217" y="1894637"/>
            <a:ext cx="83591" cy="667512"/>
          </a:xfrm>
          <a:prstGeom prst="rect">
            <a:avLst/>
          </a:prstGeom>
          <a:solidFill>
            <a:srgbClr val="1B1B1B"/>
          </a:solidFill>
          <a:ln>
            <a:noFill/>
          </a:ln>
        </p:spPr>
        <p:txBody>
          <a:bodyPr/>
          <a:lstStyle/>
          <a:p>
            <a:endParaRPr lang="uk-UA"/>
          </a:p>
        </p:txBody>
      </p:sp>
      <p:sp>
        <p:nvSpPr>
          <p:cNvPr id="100" name="shape100"/>
          <p:cNvSpPr/>
          <p:nvPr/>
        </p:nvSpPr>
        <p:spPr>
          <a:xfrm>
            <a:off x="3341980" y="1371600"/>
            <a:ext cx="83591" cy="263347"/>
          </a:xfrm>
          <a:prstGeom prst="rect">
            <a:avLst/>
          </a:prstGeom>
          <a:solidFill>
            <a:srgbClr val="141414"/>
          </a:solidFill>
          <a:ln>
            <a:noFill/>
          </a:ln>
        </p:spPr>
        <p:txBody>
          <a:bodyPr/>
          <a:lstStyle/>
          <a:p>
            <a:endParaRPr lang="uk-UA"/>
          </a:p>
        </p:txBody>
      </p:sp>
      <p:sp>
        <p:nvSpPr>
          <p:cNvPr id="101" name="shape101"/>
          <p:cNvSpPr/>
          <p:nvPr/>
        </p:nvSpPr>
        <p:spPr>
          <a:xfrm>
            <a:off x="3341980" y="1633118"/>
            <a:ext cx="83591" cy="263347"/>
          </a:xfrm>
          <a:prstGeom prst="rect">
            <a:avLst/>
          </a:prstGeom>
          <a:solidFill>
            <a:srgbClr val="191919"/>
          </a:solidFill>
          <a:ln>
            <a:noFill/>
          </a:ln>
        </p:spPr>
        <p:txBody>
          <a:bodyPr/>
          <a:lstStyle/>
          <a:p>
            <a:endParaRPr lang="uk-UA"/>
          </a:p>
        </p:txBody>
      </p:sp>
      <p:sp>
        <p:nvSpPr>
          <p:cNvPr id="102" name="shape102"/>
          <p:cNvSpPr/>
          <p:nvPr/>
        </p:nvSpPr>
        <p:spPr>
          <a:xfrm>
            <a:off x="3341980" y="1894637"/>
            <a:ext cx="83591" cy="667512"/>
          </a:xfrm>
          <a:prstGeom prst="rect">
            <a:avLst/>
          </a:prstGeom>
          <a:solidFill>
            <a:srgbClr val="141414"/>
          </a:solidFill>
          <a:ln>
            <a:noFill/>
          </a:ln>
        </p:spPr>
        <p:txBody>
          <a:bodyPr/>
          <a:lstStyle/>
          <a:p>
            <a:endParaRPr lang="uk-UA"/>
          </a:p>
        </p:txBody>
      </p:sp>
      <p:sp>
        <p:nvSpPr>
          <p:cNvPr id="103" name="shape103"/>
          <p:cNvSpPr/>
          <p:nvPr/>
        </p:nvSpPr>
        <p:spPr>
          <a:xfrm>
            <a:off x="3423742" y="1371600"/>
            <a:ext cx="83591" cy="263347"/>
          </a:xfrm>
          <a:prstGeom prst="rect">
            <a:avLst/>
          </a:prstGeom>
          <a:solidFill>
            <a:srgbClr val="141414"/>
          </a:solidFill>
          <a:ln>
            <a:noFill/>
          </a:ln>
        </p:spPr>
        <p:txBody>
          <a:bodyPr/>
          <a:lstStyle/>
          <a:p>
            <a:endParaRPr lang="uk-UA"/>
          </a:p>
        </p:txBody>
      </p:sp>
      <p:sp>
        <p:nvSpPr>
          <p:cNvPr id="104" name="shape104"/>
          <p:cNvSpPr/>
          <p:nvPr/>
        </p:nvSpPr>
        <p:spPr>
          <a:xfrm>
            <a:off x="3423742" y="1633118"/>
            <a:ext cx="83591" cy="263347"/>
          </a:xfrm>
          <a:prstGeom prst="rect">
            <a:avLst/>
          </a:prstGeom>
          <a:solidFill>
            <a:srgbClr val="2D2D2D"/>
          </a:solidFill>
          <a:ln>
            <a:noFill/>
          </a:ln>
        </p:spPr>
        <p:txBody>
          <a:bodyPr/>
          <a:lstStyle/>
          <a:p>
            <a:endParaRPr lang="uk-UA"/>
          </a:p>
        </p:txBody>
      </p:sp>
      <p:sp>
        <p:nvSpPr>
          <p:cNvPr id="105" name="shape105"/>
          <p:cNvSpPr/>
          <p:nvPr/>
        </p:nvSpPr>
        <p:spPr>
          <a:xfrm>
            <a:off x="3423742" y="1894637"/>
            <a:ext cx="83591" cy="667512"/>
          </a:xfrm>
          <a:prstGeom prst="rect">
            <a:avLst/>
          </a:prstGeom>
          <a:solidFill>
            <a:srgbClr val="141414"/>
          </a:solidFill>
          <a:ln>
            <a:noFill/>
          </a:ln>
        </p:spPr>
        <p:txBody>
          <a:bodyPr/>
          <a:lstStyle/>
          <a:p>
            <a:endParaRPr lang="uk-UA"/>
          </a:p>
        </p:txBody>
      </p:sp>
      <p:sp>
        <p:nvSpPr>
          <p:cNvPr id="106" name="shape106"/>
          <p:cNvSpPr/>
          <p:nvPr/>
        </p:nvSpPr>
        <p:spPr>
          <a:xfrm>
            <a:off x="3505505" y="1371600"/>
            <a:ext cx="83591" cy="263347"/>
          </a:xfrm>
          <a:prstGeom prst="rect">
            <a:avLst/>
          </a:prstGeom>
          <a:solidFill>
            <a:srgbClr val="141414"/>
          </a:solidFill>
          <a:ln>
            <a:noFill/>
          </a:ln>
        </p:spPr>
        <p:txBody>
          <a:bodyPr/>
          <a:lstStyle/>
          <a:p>
            <a:endParaRPr lang="uk-UA"/>
          </a:p>
        </p:txBody>
      </p:sp>
      <p:sp>
        <p:nvSpPr>
          <p:cNvPr id="107" name="shape107"/>
          <p:cNvSpPr/>
          <p:nvPr/>
        </p:nvSpPr>
        <p:spPr>
          <a:xfrm>
            <a:off x="3505505" y="1633118"/>
            <a:ext cx="83591" cy="263347"/>
          </a:xfrm>
          <a:prstGeom prst="rect">
            <a:avLst/>
          </a:prstGeom>
          <a:solidFill>
            <a:srgbClr val="707070"/>
          </a:solidFill>
          <a:ln>
            <a:noFill/>
          </a:ln>
        </p:spPr>
        <p:txBody>
          <a:bodyPr/>
          <a:lstStyle/>
          <a:p>
            <a:endParaRPr lang="uk-UA"/>
          </a:p>
        </p:txBody>
      </p:sp>
      <p:sp>
        <p:nvSpPr>
          <p:cNvPr id="108" name="shape108"/>
          <p:cNvSpPr/>
          <p:nvPr/>
        </p:nvSpPr>
        <p:spPr>
          <a:xfrm>
            <a:off x="3505505" y="1894637"/>
            <a:ext cx="83591" cy="667512"/>
          </a:xfrm>
          <a:prstGeom prst="rect">
            <a:avLst/>
          </a:prstGeom>
          <a:solidFill>
            <a:srgbClr val="242424"/>
          </a:solidFill>
          <a:ln>
            <a:noFill/>
          </a:ln>
        </p:spPr>
        <p:txBody>
          <a:bodyPr/>
          <a:lstStyle/>
          <a:p>
            <a:endParaRPr lang="uk-UA"/>
          </a:p>
        </p:txBody>
      </p:sp>
      <p:sp>
        <p:nvSpPr>
          <p:cNvPr id="109" name="shape109"/>
          <p:cNvSpPr/>
          <p:nvPr/>
        </p:nvSpPr>
        <p:spPr>
          <a:xfrm>
            <a:off x="3587267" y="1371600"/>
            <a:ext cx="83591" cy="263347"/>
          </a:xfrm>
          <a:prstGeom prst="rect">
            <a:avLst/>
          </a:prstGeom>
          <a:solidFill>
            <a:srgbClr val="141414"/>
          </a:solidFill>
          <a:ln>
            <a:noFill/>
          </a:ln>
        </p:spPr>
        <p:txBody>
          <a:bodyPr/>
          <a:lstStyle/>
          <a:p>
            <a:endParaRPr lang="uk-UA"/>
          </a:p>
        </p:txBody>
      </p:sp>
      <p:sp>
        <p:nvSpPr>
          <p:cNvPr id="110" name="shape110"/>
          <p:cNvSpPr/>
          <p:nvPr/>
        </p:nvSpPr>
        <p:spPr>
          <a:xfrm>
            <a:off x="3587267" y="1633118"/>
            <a:ext cx="83591" cy="263347"/>
          </a:xfrm>
          <a:prstGeom prst="rect">
            <a:avLst/>
          </a:prstGeom>
          <a:solidFill>
            <a:srgbClr val="343434"/>
          </a:solidFill>
          <a:ln>
            <a:noFill/>
          </a:ln>
        </p:spPr>
        <p:txBody>
          <a:bodyPr/>
          <a:lstStyle/>
          <a:p>
            <a:endParaRPr lang="uk-UA"/>
          </a:p>
        </p:txBody>
      </p:sp>
      <p:sp>
        <p:nvSpPr>
          <p:cNvPr id="111" name="shape111"/>
          <p:cNvSpPr/>
          <p:nvPr/>
        </p:nvSpPr>
        <p:spPr>
          <a:xfrm>
            <a:off x="3587267" y="1894637"/>
            <a:ext cx="83591" cy="667512"/>
          </a:xfrm>
          <a:prstGeom prst="rect">
            <a:avLst/>
          </a:prstGeom>
          <a:solidFill>
            <a:srgbClr val="141414"/>
          </a:solidFill>
          <a:ln>
            <a:noFill/>
          </a:ln>
        </p:spPr>
        <p:txBody>
          <a:bodyPr/>
          <a:lstStyle/>
          <a:p>
            <a:endParaRPr lang="uk-UA"/>
          </a:p>
        </p:txBody>
      </p:sp>
      <p:sp>
        <p:nvSpPr>
          <p:cNvPr id="112" name="shape112"/>
          <p:cNvSpPr/>
          <p:nvPr/>
        </p:nvSpPr>
        <p:spPr>
          <a:xfrm>
            <a:off x="3669030" y="1371600"/>
            <a:ext cx="83591" cy="263347"/>
          </a:xfrm>
          <a:prstGeom prst="rect">
            <a:avLst/>
          </a:prstGeom>
          <a:solidFill>
            <a:srgbClr val="141414"/>
          </a:solidFill>
          <a:ln>
            <a:noFill/>
          </a:ln>
        </p:spPr>
        <p:txBody>
          <a:bodyPr/>
          <a:lstStyle/>
          <a:p>
            <a:endParaRPr lang="uk-UA"/>
          </a:p>
        </p:txBody>
      </p:sp>
      <p:sp>
        <p:nvSpPr>
          <p:cNvPr id="113" name="shape113"/>
          <p:cNvSpPr/>
          <p:nvPr/>
        </p:nvSpPr>
        <p:spPr>
          <a:xfrm>
            <a:off x="3669030" y="1633118"/>
            <a:ext cx="83591" cy="263347"/>
          </a:xfrm>
          <a:prstGeom prst="rect">
            <a:avLst/>
          </a:prstGeom>
          <a:solidFill>
            <a:srgbClr val="676767"/>
          </a:solidFill>
          <a:ln>
            <a:noFill/>
          </a:ln>
        </p:spPr>
        <p:txBody>
          <a:bodyPr/>
          <a:lstStyle/>
          <a:p>
            <a:endParaRPr lang="uk-UA"/>
          </a:p>
        </p:txBody>
      </p:sp>
      <p:sp>
        <p:nvSpPr>
          <p:cNvPr id="114" name="shape114"/>
          <p:cNvSpPr/>
          <p:nvPr/>
        </p:nvSpPr>
        <p:spPr>
          <a:xfrm>
            <a:off x="3669030" y="1894637"/>
            <a:ext cx="83591" cy="667512"/>
          </a:xfrm>
          <a:prstGeom prst="rect">
            <a:avLst/>
          </a:prstGeom>
          <a:solidFill>
            <a:srgbClr val="141414"/>
          </a:solidFill>
          <a:ln>
            <a:noFill/>
          </a:ln>
        </p:spPr>
        <p:txBody>
          <a:bodyPr/>
          <a:lstStyle/>
          <a:p>
            <a:endParaRPr lang="uk-UA"/>
          </a:p>
        </p:txBody>
      </p:sp>
      <p:sp>
        <p:nvSpPr>
          <p:cNvPr id="115" name="shape115"/>
          <p:cNvSpPr/>
          <p:nvPr/>
        </p:nvSpPr>
        <p:spPr>
          <a:xfrm>
            <a:off x="3750793" y="1371600"/>
            <a:ext cx="83591" cy="263347"/>
          </a:xfrm>
          <a:prstGeom prst="rect">
            <a:avLst/>
          </a:prstGeom>
          <a:solidFill>
            <a:srgbClr val="141414"/>
          </a:solidFill>
          <a:ln>
            <a:noFill/>
          </a:ln>
        </p:spPr>
        <p:txBody>
          <a:bodyPr/>
          <a:lstStyle/>
          <a:p>
            <a:endParaRPr lang="uk-UA"/>
          </a:p>
        </p:txBody>
      </p:sp>
      <p:sp>
        <p:nvSpPr>
          <p:cNvPr id="116" name="shape116"/>
          <p:cNvSpPr/>
          <p:nvPr/>
        </p:nvSpPr>
        <p:spPr>
          <a:xfrm>
            <a:off x="3750793" y="1633118"/>
            <a:ext cx="83591" cy="263347"/>
          </a:xfrm>
          <a:prstGeom prst="rect">
            <a:avLst/>
          </a:prstGeom>
          <a:solidFill>
            <a:srgbClr val="313131"/>
          </a:solidFill>
          <a:ln>
            <a:noFill/>
          </a:ln>
        </p:spPr>
        <p:txBody>
          <a:bodyPr/>
          <a:lstStyle/>
          <a:p>
            <a:endParaRPr lang="uk-UA"/>
          </a:p>
        </p:txBody>
      </p:sp>
      <p:sp>
        <p:nvSpPr>
          <p:cNvPr id="117" name="shape117"/>
          <p:cNvSpPr/>
          <p:nvPr/>
        </p:nvSpPr>
        <p:spPr>
          <a:xfrm>
            <a:off x="3750793" y="1894637"/>
            <a:ext cx="83591" cy="667512"/>
          </a:xfrm>
          <a:prstGeom prst="rect">
            <a:avLst/>
          </a:prstGeom>
          <a:solidFill>
            <a:srgbClr val="141414"/>
          </a:solidFill>
          <a:ln>
            <a:noFill/>
          </a:ln>
        </p:spPr>
        <p:txBody>
          <a:bodyPr/>
          <a:lstStyle/>
          <a:p>
            <a:endParaRPr lang="uk-UA"/>
          </a:p>
        </p:txBody>
      </p:sp>
      <p:sp>
        <p:nvSpPr>
          <p:cNvPr id="118" name="shape118"/>
          <p:cNvSpPr/>
          <p:nvPr/>
        </p:nvSpPr>
        <p:spPr>
          <a:xfrm>
            <a:off x="3832555" y="1371600"/>
            <a:ext cx="83591" cy="263347"/>
          </a:xfrm>
          <a:prstGeom prst="rect">
            <a:avLst/>
          </a:prstGeom>
          <a:solidFill>
            <a:srgbClr val="141414"/>
          </a:solidFill>
          <a:ln>
            <a:noFill/>
          </a:ln>
        </p:spPr>
        <p:txBody>
          <a:bodyPr/>
          <a:lstStyle/>
          <a:p>
            <a:endParaRPr lang="uk-UA"/>
          </a:p>
        </p:txBody>
      </p:sp>
      <p:sp>
        <p:nvSpPr>
          <p:cNvPr id="119" name="shape119"/>
          <p:cNvSpPr/>
          <p:nvPr/>
        </p:nvSpPr>
        <p:spPr>
          <a:xfrm>
            <a:off x="3832555" y="1633118"/>
            <a:ext cx="83591" cy="263347"/>
          </a:xfrm>
          <a:prstGeom prst="rect">
            <a:avLst/>
          </a:prstGeom>
          <a:solidFill>
            <a:srgbClr val="515151"/>
          </a:solidFill>
          <a:ln>
            <a:noFill/>
          </a:ln>
        </p:spPr>
        <p:txBody>
          <a:bodyPr/>
          <a:lstStyle/>
          <a:p>
            <a:endParaRPr lang="uk-UA"/>
          </a:p>
        </p:txBody>
      </p:sp>
      <p:sp>
        <p:nvSpPr>
          <p:cNvPr id="120" name="shape120"/>
          <p:cNvSpPr/>
          <p:nvPr/>
        </p:nvSpPr>
        <p:spPr>
          <a:xfrm>
            <a:off x="3832555" y="1894637"/>
            <a:ext cx="83591" cy="667512"/>
          </a:xfrm>
          <a:prstGeom prst="rect">
            <a:avLst/>
          </a:prstGeom>
          <a:solidFill>
            <a:srgbClr val="6A6A6A"/>
          </a:solidFill>
          <a:ln>
            <a:noFill/>
          </a:ln>
        </p:spPr>
        <p:txBody>
          <a:bodyPr/>
          <a:lstStyle/>
          <a:p>
            <a:endParaRPr lang="uk-UA"/>
          </a:p>
        </p:txBody>
      </p:sp>
      <p:sp>
        <p:nvSpPr>
          <p:cNvPr id="121" name="shape121"/>
          <p:cNvSpPr/>
          <p:nvPr/>
        </p:nvSpPr>
        <p:spPr>
          <a:xfrm>
            <a:off x="3914318" y="1371600"/>
            <a:ext cx="83591" cy="263347"/>
          </a:xfrm>
          <a:prstGeom prst="rect">
            <a:avLst/>
          </a:prstGeom>
          <a:solidFill>
            <a:srgbClr val="141414"/>
          </a:solidFill>
          <a:ln>
            <a:noFill/>
          </a:ln>
        </p:spPr>
        <p:txBody>
          <a:bodyPr/>
          <a:lstStyle/>
          <a:p>
            <a:endParaRPr lang="uk-UA"/>
          </a:p>
        </p:txBody>
      </p:sp>
      <p:sp>
        <p:nvSpPr>
          <p:cNvPr id="122" name="shape122"/>
          <p:cNvSpPr/>
          <p:nvPr/>
        </p:nvSpPr>
        <p:spPr>
          <a:xfrm>
            <a:off x="3914318" y="1633118"/>
            <a:ext cx="83591" cy="263347"/>
          </a:xfrm>
          <a:prstGeom prst="rect">
            <a:avLst/>
          </a:prstGeom>
          <a:solidFill>
            <a:srgbClr val="1D1D1D"/>
          </a:solidFill>
          <a:ln>
            <a:noFill/>
          </a:ln>
        </p:spPr>
        <p:txBody>
          <a:bodyPr/>
          <a:lstStyle/>
          <a:p>
            <a:endParaRPr lang="uk-UA"/>
          </a:p>
        </p:txBody>
      </p:sp>
      <p:sp>
        <p:nvSpPr>
          <p:cNvPr id="123" name="shape123"/>
          <p:cNvSpPr/>
          <p:nvPr/>
        </p:nvSpPr>
        <p:spPr>
          <a:xfrm>
            <a:off x="3914318" y="1894637"/>
            <a:ext cx="83591" cy="667512"/>
          </a:xfrm>
          <a:prstGeom prst="rect">
            <a:avLst/>
          </a:prstGeom>
          <a:solidFill>
            <a:srgbClr val="5A5A5A"/>
          </a:solidFill>
          <a:ln>
            <a:noFill/>
          </a:ln>
        </p:spPr>
        <p:txBody>
          <a:bodyPr/>
          <a:lstStyle/>
          <a:p>
            <a:endParaRPr lang="uk-UA"/>
          </a:p>
        </p:txBody>
      </p:sp>
      <p:sp>
        <p:nvSpPr>
          <p:cNvPr id="124" name="shape124"/>
          <p:cNvSpPr/>
          <p:nvPr/>
        </p:nvSpPr>
        <p:spPr>
          <a:xfrm>
            <a:off x="3996080" y="1371600"/>
            <a:ext cx="83591" cy="263347"/>
          </a:xfrm>
          <a:prstGeom prst="rect">
            <a:avLst/>
          </a:prstGeom>
          <a:solidFill>
            <a:srgbClr val="141414"/>
          </a:solidFill>
          <a:ln>
            <a:noFill/>
          </a:ln>
        </p:spPr>
        <p:txBody>
          <a:bodyPr/>
          <a:lstStyle/>
          <a:p>
            <a:endParaRPr lang="uk-UA"/>
          </a:p>
        </p:txBody>
      </p:sp>
      <p:sp>
        <p:nvSpPr>
          <p:cNvPr id="125" name="shape125"/>
          <p:cNvSpPr/>
          <p:nvPr/>
        </p:nvSpPr>
        <p:spPr>
          <a:xfrm>
            <a:off x="3996080" y="1633118"/>
            <a:ext cx="83591" cy="263347"/>
          </a:xfrm>
          <a:prstGeom prst="rect">
            <a:avLst/>
          </a:prstGeom>
          <a:solidFill>
            <a:srgbClr val="141414"/>
          </a:solidFill>
          <a:ln>
            <a:noFill/>
          </a:ln>
        </p:spPr>
        <p:txBody>
          <a:bodyPr/>
          <a:lstStyle/>
          <a:p>
            <a:endParaRPr lang="uk-UA"/>
          </a:p>
        </p:txBody>
      </p:sp>
      <p:sp>
        <p:nvSpPr>
          <p:cNvPr id="126" name="shape126"/>
          <p:cNvSpPr/>
          <p:nvPr/>
        </p:nvSpPr>
        <p:spPr>
          <a:xfrm>
            <a:off x="3996080" y="1894637"/>
            <a:ext cx="83591" cy="667512"/>
          </a:xfrm>
          <a:prstGeom prst="rect">
            <a:avLst/>
          </a:prstGeom>
          <a:solidFill>
            <a:srgbClr val="636363"/>
          </a:solidFill>
          <a:ln>
            <a:noFill/>
          </a:ln>
        </p:spPr>
        <p:txBody>
          <a:bodyPr/>
          <a:lstStyle/>
          <a:p>
            <a:endParaRPr lang="uk-UA"/>
          </a:p>
        </p:txBody>
      </p:sp>
      <p:sp>
        <p:nvSpPr>
          <p:cNvPr id="127" name="shape127"/>
          <p:cNvSpPr/>
          <p:nvPr/>
        </p:nvSpPr>
        <p:spPr>
          <a:xfrm>
            <a:off x="4077843" y="1371600"/>
            <a:ext cx="83591" cy="263347"/>
          </a:xfrm>
          <a:prstGeom prst="rect">
            <a:avLst/>
          </a:prstGeom>
          <a:solidFill>
            <a:srgbClr val="141414"/>
          </a:solidFill>
          <a:ln>
            <a:noFill/>
          </a:ln>
        </p:spPr>
        <p:txBody>
          <a:bodyPr/>
          <a:lstStyle/>
          <a:p>
            <a:endParaRPr lang="uk-UA"/>
          </a:p>
        </p:txBody>
      </p:sp>
      <p:sp>
        <p:nvSpPr>
          <p:cNvPr id="128" name="shape128"/>
          <p:cNvSpPr/>
          <p:nvPr/>
        </p:nvSpPr>
        <p:spPr>
          <a:xfrm>
            <a:off x="4077843" y="1633118"/>
            <a:ext cx="83591" cy="263347"/>
          </a:xfrm>
          <a:prstGeom prst="rect">
            <a:avLst/>
          </a:prstGeom>
          <a:solidFill>
            <a:srgbClr val="141414"/>
          </a:solidFill>
          <a:ln>
            <a:noFill/>
          </a:ln>
        </p:spPr>
        <p:txBody>
          <a:bodyPr/>
          <a:lstStyle/>
          <a:p>
            <a:endParaRPr lang="uk-UA"/>
          </a:p>
        </p:txBody>
      </p:sp>
      <p:sp>
        <p:nvSpPr>
          <p:cNvPr id="129" name="shape129"/>
          <p:cNvSpPr/>
          <p:nvPr/>
        </p:nvSpPr>
        <p:spPr>
          <a:xfrm>
            <a:off x="4077843" y="1894637"/>
            <a:ext cx="83591" cy="667512"/>
          </a:xfrm>
          <a:prstGeom prst="rect">
            <a:avLst/>
          </a:prstGeom>
          <a:solidFill>
            <a:srgbClr val="4F4F4F"/>
          </a:solidFill>
          <a:ln>
            <a:noFill/>
          </a:ln>
        </p:spPr>
        <p:txBody>
          <a:bodyPr/>
          <a:lstStyle/>
          <a:p>
            <a:endParaRPr lang="uk-UA"/>
          </a:p>
        </p:txBody>
      </p:sp>
      <p:sp>
        <p:nvSpPr>
          <p:cNvPr id="130" name="shape130"/>
          <p:cNvSpPr/>
          <p:nvPr/>
        </p:nvSpPr>
        <p:spPr>
          <a:xfrm>
            <a:off x="4159606" y="1371600"/>
            <a:ext cx="83591" cy="263347"/>
          </a:xfrm>
          <a:prstGeom prst="rect">
            <a:avLst/>
          </a:prstGeom>
          <a:solidFill>
            <a:srgbClr val="141414"/>
          </a:solidFill>
          <a:ln>
            <a:noFill/>
          </a:ln>
        </p:spPr>
        <p:txBody>
          <a:bodyPr/>
          <a:lstStyle/>
          <a:p>
            <a:endParaRPr lang="uk-UA"/>
          </a:p>
        </p:txBody>
      </p:sp>
      <p:sp>
        <p:nvSpPr>
          <p:cNvPr id="131" name="shape131"/>
          <p:cNvSpPr/>
          <p:nvPr/>
        </p:nvSpPr>
        <p:spPr>
          <a:xfrm>
            <a:off x="4159606" y="1633118"/>
            <a:ext cx="83591" cy="263347"/>
          </a:xfrm>
          <a:prstGeom prst="rect">
            <a:avLst/>
          </a:prstGeom>
          <a:solidFill>
            <a:srgbClr val="141414"/>
          </a:solidFill>
          <a:ln>
            <a:noFill/>
          </a:ln>
        </p:spPr>
        <p:txBody>
          <a:bodyPr/>
          <a:lstStyle/>
          <a:p>
            <a:endParaRPr lang="uk-UA"/>
          </a:p>
        </p:txBody>
      </p:sp>
      <p:sp>
        <p:nvSpPr>
          <p:cNvPr id="132" name="shape132"/>
          <p:cNvSpPr/>
          <p:nvPr/>
        </p:nvSpPr>
        <p:spPr>
          <a:xfrm>
            <a:off x="4159606" y="1894637"/>
            <a:ext cx="83591" cy="667512"/>
          </a:xfrm>
          <a:prstGeom prst="rect">
            <a:avLst/>
          </a:prstGeom>
          <a:solidFill>
            <a:srgbClr val="141414"/>
          </a:solidFill>
          <a:ln>
            <a:noFill/>
          </a:ln>
        </p:spPr>
        <p:txBody>
          <a:bodyPr/>
          <a:lstStyle/>
          <a:p>
            <a:endParaRPr lang="uk-UA"/>
          </a:p>
        </p:txBody>
      </p:sp>
      <p:sp>
        <p:nvSpPr>
          <p:cNvPr id="133" name="shape133"/>
          <p:cNvSpPr/>
          <p:nvPr/>
        </p:nvSpPr>
        <p:spPr>
          <a:xfrm>
            <a:off x="4241368" y="1371600"/>
            <a:ext cx="83591" cy="263347"/>
          </a:xfrm>
          <a:prstGeom prst="rect">
            <a:avLst/>
          </a:prstGeom>
          <a:solidFill>
            <a:srgbClr val="141414"/>
          </a:solidFill>
          <a:ln>
            <a:noFill/>
          </a:ln>
        </p:spPr>
        <p:txBody>
          <a:bodyPr/>
          <a:lstStyle/>
          <a:p>
            <a:endParaRPr lang="uk-UA"/>
          </a:p>
        </p:txBody>
      </p:sp>
      <p:sp>
        <p:nvSpPr>
          <p:cNvPr id="134" name="shape134"/>
          <p:cNvSpPr/>
          <p:nvPr/>
        </p:nvSpPr>
        <p:spPr>
          <a:xfrm>
            <a:off x="4241368" y="1633118"/>
            <a:ext cx="83591" cy="263347"/>
          </a:xfrm>
          <a:prstGeom prst="rect">
            <a:avLst/>
          </a:prstGeom>
          <a:solidFill>
            <a:srgbClr val="141414"/>
          </a:solidFill>
          <a:ln>
            <a:noFill/>
          </a:ln>
        </p:spPr>
        <p:txBody>
          <a:bodyPr/>
          <a:lstStyle/>
          <a:p>
            <a:endParaRPr lang="uk-UA"/>
          </a:p>
        </p:txBody>
      </p:sp>
      <p:sp>
        <p:nvSpPr>
          <p:cNvPr id="135" name="shape135"/>
          <p:cNvSpPr/>
          <p:nvPr/>
        </p:nvSpPr>
        <p:spPr>
          <a:xfrm>
            <a:off x="4241368" y="1894637"/>
            <a:ext cx="83591" cy="667512"/>
          </a:xfrm>
          <a:prstGeom prst="rect">
            <a:avLst/>
          </a:prstGeom>
          <a:solidFill>
            <a:srgbClr val="898989"/>
          </a:solidFill>
          <a:ln>
            <a:noFill/>
          </a:ln>
        </p:spPr>
        <p:txBody>
          <a:bodyPr/>
          <a:lstStyle/>
          <a:p>
            <a:endParaRPr lang="uk-UA"/>
          </a:p>
        </p:txBody>
      </p:sp>
      <p:sp>
        <p:nvSpPr>
          <p:cNvPr id="136" name="shape136"/>
          <p:cNvSpPr/>
          <p:nvPr/>
        </p:nvSpPr>
        <p:spPr>
          <a:xfrm>
            <a:off x="4323131" y="1371600"/>
            <a:ext cx="83591" cy="263347"/>
          </a:xfrm>
          <a:prstGeom prst="rect">
            <a:avLst/>
          </a:prstGeom>
          <a:solidFill>
            <a:srgbClr val="141414"/>
          </a:solidFill>
          <a:ln>
            <a:noFill/>
          </a:ln>
        </p:spPr>
        <p:txBody>
          <a:bodyPr/>
          <a:lstStyle/>
          <a:p>
            <a:endParaRPr lang="uk-UA"/>
          </a:p>
        </p:txBody>
      </p:sp>
      <p:sp>
        <p:nvSpPr>
          <p:cNvPr id="137" name="shape137"/>
          <p:cNvSpPr/>
          <p:nvPr/>
        </p:nvSpPr>
        <p:spPr>
          <a:xfrm>
            <a:off x="4323131" y="1633118"/>
            <a:ext cx="83591" cy="263347"/>
          </a:xfrm>
          <a:prstGeom prst="rect">
            <a:avLst/>
          </a:prstGeom>
          <a:solidFill>
            <a:srgbClr val="141414"/>
          </a:solidFill>
          <a:ln>
            <a:noFill/>
          </a:ln>
        </p:spPr>
        <p:txBody>
          <a:bodyPr/>
          <a:lstStyle/>
          <a:p>
            <a:endParaRPr lang="uk-UA"/>
          </a:p>
        </p:txBody>
      </p:sp>
      <p:sp>
        <p:nvSpPr>
          <p:cNvPr id="138" name="shape138"/>
          <p:cNvSpPr/>
          <p:nvPr/>
        </p:nvSpPr>
        <p:spPr>
          <a:xfrm>
            <a:off x="4323131" y="1894637"/>
            <a:ext cx="83591" cy="667512"/>
          </a:xfrm>
          <a:prstGeom prst="rect">
            <a:avLst/>
          </a:prstGeom>
          <a:solidFill>
            <a:srgbClr val="757575"/>
          </a:solidFill>
          <a:ln>
            <a:noFill/>
          </a:ln>
        </p:spPr>
        <p:txBody>
          <a:bodyPr/>
          <a:lstStyle/>
          <a:p>
            <a:endParaRPr lang="uk-UA"/>
          </a:p>
        </p:txBody>
      </p:sp>
      <p:sp>
        <p:nvSpPr>
          <p:cNvPr id="139" name="shape139"/>
          <p:cNvSpPr/>
          <p:nvPr/>
        </p:nvSpPr>
        <p:spPr>
          <a:xfrm>
            <a:off x="4404893" y="1371600"/>
            <a:ext cx="83591" cy="263347"/>
          </a:xfrm>
          <a:prstGeom prst="rect">
            <a:avLst/>
          </a:prstGeom>
          <a:solidFill>
            <a:srgbClr val="141414"/>
          </a:solidFill>
          <a:ln>
            <a:noFill/>
          </a:ln>
        </p:spPr>
        <p:txBody>
          <a:bodyPr/>
          <a:lstStyle/>
          <a:p>
            <a:endParaRPr lang="uk-UA"/>
          </a:p>
        </p:txBody>
      </p:sp>
      <p:sp>
        <p:nvSpPr>
          <p:cNvPr id="140" name="shape140"/>
          <p:cNvSpPr/>
          <p:nvPr/>
        </p:nvSpPr>
        <p:spPr>
          <a:xfrm>
            <a:off x="4404893" y="1633118"/>
            <a:ext cx="83591" cy="263347"/>
          </a:xfrm>
          <a:prstGeom prst="rect">
            <a:avLst/>
          </a:prstGeom>
          <a:solidFill>
            <a:srgbClr val="141414"/>
          </a:solidFill>
          <a:ln>
            <a:noFill/>
          </a:ln>
        </p:spPr>
        <p:txBody>
          <a:bodyPr/>
          <a:lstStyle/>
          <a:p>
            <a:endParaRPr lang="uk-UA"/>
          </a:p>
        </p:txBody>
      </p:sp>
      <p:sp>
        <p:nvSpPr>
          <p:cNvPr id="141" name="shape141"/>
          <p:cNvSpPr/>
          <p:nvPr/>
        </p:nvSpPr>
        <p:spPr>
          <a:xfrm>
            <a:off x="4404893" y="1894637"/>
            <a:ext cx="83591" cy="667512"/>
          </a:xfrm>
          <a:prstGeom prst="rect">
            <a:avLst/>
          </a:prstGeom>
          <a:solidFill>
            <a:srgbClr val="515151"/>
          </a:solidFill>
          <a:ln>
            <a:noFill/>
          </a:ln>
        </p:spPr>
        <p:txBody>
          <a:bodyPr/>
          <a:lstStyle/>
          <a:p>
            <a:endParaRPr lang="uk-UA"/>
          </a:p>
        </p:txBody>
      </p:sp>
      <p:sp>
        <p:nvSpPr>
          <p:cNvPr id="142" name="shape142"/>
          <p:cNvSpPr/>
          <p:nvPr/>
        </p:nvSpPr>
        <p:spPr>
          <a:xfrm>
            <a:off x="4486656" y="1371600"/>
            <a:ext cx="83591" cy="263347"/>
          </a:xfrm>
          <a:prstGeom prst="rect">
            <a:avLst/>
          </a:prstGeom>
          <a:solidFill>
            <a:srgbClr val="141414"/>
          </a:solidFill>
          <a:ln>
            <a:noFill/>
          </a:ln>
        </p:spPr>
        <p:txBody>
          <a:bodyPr/>
          <a:lstStyle/>
          <a:p>
            <a:endParaRPr lang="uk-UA"/>
          </a:p>
        </p:txBody>
      </p:sp>
      <p:sp>
        <p:nvSpPr>
          <p:cNvPr id="143" name="shape143"/>
          <p:cNvSpPr/>
          <p:nvPr/>
        </p:nvSpPr>
        <p:spPr>
          <a:xfrm>
            <a:off x="4486656" y="1633118"/>
            <a:ext cx="83591" cy="263347"/>
          </a:xfrm>
          <a:prstGeom prst="rect">
            <a:avLst/>
          </a:prstGeom>
          <a:solidFill>
            <a:srgbClr val="141414"/>
          </a:solidFill>
          <a:ln>
            <a:noFill/>
          </a:ln>
        </p:spPr>
        <p:txBody>
          <a:bodyPr/>
          <a:lstStyle/>
          <a:p>
            <a:endParaRPr lang="uk-UA"/>
          </a:p>
        </p:txBody>
      </p:sp>
      <p:sp>
        <p:nvSpPr>
          <p:cNvPr id="144" name="shape144"/>
          <p:cNvSpPr/>
          <p:nvPr/>
        </p:nvSpPr>
        <p:spPr>
          <a:xfrm>
            <a:off x="4486656" y="1894637"/>
            <a:ext cx="83591" cy="667512"/>
          </a:xfrm>
          <a:prstGeom prst="rect">
            <a:avLst/>
          </a:prstGeom>
          <a:solidFill>
            <a:srgbClr val="3A3A3A"/>
          </a:solidFill>
          <a:ln>
            <a:noFill/>
          </a:ln>
        </p:spPr>
        <p:txBody>
          <a:bodyPr/>
          <a:lstStyle/>
          <a:p>
            <a:endParaRPr lang="uk-UA"/>
          </a:p>
        </p:txBody>
      </p:sp>
      <p:sp>
        <p:nvSpPr>
          <p:cNvPr id="145" name="shape145"/>
          <p:cNvSpPr/>
          <p:nvPr/>
        </p:nvSpPr>
        <p:spPr>
          <a:xfrm>
            <a:off x="4568419" y="1371600"/>
            <a:ext cx="83591" cy="263347"/>
          </a:xfrm>
          <a:prstGeom prst="rect">
            <a:avLst/>
          </a:prstGeom>
          <a:solidFill>
            <a:srgbClr val="141414"/>
          </a:solidFill>
          <a:ln>
            <a:noFill/>
          </a:ln>
        </p:spPr>
        <p:txBody>
          <a:bodyPr/>
          <a:lstStyle/>
          <a:p>
            <a:endParaRPr lang="uk-UA"/>
          </a:p>
        </p:txBody>
      </p:sp>
      <p:sp>
        <p:nvSpPr>
          <p:cNvPr id="146" name="shape146"/>
          <p:cNvSpPr/>
          <p:nvPr/>
        </p:nvSpPr>
        <p:spPr>
          <a:xfrm>
            <a:off x="4568419" y="1633118"/>
            <a:ext cx="83591" cy="263347"/>
          </a:xfrm>
          <a:prstGeom prst="rect">
            <a:avLst/>
          </a:prstGeom>
          <a:solidFill>
            <a:srgbClr val="141414"/>
          </a:solidFill>
          <a:ln>
            <a:noFill/>
          </a:ln>
        </p:spPr>
        <p:txBody>
          <a:bodyPr/>
          <a:lstStyle/>
          <a:p>
            <a:endParaRPr lang="uk-UA"/>
          </a:p>
        </p:txBody>
      </p:sp>
      <p:sp>
        <p:nvSpPr>
          <p:cNvPr id="147" name="shape147"/>
          <p:cNvSpPr/>
          <p:nvPr/>
        </p:nvSpPr>
        <p:spPr>
          <a:xfrm>
            <a:off x="4568419" y="1894637"/>
            <a:ext cx="83591" cy="667512"/>
          </a:xfrm>
          <a:prstGeom prst="rect">
            <a:avLst/>
          </a:prstGeom>
          <a:solidFill>
            <a:srgbClr val="535353"/>
          </a:solidFill>
          <a:ln>
            <a:noFill/>
          </a:ln>
        </p:spPr>
        <p:txBody>
          <a:bodyPr/>
          <a:lstStyle/>
          <a:p>
            <a:endParaRPr lang="uk-UA"/>
          </a:p>
        </p:txBody>
      </p:sp>
      <p:sp>
        <p:nvSpPr>
          <p:cNvPr id="148" name="shape148"/>
          <p:cNvSpPr/>
          <p:nvPr/>
        </p:nvSpPr>
        <p:spPr>
          <a:xfrm>
            <a:off x="4650181" y="1371600"/>
            <a:ext cx="83591" cy="263347"/>
          </a:xfrm>
          <a:prstGeom prst="rect">
            <a:avLst/>
          </a:prstGeom>
          <a:solidFill>
            <a:srgbClr val="141414"/>
          </a:solidFill>
          <a:ln>
            <a:noFill/>
          </a:ln>
        </p:spPr>
        <p:txBody>
          <a:bodyPr/>
          <a:lstStyle/>
          <a:p>
            <a:endParaRPr lang="uk-UA"/>
          </a:p>
        </p:txBody>
      </p:sp>
      <p:sp>
        <p:nvSpPr>
          <p:cNvPr id="149" name="shape149"/>
          <p:cNvSpPr/>
          <p:nvPr/>
        </p:nvSpPr>
        <p:spPr>
          <a:xfrm>
            <a:off x="4650181" y="1633118"/>
            <a:ext cx="83591" cy="263347"/>
          </a:xfrm>
          <a:prstGeom prst="rect">
            <a:avLst/>
          </a:prstGeom>
          <a:solidFill>
            <a:srgbClr val="141414"/>
          </a:solidFill>
          <a:ln>
            <a:noFill/>
          </a:ln>
        </p:spPr>
        <p:txBody>
          <a:bodyPr/>
          <a:lstStyle/>
          <a:p>
            <a:endParaRPr lang="uk-UA"/>
          </a:p>
        </p:txBody>
      </p:sp>
      <p:sp>
        <p:nvSpPr>
          <p:cNvPr id="150" name="shape150"/>
          <p:cNvSpPr/>
          <p:nvPr/>
        </p:nvSpPr>
        <p:spPr>
          <a:xfrm>
            <a:off x="4650181" y="1894637"/>
            <a:ext cx="83591" cy="667512"/>
          </a:xfrm>
          <a:prstGeom prst="rect">
            <a:avLst/>
          </a:prstGeom>
          <a:solidFill>
            <a:srgbClr val="676767"/>
          </a:solidFill>
          <a:ln>
            <a:noFill/>
          </a:ln>
        </p:spPr>
        <p:txBody>
          <a:bodyPr/>
          <a:lstStyle/>
          <a:p>
            <a:endParaRPr lang="uk-UA"/>
          </a:p>
        </p:txBody>
      </p:sp>
      <p:sp>
        <p:nvSpPr>
          <p:cNvPr id="151" name="shape151"/>
          <p:cNvSpPr/>
          <p:nvPr/>
        </p:nvSpPr>
        <p:spPr>
          <a:xfrm>
            <a:off x="4731944" y="1371600"/>
            <a:ext cx="83591" cy="263347"/>
          </a:xfrm>
          <a:prstGeom prst="rect">
            <a:avLst/>
          </a:prstGeom>
          <a:solidFill>
            <a:srgbClr val="191919"/>
          </a:solidFill>
          <a:ln>
            <a:noFill/>
          </a:ln>
        </p:spPr>
        <p:txBody>
          <a:bodyPr/>
          <a:lstStyle/>
          <a:p>
            <a:endParaRPr lang="uk-UA"/>
          </a:p>
        </p:txBody>
      </p:sp>
      <p:sp>
        <p:nvSpPr>
          <p:cNvPr id="152" name="shape152"/>
          <p:cNvSpPr/>
          <p:nvPr/>
        </p:nvSpPr>
        <p:spPr>
          <a:xfrm>
            <a:off x="4731944" y="1633118"/>
            <a:ext cx="83591" cy="263347"/>
          </a:xfrm>
          <a:prstGeom prst="rect">
            <a:avLst/>
          </a:prstGeom>
          <a:solidFill>
            <a:srgbClr val="141414"/>
          </a:solidFill>
          <a:ln>
            <a:noFill/>
          </a:ln>
        </p:spPr>
        <p:txBody>
          <a:bodyPr/>
          <a:lstStyle/>
          <a:p>
            <a:endParaRPr lang="uk-UA"/>
          </a:p>
        </p:txBody>
      </p:sp>
      <p:sp>
        <p:nvSpPr>
          <p:cNvPr id="153" name="shape153"/>
          <p:cNvSpPr/>
          <p:nvPr/>
        </p:nvSpPr>
        <p:spPr>
          <a:xfrm>
            <a:off x="4731944" y="1894637"/>
            <a:ext cx="83591" cy="667512"/>
          </a:xfrm>
          <a:prstGeom prst="rect">
            <a:avLst/>
          </a:prstGeom>
          <a:solidFill>
            <a:srgbClr val="555555"/>
          </a:solidFill>
          <a:ln>
            <a:noFill/>
          </a:ln>
        </p:spPr>
        <p:txBody>
          <a:bodyPr/>
          <a:lstStyle/>
          <a:p>
            <a:endParaRPr lang="uk-UA"/>
          </a:p>
        </p:txBody>
      </p:sp>
      <p:sp>
        <p:nvSpPr>
          <p:cNvPr id="154" name="shape154"/>
          <p:cNvSpPr/>
          <p:nvPr/>
        </p:nvSpPr>
        <p:spPr>
          <a:xfrm>
            <a:off x="4813706" y="1371600"/>
            <a:ext cx="83591" cy="263347"/>
          </a:xfrm>
          <a:prstGeom prst="rect">
            <a:avLst/>
          </a:prstGeom>
          <a:solidFill>
            <a:srgbClr val="242424"/>
          </a:solidFill>
          <a:ln>
            <a:noFill/>
          </a:ln>
        </p:spPr>
        <p:txBody>
          <a:bodyPr/>
          <a:lstStyle/>
          <a:p>
            <a:endParaRPr lang="uk-UA"/>
          </a:p>
        </p:txBody>
      </p:sp>
      <p:sp>
        <p:nvSpPr>
          <p:cNvPr id="155" name="shape155"/>
          <p:cNvSpPr/>
          <p:nvPr/>
        </p:nvSpPr>
        <p:spPr>
          <a:xfrm>
            <a:off x="4813706" y="1633118"/>
            <a:ext cx="83591" cy="263347"/>
          </a:xfrm>
          <a:prstGeom prst="rect">
            <a:avLst/>
          </a:prstGeom>
          <a:solidFill>
            <a:srgbClr val="141414"/>
          </a:solidFill>
          <a:ln>
            <a:noFill/>
          </a:ln>
        </p:spPr>
        <p:txBody>
          <a:bodyPr/>
          <a:lstStyle/>
          <a:p>
            <a:endParaRPr lang="uk-UA"/>
          </a:p>
        </p:txBody>
      </p:sp>
      <p:sp>
        <p:nvSpPr>
          <p:cNvPr id="156" name="shape156"/>
          <p:cNvSpPr/>
          <p:nvPr/>
        </p:nvSpPr>
        <p:spPr>
          <a:xfrm>
            <a:off x="4813706" y="1894637"/>
            <a:ext cx="83591" cy="667512"/>
          </a:xfrm>
          <a:prstGeom prst="rect">
            <a:avLst/>
          </a:prstGeom>
          <a:solidFill>
            <a:srgbClr val="3D3D3D"/>
          </a:solidFill>
          <a:ln>
            <a:noFill/>
          </a:ln>
        </p:spPr>
        <p:txBody>
          <a:bodyPr/>
          <a:lstStyle/>
          <a:p>
            <a:endParaRPr lang="uk-UA"/>
          </a:p>
        </p:txBody>
      </p:sp>
      <p:sp>
        <p:nvSpPr>
          <p:cNvPr id="157" name="shape157"/>
          <p:cNvSpPr/>
          <p:nvPr/>
        </p:nvSpPr>
        <p:spPr>
          <a:xfrm>
            <a:off x="4895469" y="1371600"/>
            <a:ext cx="83591" cy="263347"/>
          </a:xfrm>
          <a:prstGeom prst="rect">
            <a:avLst/>
          </a:prstGeom>
          <a:solidFill>
            <a:srgbClr val="161616"/>
          </a:solidFill>
          <a:ln>
            <a:noFill/>
          </a:ln>
        </p:spPr>
        <p:txBody>
          <a:bodyPr/>
          <a:lstStyle/>
          <a:p>
            <a:endParaRPr lang="uk-UA"/>
          </a:p>
        </p:txBody>
      </p:sp>
      <p:sp>
        <p:nvSpPr>
          <p:cNvPr id="158" name="shape158"/>
          <p:cNvSpPr/>
          <p:nvPr/>
        </p:nvSpPr>
        <p:spPr>
          <a:xfrm>
            <a:off x="4895469" y="1633118"/>
            <a:ext cx="83591" cy="263347"/>
          </a:xfrm>
          <a:prstGeom prst="rect">
            <a:avLst/>
          </a:prstGeom>
          <a:solidFill>
            <a:srgbClr val="141414"/>
          </a:solidFill>
          <a:ln>
            <a:noFill/>
          </a:ln>
        </p:spPr>
        <p:txBody>
          <a:bodyPr/>
          <a:lstStyle/>
          <a:p>
            <a:endParaRPr lang="uk-UA"/>
          </a:p>
        </p:txBody>
      </p:sp>
      <p:sp>
        <p:nvSpPr>
          <p:cNvPr id="159" name="shape159"/>
          <p:cNvSpPr/>
          <p:nvPr/>
        </p:nvSpPr>
        <p:spPr>
          <a:xfrm>
            <a:off x="4895469" y="1894637"/>
            <a:ext cx="83591" cy="667512"/>
          </a:xfrm>
          <a:prstGeom prst="rect">
            <a:avLst/>
          </a:prstGeom>
          <a:solidFill>
            <a:srgbClr val="4F4F4F"/>
          </a:solidFill>
          <a:ln>
            <a:noFill/>
          </a:ln>
        </p:spPr>
        <p:txBody>
          <a:bodyPr/>
          <a:lstStyle/>
          <a:p>
            <a:endParaRPr lang="uk-UA"/>
          </a:p>
        </p:txBody>
      </p:sp>
      <p:sp>
        <p:nvSpPr>
          <p:cNvPr id="160" name="shape160"/>
          <p:cNvSpPr/>
          <p:nvPr/>
        </p:nvSpPr>
        <p:spPr>
          <a:xfrm>
            <a:off x="4977232" y="1371600"/>
            <a:ext cx="83591" cy="263347"/>
          </a:xfrm>
          <a:prstGeom prst="rect">
            <a:avLst/>
          </a:prstGeom>
          <a:solidFill>
            <a:srgbClr val="141414"/>
          </a:solidFill>
          <a:ln>
            <a:noFill/>
          </a:ln>
        </p:spPr>
        <p:txBody>
          <a:bodyPr/>
          <a:lstStyle/>
          <a:p>
            <a:endParaRPr lang="uk-UA"/>
          </a:p>
        </p:txBody>
      </p:sp>
      <p:sp>
        <p:nvSpPr>
          <p:cNvPr id="161" name="shape161"/>
          <p:cNvSpPr/>
          <p:nvPr/>
        </p:nvSpPr>
        <p:spPr>
          <a:xfrm>
            <a:off x="4977232" y="1633118"/>
            <a:ext cx="83591" cy="263347"/>
          </a:xfrm>
          <a:prstGeom prst="rect">
            <a:avLst/>
          </a:prstGeom>
          <a:solidFill>
            <a:srgbClr val="141414"/>
          </a:solidFill>
          <a:ln>
            <a:noFill/>
          </a:ln>
        </p:spPr>
        <p:txBody>
          <a:bodyPr/>
          <a:lstStyle/>
          <a:p>
            <a:endParaRPr lang="uk-UA"/>
          </a:p>
        </p:txBody>
      </p:sp>
      <p:sp>
        <p:nvSpPr>
          <p:cNvPr id="162" name="shape162"/>
          <p:cNvSpPr/>
          <p:nvPr/>
        </p:nvSpPr>
        <p:spPr>
          <a:xfrm>
            <a:off x="4977232" y="1894637"/>
            <a:ext cx="83591" cy="667512"/>
          </a:xfrm>
          <a:prstGeom prst="rect">
            <a:avLst/>
          </a:prstGeom>
          <a:solidFill>
            <a:srgbClr val="414141"/>
          </a:solidFill>
          <a:ln>
            <a:noFill/>
          </a:ln>
        </p:spPr>
        <p:txBody>
          <a:bodyPr/>
          <a:lstStyle/>
          <a:p>
            <a:endParaRPr lang="uk-UA"/>
          </a:p>
        </p:txBody>
      </p:sp>
      <p:sp>
        <p:nvSpPr>
          <p:cNvPr id="163" name="shape163"/>
          <p:cNvSpPr/>
          <p:nvPr/>
        </p:nvSpPr>
        <p:spPr>
          <a:xfrm>
            <a:off x="5058994" y="1371600"/>
            <a:ext cx="83591" cy="263347"/>
          </a:xfrm>
          <a:prstGeom prst="rect">
            <a:avLst/>
          </a:prstGeom>
          <a:solidFill>
            <a:srgbClr val="141414"/>
          </a:solidFill>
          <a:ln>
            <a:noFill/>
          </a:ln>
        </p:spPr>
        <p:txBody>
          <a:bodyPr/>
          <a:lstStyle/>
          <a:p>
            <a:endParaRPr lang="uk-UA"/>
          </a:p>
        </p:txBody>
      </p:sp>
      <p:sp>
        <p:nvSpPr>
          <p:cNvPr id="164" name="shape164"/>
          <p:cNvSpPr/>
          <p:nvPr/>
        </p:nvSpPr>
        <p:spPr>
          <a:xfrm>
            <a:off x="5058994" y="1633118"/>
            <a:ext cx="83591" cy="263347"/>
          </a:xfrm>
          <a:prstGeom prst="rect">
            <a:avLst/>
          </a:prstGeom>
          <a:solidFill>
            <a:srgbClr val="141414"/>
          </a:solidFill>
          <a:ln>
            <a:noFill/>
          </a:ln>
        </p:spPr>
        <p:txBody>
          <a:bodyPr/>
          <a:lstStyle/>
          <a:p>
            <a:endParaRPr lang="uk-UA"/>
          </a:p>
        </p:txBody>
      </p:sp>
      <p:sp>
        <p:nvSpPr>
          <p:cNvPr id="165" name="shape165"/>
          <p:cNvSpPr/>
          <p:nvPr/>
        </p:nvSpPr>
        <p:spPr>
          <a:xfrm>
            <a:off x="5058994" y="1894637"/>
            <a:ext cx="83591" cy="667512"/>
          </a:xfrm>
          <a:prstGeom prst="rect">
            <a:avLst/>
          </a:prstGeom>
          <a:solidFill>
            <a:srgbClr val="4F4F4F"/>
          </a:solidFill>
          <a:ln>
            <a:noFill/>
          </a:ln>
        </p:spPr>
        <p:txBody>
          <a:bodyPr/>
          <a:lstStyle/>
          <a:p>
            <a:endParaRPr lang="uk-UA"/>
          </a:p>
        </p:txBody>
      </p:sp>
      <p:sp>
        <p:nvSpPr>
          <p:cNvPr id="166" name="shape166"/>
          <p:cNvSpPr/>
          <p:nvPr/>
        </p:nvSpPr>
        <p:spPr>
          <a:xfrm>
            <a:off x="5140757" y="1371600"/>
            <a:ext cx="83591" cy="263347"/>
          </a:xfrm>
          <a:prstGeom prst="rect">
            <a:avLst/>
          </a:prstGeom>
          <a:solidFill>
            <a:srgbClr val="141414"/>
          </a:solidFill>
          <a:ln>
            <a:noFill/>
          </a:ln>
        </p:spPr>
        <p:txBody>
          <a:bodyPr/>
          <a:lstStyle/>
          <a:p>
            <a:endParaRPr lang="uk-UA"/>
          </a:p>
        </p:txBody>
      </p:sp>
      <p:sp>
        <p:nvSpPr>
          <p:cNvPr id="167" name="shape167"/>
          <p:cNvSpPr/>
          <p:nvPr/>
        </p:nvSpPr>
        <p:spPr>
          <a:xfrm>
            <a:off x="5140757" y="1633118"/>
            <a:ext cx="83591" cy="263347"/>
          </a:xfrm>
          <a:prstGeom prst="rect">
            <a:avLst/>
          </a:prstGeom>
          <a:solidFill>
            <a:srgbClr val="141414"/>
          </a:solidFill>
          <a:ln>
            <a:noFill/>
          </a:ln>
        </p:spPr>
        <p:txBody>
          <a:bodyPr/>
          <a:lstStyle/>
          <a:p>
            <a:endParaRPr lang="uk-UA"/>
          </a:p>
        </p:txBody>
      </p:sp>
      <p:sp>
        <p:nvSpPr>
          <p:cNvPr id="168" name="shape168"/>
          <p:cNvSpPr/>
          <p:nvPr/>
        </p:nvSpPr>
        <p:spPr>
          <a:xfrm>
            <a:off x="5140757" y="1894637"/>
            <a:ext cx="83591" cy="667512"/>
          </a:xfrm>
          <a:prstGeom prst="rect">
            <a:avLst/>
          </a:prstGeom>
          <a:solidFill>
            <a:srgbClr val="484848"/>
          </a:solidFill>
          <a:ln>
            <a:noFill/>
          </a:ln>
        </p:spPr>
        <p:txBody>
          <a:bodyPr/>
          <a:lstStyle/>
          <a:p>
            <a:endParaRPr lang="uk-UA"/>
          </a:p>
        </p:txBody>
      </p:sp>
      <p:sp>
        <p:nvSpPr>
          <p:cNvPr id="169" name="shape169"/>
          <p:cNvSpPr/>
          <p:nvPr/>
        </p:nvSpPr>
        <p:spPr>
          <a:xfrm>
            <a:off x="5222519" y="1371600"/>
            <a:ext cx="83591" cy="263347"/>
          </a:xfrm>
          <a:prstGeom prst="rect">
            <a:avLst/>
          </a:prstGeom>
          <a:solidFill>
            <a:srgbClr val="141414"/>
          </a:solidFill>
          <a:ln>
            <a:noFill/>
          </a:ln>
        </p:spPr>
        <p:txBody>
          <a:bodyPr/>
          <a:lstStyle/>
          <a:p>
            <a:endParaRPr lang="uk-UA"/>
          </a:p>
        </p:txBody>
      </p:sp>
      <p:sp>
        <p:nvSpPr>
          <p:cNvPr id="170" name="shape170"/>
          <p:cNvSpPr/>
          <p:nvPr/>
        </p:nvSpPr>
        <p:spPr>
          <a:xfrm>
            <a:off x="5222519" y="1633118"/>
            <a:ext cx="83591" cy="263347"/>
          </a:xfrm>
          <a:prstGeom prst="rect">
            <a:avLst/>
          </a:prstGeom>
          <a:solidFill>
            <a:srgbClr val="141414"/>
          </a:solidFill>
          <a:ln>
            <a:noFill/>
          </a:ln>
        </p:spPr>
        <p:txBody>
          <a:bodyPr/>
          <a:lstStyle/>
          <a:p>
            <a:endParaRPr lang="uk-UA"/>
          </a:p>
        </p:txBody>
      </p:sp>
      <p:sp>
        <p:nvSpPr>
          <p:cNvPr id="171" name="shape171"/>
          <p:cNvSpPr/>
          <p:nvPr/>
        </p:nvSpPr>
        <p:spPr>
          <a:xfrm>
            <a:off x="5222519" y="1894637"/>
            <a:ext cx="83591" cy="667512"/>
          </a:xfrm>
          <a:prstGeom prst="rect">
            <a:avLst/>
          </a:prstGeom>
          <a:solidFill>
            <a:srgbClr val="1D1D1D"/>
          </a:solidFill>
          <a:ln>
            <a:noFill/>
          </a:ln>
        </p:spPr>
        <p:txBody>
          <a:bodyPr/>
          <a:lstStyle/>
          <a:p>
            <a:endParaRPr lang="uk-UA"/>
          </a:p>
        </p:txBody>
      </p:sp>
      <p:sp>
        <p:nvSpPr>
          <p:cNvPr id="172" name="shape172"/>
          <p:cNvSpPr/>
          <p:nvPr/>
        </p:nvSpPr>
        <p:spPr>
          <a:xfrm>
            <a:off x="5304282" y="1371600"/>
            <a:ext cx="83591" cy="263347"/>
          </a:xfrm>
          <a:prstGeom prst="rect">
            <a:avLst/>
          </a:prstGeom>
          <a:solidFill>
            <a:srgbClr val="141414"/>
          </a:solidFill>
          <a:ln>
            <a:noFill/>
          </a:ln>
        </p:spPr>
        <p:txBody>
          <a:bodyPr/>
          <a:lstStyle/>
          <a:p>
            <a:endParaRPr lang="uk-UA"/>
          </a:p>
        </p:txBody>
      </p:sp>
      <p:sp>
        <p:nvSpPr>
          <p:cNvPr id="173" name="shape173"/>
          <p:cNvSpPr/>
          <p:nvPr/>
        </p:nvSpPr>
        <p:spPr>
          <a:xfrm>
            <a:off x="5304282" y="1633118"/>
            <a:ext cx="83591" cy="263347"/>
          </a:xfrm>
          <a:prstGeom prst="rect">
            <a:avLst/>
          </a:prstGeom>
          <a:solidFill>
            <a:srgbClr val="161616"/>
          </a:solidFill>
          <a:ln>
            <a:noFill/>
          </a:ln>
        </p:spPr>
        <p:txBody>
          <a:bodyPr/>
          <a:lstStyle/>
          <a:p>
            <a:endParaRPr lang="uk-UA"/>
          </a:p>
        </p:txBody>
      </p:sp>
      <p:sp>
        <p:nvSpPr>
          <p:cNvPr id="174" name="shape174"/>
          <p:cNvSpPr/>
          <p:nvPr/>
        </p:nvSpPr>
        <p:spPr>
          <a:xfrm>
            <a:off x="5304282" y="1894637"/>
            <a:ext cx="83591" cy="667512"/>
          </a:xfrm>
          <a:prstGeom prst="rect">
            <a:avLst/>
          </a:prstGeom>
          <a:solidFill>
            <a:srgbClr val="141414"/>
          </a:solidFill>
          <a:ln>
            <a:noFill/>
          </a:ln>
        </p:spPr>
        <p:txBody>
          <a:bodyPr/>
          <a:lstStyle/>
          <a:p>
            <a:endParaRPr lang="uk-UA"/>
          </a:p>
        </p:txBody>
      </p:sp>
      <p:sp>
        <p:nvSpPr>
          <p:cNvPr id="175" name="shape175"/>
          <p:cNvSpPr/>
          <p:nvPr/>
        </p:nvSpPr>
        <p:spPr>
          <a:xfrm>
            <a:off x="5386045" y="1371600"/>
            <a:ext cx="83591" cy="263347"/>
          </a:xfrm>
          <a:prstGeom prst="rect">
            <a:avLst/>
          </a:prstGeom>
          <a:solidFill>
            <a:srgbClr val="141414"/>
          </a:solidFill>
          <a:ln>
            <a:noFill/>
          </a:ln>
        </p:spPr>
        <p:txBody>
          <a:bodyPr/>
          <a:lstStyle/>
          <a:p>
            <a:endParaRPr lang="uk-UA"/>
          </a:p>
        </p:txBody>
      </p:sp>
      <p:sp>
        <p:nvSpPr>
          <p:cNvPr id="176" name="shape176"/>
          <p:cNvSpPr/>
          <p:nvPr/>
        </p:nvSpPr>
        <p:spPr>
          <a:xfrm>
            <a:off x="5386045" y="1633118"/>
            <a:ext cx="83591" cy="263347"/>
          </a:xfrm>
          <a:prstGeom prst="rect">
            <a:avLst/>
          </a:prstGeom>
          <a:solidFill>
            <a:srgbClr val="3A3A3A"/>
          </a:solidFill>
          <a:ln>
            <a:noFill/>
          </a:ln>
        </p:spPr>
        <p:txBody>
          <a:bodyPr/>
          <a:lstStyle/>
          <a:p>
            <a:endParaRPr lang="uk-UA"/>
          </a:p>
        </p:txBody>
      </p:sp>
      <p:sp>
        <p:nvSpPr>
          <p:cNvPr id="177" name="shape177"/>
          <p:cNvSpPr/>
          <p:nvPr/>
        </p:nvSpPr>
        <p:spPr>
          <a:xfrm>
            <a:off x="5386045" y="1894637"/>
            <a:ext cx="83591" cy="667512"/>
          </a:xfrm>
          <a:prstGeom prst="rect">
            <a:avLst/>
          </a:prstGeom>
          <a:solidFill>
            <a:srgbClr val="141414"/>
          </a:solidFill>
          <a:ln>
            <a:noFill/>
          </a:ln>
        </p:spPr>
        <p:txBody>
          <a:bodyPr/>
          <a:lstStyle/>
          <a:p>
            <a:endParaRPr lang="uk-UA"/>
          </a:p>
        </p:txBody>
      </p:sp>
      <p:sp>
        <p:nvSpPr>
          <p:cNvPr id="178" name="shape178"/>
          <p:cNvSpPr/>
          <p:nvPr/>
        </p:nvSpPr>
        <p:spPr>
          <a:xfrm>
            <a:off x="5467807" y="1371600"/>
            <a:ext cx="83591" cy="263347"/>
          </a:xfrm>
          <a:prstGeom prst="rect">
            <a:avLst/>
          </a:prstGeom>
          <a:solidFill>
            <a:srgbClr val="141414"/>
          </a:solidFill>
          <a:ln>
            <a:noFill/>
          </a:ln>
        </p:spPr>
        <p:txBody>
          <a:bodyPr/>
          <a:lstStyle/>
          <a:p>
            <a:endParaRPr lang="uk-UA"/>
          </a:p>
        </p:txBody>
      </p:sp>
      <p:sp>
        <p:nvSpPr>
          <p:cNvPr id="179" name="shape179"/>
          <p:cNvSpPr/>
          <p:nvPr/>
        </p:nvSpPr>
        <p:spPr>
          <a:xfrm>
            <a:off x="5467807" y="1633118"/>
            <a:ext cx="83591" cy="263347"/>
          </a:xfrm>
          <a:prstGeom prst="rect">
            <a:avLst/>
          </a:prstGeom>
          <a:solidFill>
            <a:srgbClr val="2B2B2B"/>
          </a:solidFill>
          <a:ln>
            <a:noFill/>
          </a:ln>
        </p:spPr>
        <p:txBody>
          <a:bodyPr/>
          <a:lstStyle/>
          <a:p>
            <a:endParaRPr lang="uk-UA"/>
          </a:p>
        </p:txBody>
      </p:sp>
      <p:sp>
        <p:nvSpPr>
          <p:cNvPr id="180" name="shape180"/>
          <p:cNvSpPr/>
          <p:nvPr/>
        </p:nvSpPr>
        <p:spPr>
          <a:xfrm>
            <a:off x="5467807" y="1894637"/>
            <a:ext cx="83591" cy="667512"/>
          </a:xfrm>
          <a:prstGeom prst="rect">
            <a:avLst/>
          </a:prstGeom>
          <a:solidFill>
            <a:srgbClr val="141414"/>
          </a:solidFill>
          <a:ln>
            <a:noFill/>
          </a:ln>
        </p:spPr>
        <p:txBody>
          <a:bodyPr/>
          <a:lstStyle/>
          <a:p>
            <a:endParaRPr lang="uk-UA"/>
          </a:p>
        </p:txBody>
      </p:sp>
      <p:sp>
        <p:nvSpPr>
          <p:cNvPr id="181" name="shape181"/>
          <p:cNvSpPr/>
          <p:nvPr/>
        </p:nvSpPr>
        <p:spPr>
          <a:xfrm>
            <a:off x="5549570" y="1371600"/>
            <a:ext cx="83591" cy="263347"/>
          </a:xfrm>
          <a:prstGeom prst="rect">
            <a:avLst/>
          </a:prstGeom>
          <a:solidFill>
            <a:srgbClr val="141414"/>
          </a:solidFill>
          <a:ln>
            <a:noFill/>
          </a:ln>
        </p:spPr>
        <p:txBody>
          <a:bodyPr/>
          <a:lstStyle/>
          <a:p>
            <a:endParaRPr lang="uk-UA"/>
          </a:p>
        </p:txBody>
      </p:sp>
      <p:sp>
        <p:nvSpPr>
          <p:cNvPr id="182" name="shape182"/>
          <p:cNvSpPr/>
          <p:nvPr/>
        </p:nvSpPr>
        <p:spPr>
          <a:xfrm>
            <a:off x="5549570" y="1633118"/>
            <a:ext cx="83591" cy="263347"/>
          </a:xfrm>
          <a:prstGeom prst="rect">
            <a:avLst/>
          </a:prstGeom>
          <a:solidFill>
            <a:srgbClr val="1B1B1B"/>
          </a:solidFill>
          <a:ln>
            <a:noFill/>
          </a:ln>
        </p:spPr>
        <p:txBody>
          <a:bodyPr/>
          <a:lstStyle/>
          <a:p>
            <a:endParaRPr lang="uk-UA"/>
          </a:p>
        </p:txBody>
      </p:sp>
      <p:sp>
        <p:nvSpPr>
          <p:cNvPr id="183" name="shape183"/>
          <p:cNvSpPr/>
          <p:nvPr/>
        </p:nvSpPr>
        <p:spPr>
          <a:xfrm>
            <a:off x="5549570" y="1894637"/>
            <a:ext cx="83591" cy="667512"/>
          </a:xfrm>
          <a:prstGeom prst="rect">
            <a:avLst/>
          </a:prstGeom>
          <a:solidFill>
            <a:srgbClr val="141414"/>
          </a:solidFill>
          <a:ln>
            <a:noFill/>
          </a:ln>
        </p:spPr>
        <p:txBody>
          <a:bodyPr/>
          <a:lstStyle/>
          <a:p>
            <a:endParaRPr lang="uk-UA"/>
          </a:p>
        </p:txBody>
      </p:sp>
      <p:sp>
        <p:nvSpPr>
          <p:cNvPr id="184" name="shape184"/>
          <p:cNvSpPr/>
          <p:nvPr/>
        </p:nvSpPr>
        <p:spPr>
          <a:xfrm>
            <a:off x="5631332" y="1371600"/>
            <a:ext cx="83591" cy="263347"/>
          </a:xfrm>
          <a:prstGeom prst="rect">
            <a:avLst/>
          </a:prstGeom>
          <a:solidFill>
            <a:srgbClr val="141414"/>
          </a:solidFill>
          <a:ln>
            <a:noFill/>
          </a:ln>
        </p:spPr>
        <p:txBody>
          <a:bodyPr/>
          <a:lstStyle/>
          <a:p>
            <a:endParaRPr lang="uk-UA"/>
          </a:p>
        </p:txBody>
      </p:sp>
      <p:sp>
        <p:nvSpPr>
          <p:cNvPr id="185" name="shape185"/>
          <p:cNvSpPr/>
          <p:nvPr/>
        </p:nvSpPr>
        <p:spPr>
          <a:xfrm>
            <a:off x="5631332" y="1633118"/>
            <a:ext cx="83591" cy="263347"/>
          </a:xfrm>
          <a:prstGeom prst="rect">
            <a:avLst/>
          </a:prstGeom>
          <a:solidFill>
            <a:srgbClr val="141414"/>
          </a:solidFill>
          <a:ln>
            <a:noFill/>
          </a:ln>
        </p:spPr>
        <p:txBody>
          <a:bodyPr/>
          <a:lstStyle/>
          <a:p>
            <a:endParaRPr lang="uk-UA"/>
          </a:p>
        </p:txBody>
      </p:sp>
      <p:sp>
        <p:nvSpPr>
          <p:cNvPr id="186" name="shape186"/>
          <p:cNvSpPr/>
          <p:nvPr/>
        </p:nvSpPr>
        <p:spPr>
          <a:xfrm>
            <a:off x="5631332" y="1894637"/>
            <a:ext cx="83591" cy="667512"/>
          </a:xfrm>
          <a:prstGeom prst="rect">
            <a:avLst/>
          </a:prstGeom>
          <a:solidFill>
            <a:srgbClr val="141414"/>
          </a:solidFill>
          <a:ln>
            <a:noFill/>
          </a:ln>
        </p:spPr>
        <p:txBody>
          <a:bodyPr/>
          <a:lstStyle/>
          <a:p>
            <a:endParaRPr lang="uk-UA"/>
          </a:p>
        </p:txBody>
      </p:sp>
      <p:sp>
        <p:nvSpPr>
          <p:cNvPr id="187" name="shape187"/>
          <p:cNvSpPr/>
          <p:nvPr/>
        </p:nvSpPr>
        <p:spPr>
          <a:xfrm>
            <a:off x="5713095" y="1371600"/>
            <a:ext cx="83591" cy="263347"/>
          </a:xfrm>
          <a:prstGeom prst="rect">
            <a:avLst/>
          </a:prstGeom>
          <a:solidFill>
            <a:srgbClr val="141414"/>
          </a:solidFill>
          <a:ln>
            <a:noFill/>
          </a:ln>
        </p:spPr>
        <p:txBody>
          <a:bodyPr/>
          <a:lstStyle/>
          <a:p>
            <a:endParaRPr lang="uk-UA"/>
          </a:p>
        </p:txBody>
      </p:sp>
      <p:sp>
        <p:nvSpPr>
          <p:cNvPr id="188" name="shape188"/>
          <p:cNvSpPr/>
          <p:nvPr/>
        </p:nvSpPr>
        <p:spPr>
          <a:xfrm>
            <a:off x="5713095" y="1633118"/>
            <a:ext cx="83591" cy="263347"/>
          </a:xfrm>
          <a:prstGeom prst="rect">
            <a:avLst/>
          </a:prstGeom>
          <a:solidFill>
            <a:srgbClr val="262626"/>
          </a:solidFill>
          <a:ln>
            <a:noFill/>
          </a:ln>
        </p:spPr>
        <p:txBody>
          <a:bodyPr/>
          <a:lstStyle/>
          <a:p>
            <a:endParaRPr lang="uk-UA"/>
          </a:p>
        </p:txBody>
      </p:sp>
      <p:sp>
        <p:nvSpPr>
          <p:cNvPr id="189" name="shape189"/>
          <p:cNvSpPr/>
          <p:nvPr/>
        </p:nvSpPr>
        <p:spPr>
          <a:xfrm>
            <a:off x="5713095" y="1894637"/>
            <a:ext cx="83591" cy="667512"/>
          </a:xfrm>
          <a:prstGeom prst="rect">
            <a:avLst/>
          </a:prstGeom>
          <a:solidFill>
            <a:srgbClr val="141414"/>
          </a:solidFill>
          <a:ln>
            <a:noFill/>
          </a:ln>
        </p:spPr>
        <p:txBody>
          <a:bodyPr/>
          <a:lstStyle/>
          <a:p>
            <a:endParaRPr lang="uk-UA"/>
          </a:p>
        </p:txBody>
      </p:sp>
      <p:sp>
        <p:nvSpPr>
          <p:cNvPr id="190" name="shape190"/>
          <p:cNvSpPr/>
          <p:nvPr/>
        </p:nvSpPr>
        <p:spPr>
          <a:xfrm>
            <a:off x="5794858" y="1371600"/>
            <a:ext cx="83591" cy="263347"/>
          </a:xfrm>
          <a:prstGeom prst="rect">
            <a:avLst/>
          </a:prstGeom>
          <a:solidFill>
            <a:srgbClr val="141414"/>
          </a:solidFill>
          <a:ln>
            <a:noFill/>
          </a:ln>
        </p:spPr>
        <p:txBody>
          <a:bodyPr/>
          <a:lstStyle/>
          <a:p>
            <a:endParaRPr lang="uk-UA"/>
          </a:p>
        </p:txBody>
      </p:sp>
      <p:sp>
        <p:nvSpPr>
          <p:cNvPr id="191" name="shape191"/>
          <p:cNvSpPr/>
          <p:nvPr/>
        </p:nvSpPr>
        <p:spPr>
          <a:xfrm>
            <a:off x="5794858" y="1633118"/>
            <a:ext cx="83591" cy="263347"/>
          </a:xfrm>
          <a:prstGeom prst="rect">
            <a:avLst/>
          </a:prstGeom>
          <a:solidFill>
            <a:srgbClr val="141414"/>
          </a:solidFill>
          <a:ln>
            <a:noFill/>
          </a:ln>
        </p:spPr>
        <p:txBody>
          <a:bodyPr/>
          <a:lstStyle/>
          <a:p>
            <a:endParaRPr lang="uk-UA"/>
          </a:p>
        </p:txBody>
      </p:sp>
      <p:sp>
        <p:nvSpPr>
          <p:cNvPr id="192" name="shape192"/>
          <p:cNvSpPr/>
          <p:nvPr/>
        </p:nvSpPr>
        <p:spPr>
          <a:xfrm>
            <a:off x="5794858" y="1894637"/>
            <a:ext cx="83591" cy="667512"/>
          </a:xfrm>
          <a:prstGeom prst="rect">
            <a:avLst/>
          </a:prstGeom>
          <a:solidFill>
            <a:srgbClr val="141414"/>
          </a:solidFill>
          <a:ln>
            <a:noFill/>
          </a:ln>
        </p:spPr>
        <p:txBody>
          <a:bodyPr/>
          <a:lstStyle/>
          <a:p>
            <a:endParaRPr lang="uk-UA"/>
          </a:p>
        </p:txBody>
      </p:sp>
      <p:sp>
        <p:nvSpPr>
          <p:cNvPr id="193" name="shape193"/>
          <p:cNvSpPr/>
          <p:nvPr/>
        </p:nvSpPr>
        <p:spPr>
          <a:xfrm>
            <a:off x="5876620" y="1371600"/>
            <a:ext cx="83591" cy="263347"/>
          </a:xfrm>
          <a:prstGeom prst="rect">
            <a:avLst/>
          </a:prstGeom>
          <a:solidFill>
            <a:srgbClr val="141414"/>
          </a:solidFill>
          <a:ln>
            <a:noFill/>
          </a:ln>
        </p:spPr>
        <p:txBody>
          <a:bodyPr/>
          <a:lstStyle/>
          <a:p>
            <a:endParaRPr lang="uk-UA"/>
          </a:p>
        </p:txBody>
      </p:sp>
      <p:sp>
        <p:nvSpPr>
          <p:cNvPr id="194" name="shape194"/>
          <p:cNvSpPr/>
          <p:nvPr/>
        </p:nvSpPr>
        <p:spPr>
          <a:xfrm>
            <a:off x="5876620" y="1633118"/>
            <a:ext cx="83591" cy="263347"/>
          </a:xfrm>
          <a:prstGeom prst="rect">
            <a:avLst/>
          </a:prstGeom>
          <a:solidFill>
            <a:srgbClr val="141414"/>
          </a:solidFill>
          <a:ln>
            <a:noFill/>
          </a:ln>
        </p:spPr>
        <p:txBody>
          <a:bodyPr/>
          <a:lstStyle/>
          <a:p>
            <a:endParaRPr lang="uk-UA"/>
          </a:p>
        </p:txBody>
      </p:sp>
      <p:sp>
        <p:nvSpPr>
          <p:cNvPr id="195" name="shape195"/>
          <p:cNvSpPr/>
          <p:nvPr/>
        </p:nvSpPr>
        <p:spPr>
          <a:xfrm>
            <a:off x="5876620" y="1894637"/>
            <a:ext cx="83591" cy="667512"/>
          </a:xfrm>
          <a:prstGeom prst="rect">
            <a:avLst/>
          </a:prstGeom>
          <a:solidFill>
            <a:srgbClr val="141414"/>
          </a:solidFill>
          <a:ln>
            <a:noFill/>
          </a:ln>
        </p:spPr>
        <p:txBody>
          <a:bodyPr/>
          <a:lstStyle/>
          <a:p>
            <a:endParaRPr lang="uk-UA"/>
          </a:p>
        </p:txBody>
      </p:sp>
      <p:sp>
        <p:nvSpPr>
          <p:cNvPr id="196" name="shape196"/>
          <p:cNvSpPr/>
          <p:nvPr/>
        </p:nvSpPr>
        <p:spPr>
          <a:xfrm>
            <a:off x="5958383" y="1371600"/>
            <a:ext cx="83591" cy="263347"/>
          </a:xfrm>
          <a:prstGeom prst="rect">
            <a:avLst/>
          </a:prstGeom>
          <a:solidFill>
            <a:srgbClr val="141414"/>
          </a:solidFill>
          <a:ln>
            <a:noFill/>
          </a:ln>
        </p:spPr>
        <p:txBody>
          <a:bodyPr/>
          <a:lstStyle/>
          <a:p>
            <a:endParaRPr lang="uk-UA"/>
          </a:p>
        </p:txBody>
      </p:sp>
      <p:sp>
        <p:nvSpPr>
          <p:cNvPr id="197" name="shape197"/>
          <p:cNvSpPr/>
          <p:nvPr/>
        </p:nvSpPr>
        <p:spPr>
          <a:xfrm>
            <a:off x="5958383" y="1633118"/>
            <a:ext cx="83591" cy="263347"/>
          </a:xfrm>
          <a:prstGeom prst="rect">
            <a:avLst/>
          </a:prstGeom>
          <a:solidFill>
            <a:srgbClr val="141414"/>
          </a:solidFill>
          <a:ln>
            <a:noFill/>
          </a:ln>
        </p:spPr>
        <p:txBody>
          <a:bodyPr/>
          <a:lstStyle/>
          <a:p>
            <a:endParaRPr lang="uk-UA"/>
          </a:p>
        </p:txBody>
      </p:sp>
      <p:sp>
        <p:nvSpPr>
          <p:cNvPr id="198" name="shape198"/>
          <p:cNvSpPr/>
          <p:nvPr/>
        </p:nvSpPr>
        <p:spPr>
          <a:xfrm>
            <a:off x="5958383" y="1894637"/>
            <a:ext cx="83591" cy="667512"/>
          </a:xfrm>
          <a:prstGeom prst="rect">
            <a:avLst/>
          </a:prstGeom>
          <a:solidFill>
            <a:srgbClr val="141414"/>
          </a:solidFill>
          <a:ln>
            <a:noFill/>
          </a:ln>
        </p:spPr>
        <p:txBody>
          <a:bodyPr/>
          <a:lstStyle/>
          <a:p>
            <a:endParaRPr lang="uk-UA"/>
          </a:p>
        </p:txBody>
      </p:sp>
      <p:sp>
        <p:nvSpPr>
          <p:cNvPr id="199" name="shape199"/>
          <p:cNvSpPr/>
          <p:nvPr/>
        </p:nvSpPr>
        <p:spPr>
          <a:xfrm>
            <a:off x="6040145" y="1371600"/>
            <a:ext cx="83591" cy="263347"/>
          </a:xfrm>
          <a:prstGeom prst="rect">
            <a:avLst/>
          </a:prstGeom>
          <a:solidFill>
            <a:srgbClr val="141414"/>
          </a:solidFill>
          <a:ln>
            <a:noFill/>
          </a:ln>
        </p:spPr>
        <p:txBody>
          <a:bodyPr/>
          <a:lstStyle/>
          <a:p>
            <a:endParaRPr lang="uk-UA"/>
          </a:p>
        </p:txBody>
      </p:sp>
      <p:sp>
        <p:nvSpPr>
          <p:cNvPr id="200" name="shape200"/>
          <p:cNvSpPr/>
          <p:nvPr/>
        </p:nvSpPr>
        <p:spPr>
          <a:xfrm>
            <a:off x="6040145" y="1633118"/>
            <a:ext cx="83591" cy="263347"/>
          </a:xfrm>
          <a:prstGeom prst="rect">
            <a:avLst/>
          </a:prstGeom>
          <a:solidFill>
            <a:srgbClr val="141414"/>
          </a:solidFill>
          <a:ln>
            <a:noFill/>
          </a:ln>
        </p:spPr>
        <p:txBody>
          <a:bodyPr/>
          <a:lstStyle/>
          <a:p>
            <a:endParaRPr lang="uk-UA"/>
          </a:p>
        </p:txBody>
      </p:sp>
      <p:sp>
        <p:nvSpPr>
          <p:cNvPr id="201" name="shape201"/>
          <p:cNvSpPr/>
          <p:nvPr/>
        </p:nvSpPr>
        <p:spPr>
          <a:xfrm>
            <a:off x="6040145" y="1894637"/>
            <a:ext cx="83591" cy="667512"/>
          </a:xfrm>
          <a:prstGeom prst="rect">
            <a:avLst/>
          </a:prstGeom>
          <a:solidFill>
            <a:srgbClr val="141414"/>
          </a:solidFill>
          <a:ln>
            <a:noFill/>
          </a:ln>
        </p:spPr>
        <p:txBody>
          <a:bodyPr/>
          <a:lstStyle/>
          <a:p>
            <a:endParaRPr lang="uk-UA"/>
          </a:p>
        </p:txBody>
      </p:sp>
      <p:sp>
        <p:nvSpPr>
          <p:cNvPr id="202" name="shape202"/>
          <p:cNvSpPr/>
          <p:nvPr/>
        </p:nvSpPr>
        <p:spPr>
          <a:xfrm>
            <a:off x="6121908" y="1371600"/>
            <a:ext cx="83591" cy="263347"/>
          </a:xfrm>
          <a:prstGeom prst="rect">
            <a:avLst/>
          </a:prstGeom>
          <a:solidFill>
            <a:srgbClr val="141414"/>
          </a:solidFill>
          <a:ln>
            <a:noFill/>
          </a:ln>
        </p:spPr>
        <p:txBody>
          <a:bodyPr/>
          <a:lstStyle/>
          <a:p>
            <a:endParaRPr lang="uk-UA"/>
          </a:p>
        </p:txBody>
      </p:sp>
      <p:sp>
        <p:nvSpPr>
          <p:cNvPr id="203" name="shape203"/>
          <p:cNvSpPr/>
          <p:nvPr/>
        </p:nvSpPr>
        <p:spPr>
          <a:xfrm>
            <a:off x="6121908" y="1633118"/>
            <a:ext cx="83591" cy="263347"/>
          </a:xfrm>
          <a:prstGeom prst="rect">
            <a:avLst/>
          </a:prstGeom>
          <a:solidFill>
            <a:srgbClr val="141414"/>
          </a:solidFill>
          <a:ln>
            <a:noFill/>
          </a:ln>
        </p:spPr>
        <p:txBody>
          <a:bodyPr/>
          <a:lstStyle/>
          <a:p>
            <a:endParaRPr lang="uk-UA"/>
          </a:p>
        </p:txBody>
      </p:sp>
      <p:sp>
        <p:nvSpPr>
          <p:cNvPr id="204" name="shape204"/>
          <p:cNvSpPr/>
          <p:nvPr/>
        </p:nvSpPr>
        <p:spPr>
          <a:xfrm>
            <a:off x="6121908" y="1894637"/>
            <a:ext cx="83591" cy="667512"/>
          </a:xfrm>
          <a:prstGeom prst="rect">
            <a:avLst/>
          </a:prstGeom>
          <a:solidFill>
            <a:srgbClr val="141414"/>
          </a:solidFill>
          <a:ln>
            <a:noFill/>
          </a:ln>
        </p:spPr>
        <p:txBody>
          <a:bodyPr/>
          <a:lstStyle/>
          <a:p>
            <a:endParaRPr lang="uk-UA"/>
          </a:p>
        </p:txBody>
      </p:sp>
      <p:sp>
        <p:nvSpPr>
          <p:cNvPr id="205" name="shape205"/>
          <p:cNvSpPr/>
          <p:nvPr/>
        </p:nvSpPr>
        <p:spPr>
          <a:xfrm>
            <a:off x="6203671" y="1371600"/>
            <a:ext cx="83591" cy="263347"/>
          </a:xfrm>
          <a:prstGeom prst="rect">
            <a:avLst/>
          </a:prstGeom>
          <a:solidFill>
            <a:srgbClr val="141414"/>
          </a:solidFill>
          <a:ln>
            <a:noFill/>
          </a:ln>
        </p:spPr>
        <p:txBody>
          <a:bodyPr/>
          <a:lstStyle/>
          <a:p>
            <a:endParaRPr lang="uk-UA"/>
          </a:p>
        </p:txBody>
      </p:sp>
      <p:sp>
        <p:nvSpPr>
          <p:cNvPr id="206" name="shape206"/>
          <p:cNvSpPr/>
          <p:nvPr/>
        </p:nvSpPr>
        <p:spPr>
          <a:xfrm>
            <a:off x="6203671" y="1633118"/>
            <a:ext cx="83591" cy="263347"/>
          </a:xfrm>
          <a:prstGeom prst="rect">
            <a:avLst/>
          </a:prstGeom>
          <a:solidFill>
            <a:srgbClr val="141414"/>
          </a:solidFill>
          <a:ln>
            <a:noFill/>
          </a:ln>
        </p:spPr>
        <p:txBody>
          <a:bodyPr/>
          <a:lstStyle/>
          <a:p>
            <a:endParaRPr lang="uk-UA"/>
          </a:p>
        </p:txBody>
      </p:sp>
      <p:sp>
        <p:nvSpPr>
          <p:cNvPr id="207" name="shape207"/>
          <p:cNvSpPr/>
          <p:nvPr/>
        </p:nvSpPr>
        <p:spPr>
          <a:xfrm>
            <a:off x="6203671" y="1894637"/>
            <a:ext cx="83591" cy="667512"/>
          </a:xfrm>
          <a:prstGeom prst="rect">
            <a:avLst/>
          </a:prstGeom>
          <a:solidFill>
            <a:srgbClr val="141414"/>
          </a:solidFill>
          <a:ln>
            <a:noFill/>
          </a:ln>
        </p:spPr>
        <p:txBody>
          <a:bodyPr/>
          <a:lstStyle/>
          <a:p>
            <a:endParaRPr lang="uk-UA"/>
          </a:p>
        </p:txBody>
      </p:sp>
      <p:sp>
        <p:nvSpPr>
          <p:cNvPr id="208" name="shape208"/>
          <p:cNvSpPr/>
          <p:nvPr/>
        </p:nvSpPr>
        <p:spPr>
          <a:xfrm>
            <a:off x="6285433" y="1371600"/>
            <a:ext cx="83591" cy="263347"/>
          </a:xfrm>
          <a:prstGeom prst="rect">
            <a:avLst/>
          </a:prstGeom>
          <a:solidFill>
            <a:srgbClr val="141414"/>
          </a:solidFill>
          <a:ln>
            <a:noFill/>
          </a:ln>
        </p:spPr>
        <p:txBody>
          <a:bodyPr/>
          <a:lstStyle/>
          <a:p>
            <a:endParaRPr lang="uk-UA"/>
          </a:p>
        </p:txBody>
      </p:sp>
      <p:sp>
        <p:nvSpPr>
          <p:cNvPr id="209" name="shape209"/>
          <p:cNvSpPr/>
          <p:nvPr/>
        </p:nvSpPr>
        <p:spPr>
          <a:xfrm>
            <a:off x="6285433" y="1633118"/>
            <a:ext cx="83591" cy="263347"/>
          </a:xfrm>
          <a:prstGeom prst="rect">
            <a:avLst/>
          </a:prstGeom>
          <a:solidFill>
            <a:srgbClr val="141414"/>
          </a:solidFill>
          <a:ln>
            <a:noFill/>
          </a:ln>
        </p:spPr>
        <p:txBody>
          <a:bodyPr/>
          <a:lstStyle/>
          <a:p>
            <a:endParaRPr lang="uk-UA"/>
          </a:p>
        </p:txBody>
      </p:sp>
      <p:sp>
        <p:nvSpPr>
          <p:cNvPr id="210" name="shape210"/>
          <p:cNvSpPr/>
          <p:nvPr/>
        </p:nvSpPr>
        <p:spPr>
          <a:xfrm>
            <a:off x="6285433" y="1894637"/>
            <a:ext cx="83591" cy="667512"/>
          </a:xfrm>
          <a:prstGeom prst="rect">
            <a:avLst/>
          </a:prstGeom>
          <a:solidFill>
            <a:srgbClr val="141414"/>
          </a:solidFill>
          <a:ln>
            <a:noFill/>
          </a:ln>
        </p:spPr>
        <p:txBody>
          <a:bodyPr/>
          <a:lstStyle/>
          <a:p>
            <a:endParaRPr lang="uk-UA"/>
          </a:p>
        </p:txBody>
      </p:sp>
      <p:sp>
        <p:nvSpPr>
          <p:cNvPr id="211" name="shape211"/>
          <p:cNvSpPr/>
          <p:nvPr/>
        </p:nvSpPr>
        <p:spPr>
          <a:xfrm>
            <a:off x="6367196" y="1371600"/>
            <a:ext cx="83591" cy="263347"/>
          </a:xfrm>
          <a:prstGeom prst="rect">
            <a:avLst/>
          </a:prstGeom>
          <a:solidFill>
            <a:srgbClr val="141414"/>
          </a:solidFill>
          <a:ln>
            <a:noFill/>
          </a:ln>
        </p:spPr>
        <p:txBody>
          <a:bodyPr/>
          <a:lstStyle/>
          <a:p>
            <a:endParaRPr lang="uk-UA"/>
          </a:p>
        </p:txBody>
      </p:sp>
      <p:sp>
        <p:nvSpPr>
          <p:cNvPr id="212" name="shape212"/>
          <p:cNvSpPr/>
          <p:nvPr/>
        </p:nvSpPr>
        <p:spPr>
          <a:xfrm>
            <a:off x="6367196" y="1633118"/>
            <a:ext cx="83591" cy="263347"/>
          </a:xfrm>
          <a:prstGeom prst="rect">
            <a:avLst/>
          </a:prstGeom>
          <a:solidFill>
            <a:srgbClr val="141414"/>
          </a:solidFill>
          <a:ln>
            <a:noFill/>
          </a:ln>
        </p:spPr>
        <p:txBody>
          <a:bodyPr/>
          <a:lstStyle/>
          <a:p>
            <a:endParaRPr lang="uk-UA"/>
          </a:p>
        </p:txBody>
      </p:sp>
      <p:sp>
        <p:nvSpPr>
          <p:cNvPr id="213" name="shape213"/>
          <p:cNvSpPr/>
          <p:nvPr/>
        </p:nvSpPr>
        <p:spPr>
          <a:xfrm>
            <a:off x="6367196" y="1894637"/>
            <a:ext cx="83591" cy="667512"/>
          </a:xfrm>
          <a:prstGeom prst="rect">
            <a:avLst/>
          </a:prstGeom>
          <a:solidFill>
            <a:srgbClr val="141414"/>
          </a:solidFill>
          <a:ln>
            <a:noFill/>
          </a:ln>
        </p:spPr>
        <p:txBody>
          <a:bodyPr/>
          <a:lstStyle/>
          <a:p>
            <a:endParaRPr lang="uk-UA"/>
          </a:p>
        </p:txBody>
      </p:sp>
      <p:sp>
        <p:nvSpPr>
          <p:cNvPr id="214" name="shape214"/>
          <p:cNvSpPr/>
          <p:nvPr/>
        </p:nvSpPr>
        <p:spPr>
          <a:xfrm>
            <a:off x="6448958" y="1371600"/>
            <a:ext cx="83591" cy="263347"/>
          </a:xfrm>
          <a:prstGeom prst="rect">
            <a:avLst/>
          </a:prstGeom>
          <a:solidFill>
            <a:srgbClr val="141414"/>
          </a:solidFill>
          <a:ln>
            <a:noFill/>
          </a:ln>
        </p:spPr>
        <p:txBody>
          <a:bodyPr/>
          <a:lstStyle/>
          <a:p>
            <a:endParaRPr lang="uk-UA"/>
          </a:p>
        </p:txBody>
      </p:sp>
      <p:sp>
        <p:nvSpPr>
          <p:cNvPr id="215" name="shape215"/>
          <p:cNvSpPr/>
          <p:nvPr/>
        </p:nvSpPr>
        <p:spPr>
          <a:xfrm>
            <a:off x="6448958" y="1633118"/>
            <a:ext cx="83591" cy="263347"/>
          </a:xfrm>
          <a:prstGeom prst="rect">
            <a:avLst/>
          </a:prstGeom>
          <a:solidFill>
            <a:srgbClr val="141414"/>
          </a:solidFill>
          <a:ln>
            <a:noFill/>
          </a:ln>
        </p:spPr>
        <p:txBody>
          <a:bodyPr/>
          <a:lstStyle/>
          <a:p>
            <a:endParaRPr lang="uk-UA"/>
          </a:p>
        </p:txBody>
      </p:sp>
      <p:sp>
        <p:nvSpPr>
          <p:cNvPr id="216" name="shape216"/>
          <p:cNvSpPr/>
          <p:nvPr/>
        </p:nvSpPr>
        <p:spPr>
          <a:xfrm>
            <a:off x="6448958" y="1894637"/>
            <a:ext cx="83591" cy="667512"/>
          </a:xfrm>
          <a:prstGeom prst="rect">
            <a:avLst/>
          </a:prstGeom>
          <a:solidFill>
            <a:srgbClr val="141414"/>
          </a:solidFill>
          <a:ln>
            <a:noFill/>
          </a:ln>
        </p:spPr>
        <p:txBody>
          <a:bodyPr/>
          <a:lstStyle/>
          <a:p>
            <a:endParaRPr lang="uk-UA"/>
          </a:p>
        </p:txBody>
      </p:sp>
      <p:sp>
        <p:nvSpPr>
          <p:cNvPr id="217" name="shape217"/>
          <p:cNvSpPr/>
          <p:nvPr/>
        </p:nvSpPr>
        <p:spPr>
          <a:xfrm>
            <a:off x="6530721" y="1371600"/>
            <a:ext cx="83591" cy="263347"/>
          </a:xfrm>
          <a:prstGeom prst="rect">
            <a:avLst/>
          </a:prstGeom>
          <a:solidFill>
            <a:srgbClr val="141414"/>
          </a:solidFill>
          <a:ln>
            <a:noFill/>
          </a:ln>
        </p:spPr>
        <p:txBody>
          <a:bodyPr/>
          <a:lstStyle/>
          <a:p>
            <a:endParaRPr lang="uk-UA"/>
          </a:p>
        </p:txBody>
      </p:sp>
      <p:sp>
        <p:nvSpPr>
          <p:cNvPr id="218" name="shape218"/>
          <p:cNvSpPr/>
          <p:nvPr/>
        </p:nvSpPr>
        <p:spPr>
          <a:xfrm>
            <a:off x="6530721" y="1633118"/>
            <a:ext cx="83591" cy="263347"/>
          </a:xfrm>
          <a:prstGeom prst="rect">
            <a:avLst/>
          </a:prstGeom>
          <a:solidFill>
            <a:srgbClr val="141414"/>
          </a:solidFill>
          <a:ln>
            <a:noFill/>
          </a:ln>
        </p:spPr>
        <p:txBody>
          <a:bodyPr/>
          <a:lstStyle/>
          <a:p>
            <a:endParaRPr lang="uk-UA"/>
          </a:p>
        </p:txBody>
      </p:sp>
      <p:sp>
        <p:nvSpPr>
          <p:cNvPr id="219" name="shape219"/>
          <p:cNvSpPr/>
          <p:nvPr/>
        </p:nvSpPr>
        <p:spPr>
          <a:xfrm>
            <a:off x="6530721" y="1894637"/>
            <a:ext cx="83591" cy="667512"/>
          </a:xfrm>
          <a:prstGeom prst="rect">
            <a:avLst/>
          </a:prstGeom>
          <a:solidFill>
            <a:srgbClr val="141414"/>
          </a:solidFill>
          <a:ln>
            <a:noFill/>
          </a:ln>
        </p:spPr>
        <p:txBody>
          <a:bodyPr/>
          <a:lstStyle/>
          <a:p>
            <a:endParaRPr lang="uk-UA"/>
          </a:p>
        </p:txBody>
      </p:sp>
      <p:sp>
        <p:nvSpPr>
          <p:cNvPr id="220" name="shape220"/>
          <p:cNvSpPr/>
          <p:nvPr/>
        </p:nvSpPr>
        <p:spPr>
          <a:xfrm>
            <a:off x="6612484" y="1371600"/>
            <a:ext cx="83591" cy="263347"/>
          </a:xfrm>
          <a:prstGeom prst="rect">
            <a:avLst/>
          </a:prstGeom>
          <a:solidFill>
            <a:srgbClr val="141414"/>
          </a:solidFill>
          <a:ln>
            <a:noFill/>
          </a:ln>
        </p:spPr>
        <p:txBody>
          <a:bodyPr/>
          <a:lstStyle/>
          <a:p>
            <a:endParaRPr lang="uk-UA"/>
          </a:p>
        </p:txBody>
      </p:sp>
      <p:sp>
        <p:nvSpPr>
          <p:cNvPr id="221" name="shape221"/>
          <p:cNvSpPr/>
          <p:nvPr/>
        </p:nvSpPr>
        <p:spPr>
          <a:xfrm>
            <a:off x="6612484" y="1633118"/>
            <a:ext cx="83591" cy="263347"/>
          </a:xfrm>
          <a:prstGeom prst="rect">
            <a:avLst/>
          </a:prstGeom>
          <a:solidFill>
            <a:srgbClr val="141414"/>
          </a:solidFill>
          <a:ln>
            <a:noFill/>
          </a:ln>
        </p:spPr>
        <p:txBody>
          <a:bodyPr/>
          <a:lstStyle/>
          <a:p>
            <a:endParaRPr lang="uk-UA"/>
          </a:p>
        </p:txBody>
      </p:sp>
      <p:sp>
        <p:nvSpPr>
          <p:cNvPr id="222" name="shape222"/>
          <p:cNvSpPr/>
          <p:nvPr/>
        </p:nvSpPr>
        <p:spPr>
          <a:xfrm>
            <a:off x="6612484" y="1894637"/>
            <a:ext cx="83591" cy="667512"/>
          </a:xfrm>
          <a:prstGeom prst="rect">
            <a:avLst/>
          </a:prstGeom>
          <a:solidFill>
            <a:srgbClr val="141414"/>
          </a:solidFill>
          <a:ln>
            <a:noFill/>
          </a:ln>
        </p:spPr>
        <p:txBody>
          <a:bodyPr/>
          <a:lstStyle/>
          <a:p>
            <a:endParaRPr lang="uk-UA"/>
          </a:p>
        </p:txBody>
      </p:sp>
      <p:sp>
        <p:nvSpPr>
          <p:cNvPr id="223" name="shape223"/>
          <p:cNvSpPr/>
          <p:nvPr/>
        </p:nvSpPr>
        <p:spPr>
          <a:xfrm>
            <a:off x="6694246" y="1371600"/>
            <a:ext cx="83591" cy="263347"/>
          </a:xfrm>
          <a:prstGeom prst="rect">
            <a:avLst/>
          </a:prstGeom>
          <a:solidFill>
            <a:srgbClr val="141414"/>
          </a:solidFill>
          <a:ln>
            <a:noFill/>
          </a:ln>
        </p:spPr>
        <p:txBody>
          <a:bodyPr/>
          <a:lstStyle/>
          <a:p>
            <a:endParaRPr lang="uk-UA"/>
          </a:p>
        </p:txBody>
      </p:sp>
      <p:sp>
        <p:nvSpPr>
          <p:cNvPr id="224" name="shape224"/>
          <p:cNvSpPr/>
          <p:nvPr/>
        </p:nvSpPr>
        <p:spPr>
          <a:xfrm>
            <a:off x="6694246" y="1633118"/>
            <a:ext cx="83591" cy="263347"/>
          </a:xfrm>
          <a:prstGeom prst="rect">
            <a:avLst/>
          </a:prstGeom>
          <a:solidFill>
            <a:srgbClr val="141414"/>
          </a:solidFill>
          <a:ln>
            <a:noFill/>
          </a:ln>
        </p:spPr>
        <p:txBody>
          <a:bodyPr/>
          <a:lstStyle/>
          <a:p>
            <a:endParaRPr lang="uk-UA"/>
          </a:p>
        </p:txBody>
      </p:sp>
      <p:sp>
        <p:nvSpPr>
          <p:cNvPr id="225" name="shape225"/>
          <p:cNvSpPr/>
          <p:nvPr/>
        </p:nvSpPr>
        <p:spPr>
          <a:xfrm>
            <a:off x="6694246" y="1894637"/>
            <a:ext cx="83591" cy="667512"/>
          </a:xfrm>
          <a:prstGeom prst="rect">
            <a:avLst/>
          </a:prstGeom>
          <a:solidFill>
            <a:srgbClr val="1F1F1F"/>
          </a:solidFill>
          <a:ln>
            <a:noFill/>
          </a:ln>
        </p:spPr>
        <p:txBody>
          <a:bodyPr/>
          <a:lstStyle/>
          <a:p>
            <a:endParaRPr lang="uk-UA"/>
          </a:p>
        </p:txBody>
      </p:sp>
      <p:sp>
        <p:nvSpPr>
          <p:cNvPr id="226" name="shape226"/>
          <p:cNvSpPr/>
          <p:nvPr/>
        </p:nvSpPr>
        <p:spPr>
          <a:xfrm>
            <a:off x="6776009" y="1371600"/>
            <a:ext cx="83591" cy="263347"/>
          </a:xfrm>
          <a:prstGeom prst="rect">
            <a:avLst/>
          </a:prstGeom>
          <a:solidFill>
            <a:srgbClr val="141414"/>
          </a:solidFill>
          <a:ln>
            <a:noFill/>
          </a:ln>
        </p:spPr>
        <p:txBody>
          <a:bodyPr/>
          <a:lstStyle/>
          <a:p>
            <a:endParaRPr lang="uk-UA"/>
          </a:p>
        </p:txBody>
      </p:sp>
      <p:sp>
        <p:nvSpPr>
          <p:cNvPr id="227" name="shape227"/>
          <p:cNvSpPr/>
          <p:nvPr/>
        </p:nvSpPr>
        <p:spPr>
          <a:xfrm>
            <a:off x="6776009" y="1633118"/>
            <a:ext cx="83591" cy="263347"/>
          </a:xfrm>
          <a:prstGeom prst="rect">
            <a:avLst/>
          </a:prstGeom>
          <a:solidFill>
            <a:srgbClr val="141414"/>
          </a:solidFill>
          <a:ln>
            <a:noFill/>
          </a:ln>
        </p:spPr>
        <p:txBody>
          <a:bodyPr/>
          <a:lstStyle/>
          <a:p>
            <a:endParaRPr lang="uk-UA"/>
          </a:p>
        </p:txBody>
      </p:sp>
      <p:sp>
        <p:nvSpPr>
          <p:cNvPr id="228" name="shape228"/>
          <p:cNvSpPr/>
          <p:nvPr/>
        </p:nvSpPr>
        <p:spPr>
          <a:xfrm>
            <a:off x="6776009" y="1894637"/>
            <a:ext cx="83591" cy="667512"/>
          </a:xfrm>
          <a:prstGeom prst="rect">
            <a:avLst/>
          </a:prstGeom>
          <a:solidFill>
            <a:srgbClr val="141414"/>
          </a:solidFill>
          <a:ln>
            <a:noFill/>
          </a:ln>
        </p:spPr>
        <p:txBody>
          <a:bodyPr/>
          <a:lstStyle/>
          <a:p>
            <a:endParaRPr lang="uk-UA"/>
          </a:p>
        </p:txBody>
      </p:sp>
      <p:sp>
        <p:nvSpPr>
          <p:cNvPr id="229" name="shape229"/>
          <p:cNvSpPr/>
          <p:nvPr/>
        </p:nvSpPr>
        <p:spPr>
          <a:xfrm>
            <a:off x="6857771" y="1371600"/>
            <a:ext cx="83591" cy="263347"/>
          </a:xfrm>
          <a:prstGeom prst="rect">
            <a:avLst/>
          </a:prstGeom>
          <a:solidFill>
            <a:srgbClr val="141414"/>
          </a:solidFill>
          <a:ln>
            <a:noFill/>
          </a:ln>
        </p:spPr>
        <p:txBody>
          <a:bodyPr/>
          <a:lstStyle/>
          <a:p>
            <a:endParaRPr lang="uk-UA"/>
          </a:p>
        </p:txBody>
      </p:sp>
      <p:sp>
        <p:nvSpPr>
          <p:cNvPr id="230" name="shape230"/>
          <p:cNvSpPr/>
          <p:nvPr/>
        </p:nvSpPr>
        <p:spPr>
          <a:xfrm>
            <a:off x="6857771" y="1633118"/>
            <a:ext cx="83591" cy="263347"/>
          </a:xfrm>
          <a:prstGeom prst="rect">
            <a:avLst/>
          </a:prstGeom>
          <a:solidFill>
            <a:srgbClr val="141414"/>
          </a:solidFill>
          <a:ln>
            <a:noFill/>
          </a:ln>
        </p:spPr>
        <p:txBody>
          <a:bodyPr/>
          <a:lstStyle/>
          <a:p>
            <a:endParaRPr lang="uk-UA"/>
          </a:p>
        </p:txBody>
      </p:sp>
      <p:sp>
        <p:nvSpPr>
          <p:cNvPr id="231" name="shape231"/>
          <p:cNvSpPr/>
          <p:nvPr/>
        </p:nvSpPr>
        <p:spPr>
          <a:xfrm>
            <a:off x="6857771" y="1894637"/>
            <a:ext cx="83591" cy="667512"/>
          </a:xfrm>
          <a:prstGeom prst="rect">
            <a:avLst/>
          </a:prstGeom>
          <a:solidFill>
            <a:srgbClr val="161616"/>
          </a:solidFill>
          <a:ln>
            <a:noFill/>
          </a:ln>
        </p:spPr>
        <p:txBody>
          <a:bodyPr/>
          <a:lstStyle/>
          <a:p>
            <a:endParaRPr lang="uk-UA"/>
          </a:p>
        </p:txBody>
      </p:sp>
      <p:sp>
        <p:nvSpPr>
          <p:cNvPr id="232" name="shape232"/>
          <p:cNvSpPr/>
          <p:nvPr/>
        </p:nvSpPr>
        <p:spPr>
          <a:xfrm>
            <a:off x="6939534" y="1371600"/>
            <a:ext cx="83591" cy="263347"/>
          </a:xfrm>
          <a:prstGeom prst="rect">
            <a:avLst/>
          </a:prstGeom>
          <a:solidFill>
            <a:srgbClr val="141414"/>
          </a:solidFill>
          <a:ln>
            <a:noFill/>
          </a:ln>
        </p:spPr>
        <p:txBody>
          <a:bodyPr/>
          <a:lstStyle/>
          <a:p>
            <a:endParaRPr lang="uk-UA"/>
          </a:p>
        </p:txBody>
      </p:sp>
      <p:sp>
        <p:nvSpPr>
          <p:cNvPr id="233" name="shape233"/>
          <p:cNvSpPr/>
          <p:nvPr/>
        </p:nvSpPr>
        <p:spPr>
          <a:xfrm>
            <a:off x="6939534" y="1633118"/>
            <a:ext cx="83591" cy="263347"/>
          </a:xfrm>
          <a:prstGeom prst="rect">
            <a:avLst/>
          </a:prstGeom>
          <a:solidFill>
            <a:srgbClr val="141414"/>
          </a:solidFill>
          <a:ln>
            <a:noFill/>
          </a:ln>
        </p:spPr>
        <p:txBody>
          <a:bodyPr/>
          <a:lstStyle/>
          <a:p>
            <a:endParaRPr lang="uk-UA"/>
          </a:p>
        </p:txBody>
      </p:sp>
      <p:sp>
        <p:nvSpPr>
          <p:cNvPr id="234" name="shape234"/>
          <p:cNvSpPr/>
          <p:nvPr/>
        </p:nvSpPr>
        <p:spPr>
          <a:xfrm>
            <a:off x="6939534" y="1894637"/>
            <a:ext cx="83591" cy="667512"/>
          </a:xfrm>
          <a:prstGeom prst="rect">
            <a:avLst/>
          </a:prstGeom>
          <a:solidFill>
            <a:srgbClr val="161616"/>
          </a:solidFill>
          <a:ln>
            <a:noFill/>
          </a:ln>
        </p:spPr>
        <p:txBody>
          <a:bodyPr/>
          <a:lstStyle/>
          <a:p>
            <a:endParaRPr lang="uk-UA"/>
          </a:p>
        </p:txBody>
      </p:sp>
      <p:sp>
        <p:nvSpPr>
          <p:cNvPr id="235" name="shape235"/>
          <p:cNvSpPr/>
          <p:nvPr/>
        </p:nvSpPr>
        <p:spPr>
          <a:xfrm>
            <a:off x="7021297" y="1371600"/>
            <a:ext cx="83591" cy="263347"/>
          </a:xfrm>
          <a:prstGeom prst="rect">
            <a:avLst/>
          </a:prstGeom>
          <a:solidFill>
            <a:srgbClr val="141414"/>
          </a:solidFill>
          <a:ln>
            <a:noFill/>
          </a:ln>
        </p:spPr>
        <p:txBody>
          <a:bodyPr/>
          <a:lstStyle/>
          <a:p>
            <a:endParaRPr lang="uk-UA"/>
          </a:p>
        </p:txBody>
      </p:sp>
      <p:sp>
        <p:nvSpPr>
          <p:cNvPr id="236" name="shape236"/>
          <p:cNvSpPr/>
          <p:nvPr/>
        </p:nvSpPr>
        <p:spPr>
          <a:xfrm>
            <a:off x="7021297" y="1633118"/>
            <a:ext cx="83591" cy="263347"/>
          </a:xfrm>
          <a:prstGeom prst="rect">
            <a:avLst/>
          </a:prstGeom>
          <a:solidFill>
            <a:srgbClr val="141414"/>
          </a:solidFill>
          <a:ln>
            <a:noFill/>
          </a:ln>
        </p:spPr>
        <p:txBody>
          <a:bodyPr/>
          <a:lstStyle/>
          <a:p>
            <a:endParaRPr lang="uk-UA"/>
          </a:p>
        </p:txBody>
      </p:sp>
      <p:sp>
        <p:nvSpPr>
          <p:cNvPr id="237" name="shape237"/>
          <p:cNvSpPr/>
          <p:nvPr/>
        </p:nvSpPr>
        <p:spPr>
          <a:xfrm>
            <a:off x="7021297" y="1894637"/>
            <a:ext cx="83591" cy="667512"/>
          </a:xfrm>
          <a:prstGeom prst="rect">
            <a:avLst/>
          </a:prstGeom>
          <a:solidFill>
            <a:srgbClr val="141414"/>
          </a:solidFill>
          <a:ln>
            <a:noFill/>
          </a:ln>
        </p:spPr>
        <p:txBody>
          <a:bodyPr/>
          <a:lstStyle/>
          <a:p>
            <a:endParaRPr lang="uk-UA"/>
          </a:p>
        </p:txBody>
      </p:sp>
      <p:sp>
        <p:nvSpPr>
          <p:cNvPr id="238" name="shape238"/>
          <p:cNvSpPr/>
          <p:nvPr/>
        </p:nvSpPr>
        <p:spPr>
          <a:xfrm>
            <a:off x="7103059" y="1371600"/>
            <a:ext cx="83591" cy="263347"/>
          </a:xfrm>
          <a:prstGeom prst="rect">
            <a:avLst/>
          </a:prstGeom>
          <a:solidFill>
            <a:srgbClr val="141414"/>
          </a:solidFill>
          <a:ln>
            <a:noFill/>
          </a:ln>
        </p:spPr>
        <p:txBody>
          <a:bodyPr/>
          <a:lstStyle/>
          <a:p>
            <a:endParaRPr lang="uk-UA"/>
          </a:p>
        </p:txBody>
      </p:sp>
      <p:sp>
        <p:nvSpPr>
          <p:cNvPr id="239" name="shape239"/>
          <p:cNvSpPr/>
          <p:nvPr/>
        </p:nvSpPr>
        <p:spPr>
          <a:xfrm>
            <a:off x="7103059" y="1633118"/>
            <a:ext cx="83591" cy="263347"/>
          </a:xfrm>
          <a:prstGeom prst="rect">
            <a:avLst/>
          </a:prstGeom>
          <a:solidFill>
            <a:srgbClr val="141414"/>
          </a:solidFill>
          <a:ln>
            <a:noFill/>
          </a:ln>
        </p:spPr>
        <p:txBody>
          <a:bodyPr/>
          <a:lstStyle/>
          <a:p>
            <a:endParaRPr lang="uk-UA"/>
          </a:p>
        </p:txBody>
      </p:sp>
      <p:sp>
        <p:nvSpPr>
          <p:cNvPr id="240" name="shape240"/>
          <p:cNvSpPr/>
          <p:nvPr/>
        </p:nvSpPr>
        <p:spPr>
          <a:xfrm>
            <a:off x="7103059" y="1894637"/>
            <a:ext cx="83591" cy="667512"/>
          </a:xfrm>
          <a:prstGeom prst="rect">
            <a:avLst/>
          </a:prstGeom>
          <a:solidFill>
            <a:srgbClr val="141414"/>
          </a:solidFill>
          <a:ln>
            <a:noFill/>
          </a:ln>
        </p:spPr>
        <p:txBody>
          <a:bodyPr/>
          <a:lstStyle/>
          <a:p>
            <a:endParaRPr lang="uk-UA"/>
          </a:p>
        </p:txBody>
      </p:sp>
      <p:sp>
        <p:nvSpPr>
          <p:cNvPr id="241" name="shape241"/>
          <p:cNvSpPr/>
          <p:nvPr/>
        </p:nvSpPr>
        <p:spPr>
          <a:xfrm>
            <a:off x="7184822" y="1371600"/>
            <a:ext cx="83591" cy="263347"/>
          </a:xfrm>
          <a:prstGeom prst="rect">
            <a:avLst/>
          </a:prstGeom>
          <a:solidFill>
            <a:srgbClr val="141414"/>
          </a:solidFill>
          <a:ln>
            <a:noFill/>
          </a:ln>
        </p:spPr>
        <p:txBody>
          <a:bodyPr/>
          <a:lstStyle/>
          <a:p>
            <a:endParaRPr lang="uk-UA"/>
          </a:p>
        </p:txBody>
      </p:sp>
      <p:sp>
        <p:nvSpPr>
          <p:cNvPr id="242" name="shape242"/>
          <p:cNvSpPr/>
          <p:nvPr/>
        </p:nvSpPr>
        <p:spPr>
          <a:xfrm>
            <a:off x="7184822" y="1633118"/>
            <a:ext cx="83591" cy="263347"/>
          </a:xfrm>
          <a:prstGeom prst="rect">
            <a:avLst/>
          </a:prstGeom>
          <a:solidFill>
            <a:srgbClr val="2F2F2F"/>
          </a:solidFill>
          <a:ln>
            <a:noFill/>
          </a:ln>
        </p:spPr>
        <p:txBody>
          <a:bodyPr/>
          <a:lstStyle/>
          <a:p>
            <a:endParaRPr lang="uk-UA"/>
          </a:p>
        </p:txBody>
      </p:sp>
      <p:sp>
        <p:nvSpPr>
          <p:cNvPr id="243" name="shape243"/>
          <p:cNvSpPr/>
          <p:nvPr/>
        </p:nvSpPr>
        <p:spPr>
          <a:xfrm>
            <a:off x="7184822" y="1894637"/>
            <a:ext cx="83591" cy="667512"/>
          </a:xfrm>
          <a:prstGeom prst="rect">
            <a:avLst/>
          </a:prstGeom>
          <a:solidFill>
            <a:srgbClr val="141414"/>
          </a:solidFill>
          <a:ln>
            <a:noFill/>
          </a:ln>
        </p:spPr>
        <p:txBody>
          <a:bodyPr/>
          <a:lstStyle/>
          <a:p>
            <a:endParaRPr lang="uk-UA"/>
          </a:p>
        </p:txBody>
      </p:sp>
      <p:sp>
        <p:nvSpPr>
          <p:cNvPr id="244" name="shape244"/>
          <p:cNvSpPr/>
          <p:nvPr/>
        </p:nvSpPr>
        <p:spPr>
          <a:xfrm>
            <a:off x="7266584" y="1371600"/>
            <a:ext cx="83591" cy="263347"/>
          </a:xfrm>
          <a:prstGeom prst="rect">
            <a:avLst/>
          </a:prstGeom>
          <a:solidFill>
            <a:srgbClr val="141414"/>
          </a:solidFill>
          <a:ln>
            <a:noFill/>
          </a:ln>
        </p:spPr>
        <p:txBody>
          <a:bodyPr/>
          <a:lstStyle/>
          <a:p>
            <a:endParaRPr lang="uk-UA"/>
          </a:p>
        </p:txBody>
      </p:sp>
      <p:sp>
        <p:nvSpPr>
          <p:cNvPr id="245" name="shape245"/>
          <p:cNvSpPr/>
          <p:nvPr/>
        </p:nvSpPr>
        <p:spPr>
          <a:xfrm>
            <a:off x="7266584" y="1633118"/>
            <a:ext cx="83591" cy="263347"/>
          </a:xfrm>
          <a:prstGeom prst="rect">
            <a:avLst/>
          </a:prstGeom>
          <a:solidFill>
            <a:srgbClr val="484848"/>
          </a:solidFill>
          <a:ln>
            <a:noFill/>
          </a:ln>
        </p:spPr>
        <p:txBody>
          <a:bodyPr/>
          <a:lstStyle/>
          <a:p>
            <a:endParaRPr lang="uk-UA"/>
          </a:p>
        </p:txBody>
      </p:sp>
      <p:sp>
        <p:nvSpPr>
          <p:cNvPr id="246" name="shape246"/>
          <p:cNvSpPr/>
          <p:nvPr/>
        </p:nvSpPr>
        <p:spPr>
          <a:xfrm>
            <a:off x="7266584" y="1894637"/>
            <a:ext cx="83591" cy="667512"/>
          </a:xfrm>
          <a:prstGeom prst="rect">
            <a:avLst/>
          </a:prstGeom>
          <a:solidFill>
            <a:srgbClr val="141414"/>
          </a:solidFill>
          <a:ln>
            <a:noFill/>
          </a:ln>
        </p:spPr>
        <p:txBody>
          <a:bodyPr/>
          <a:lstStyle/>
          <a:p>
            <a:endParaRPr lang="uk-UA"/>
          </a:p>
        </p:txBody>
      </p:sp>
      <p:sp>
        <p:nvSpPr>
          <p:cNvPr id="247" name="shape247"/>
          <p:cNvSpPr/>
          <p:nvPr/>
        </p:nvSpPr>
        <p:spPr>
          <a:xfrm>
            <a:off x="7348347" y="1371600"/>
            <a:ext cx="83591" cy="263347"/>
          </a:xfrm>
          <a:prstGeom prst="rect">
            <a:avLst/>
          </a:prstGeom>
          <a:solidFill>
            <a:srgbClr val="141414"/>
          </a:solidFill>
          <a:ln>
            <a:noFill/>
          </a:ln>
        </p:spPr>
        <p:txBody>
          <a:bodyPr/>
          <a:lstStyle/>
          <a:p>
            <a:endParaRPr lang="uk-UA"/>
          </a:p>
        </p:txBody>
      </p:sp>
      <p:sp>
        <p:nvSpPr>
          <p:cNvPr id="248" name="shape248"/>
          <p:cNvSpPr/>
          <p:nvPr/>
        </p:nvSpPr>
        <p:spPr>
          <a:xfrm>
            <a:off x="7348347" y="1633118"/>
            <a:ext cx="83591" cy="263347"/>
          </a:xfrm>
          <a:prstGeom prst="rect">
            <a:avLst/>
          </a:prstGeom>
          <a:solidFill>
            <a:srgbClr val="636363"/>
          </a:solidFill>
          <a:ln>
            <a:noFill/>
          </a:ln>
        </p:spPr>
        <p:txBody>
          <a:bodyPr/>
          <a:lstStyle/>
          <a:p>
            <a:endParaRPr lang="uk-UA"/>
          </a:p>
        </p:txBody>
      </p:sp>
      <p:sp>
        <p:nvSpPr>
          <p:cNvPr id="249" name="shape249"/>
          <p:cNvSpPr/>
          <p:nvPr/>
        </p:nvSpPr>
        <p:spPr>
          <a:xfrm>
            <a:off x="7348347" y="1894637"/>
            <a:ext cx="83591" cy="667512"/>
          </a:xfrm>
          <a:prstGeom prst="rect">
            <a:avLst/>
          </a:prstGeom>
          <a:solidFill>
            <a:srgbClr val="141414"/>
          </a:solidFill>
          <a:ln>
            <a:noFill/>
          </a:ln>
        </p:spPr>
        <p:txBody>
          <a:bodyPr/>
          <a:lstStyle/>
          <a:p>
            <a:endParaRPr lang="uk-UA"/>
          </a:p>
        </p:txBody>
      </p:sp>
      <p:sp>
        <p:nvSpPr>
          <p:cNvPr id="250" name="shape250"/>
          <p:cNvSpPr/>
          <p:nvPr/>
        </p:nvSpPr>
        <p:spPr>
          <a:xfrm>
            <a:off x="7430110" y="1371600"/>
            <a:ext cx="83591" cy="263347"/>
          </a:xfrm>
          <a:prstGeom prst="rect">
            <a:avLst/>
          </a:prstGeom>
          <a:solidFill>
            <a:srgbClr val="1F1F1F"/>
          </a:solidFill>
          <a:ln>
            <a:noFill/>
          </a:ln>
        </p:spPr>
        <p:txBody>
          <a:bodyPr/>
          <a:lstStyle/>
          <a:p>
            <a:endParaRPr lang="uk-UA"/>
          </a:p>
        </p:txBody>
      </p:sp>
      <p:sp>
        <p:nvSpPr>
          <p:cNvPr id="251" name="shape251"/>
          <p:cNvSpPr/>
          <p:nvPr/>
        </p:nvSpPr>
        <p:spPr>
          <a:xfrm>
            <a:off x="7430110" y="1633118"/>
            <a:ext cx="83591" cy="263347"/>
          </a:xfrm>
          <a:prstGeom prst="rect">
            <a:avLst/>
          </a:prstGeom>
          <a:solidFill>
            <a:srgbClr val="484848"/>
          </a:solidFill>
          <a:ln>
            <a:noFill/>
          </a:ln>
        </p:spPr>
        <p:txBody>
          <a:bodyPr/>
          <a:lstStyle/>
          <a:p>
            <a:endParaRPr lang="uk-UA"/>
          </a:p>
        </p:txBody>
      </p:sp>
      <p:sp>
        <p:nvSpPr>
          <p:cNvPr id="252" name="shape252"/>
          <p:cNvSpPr/>
          <p:nvPr/>
        </p:nvSpPr>
        <p:spPr>
          <a:xfrm>
            <a:off x="7430110" y="1894637"/>
            <a:ext cx="83591" cy="667512"/>
          </a:xfrm>
          <a:prstGeom prst="rect">
            <a:avLst/>
          </a:prstGeom>
          <a:solidFill>
            <a:srgbClr val="141414"/>
          </a:solidFill>
          <a:ln>
            <a:noFill/>
          </a:ln>
        </p:spPr>
        <p:txBody>
          <a:bodyPr/>
          <a:lstStyle/>
          <a:p>
            <a:endParaRPr lang="uk-UA"/>
          </a:p>
        </p:txBody>
      </p:sp>
      <p:sp>
        <p:nvSpPr>
          <p:cNvPr id="253" name="shape253"/>
          <p:cNvSpPr/>
          <p:nvPr/>
        </p:nvSpPr>
        <p:spPr>
          <a:xfrm>
            <a:off x="7511872" y="1371600"/>
            <a:ext cx="83591" cy="263347"/>
          </a:xfrm>
          <a:prstGeom prst="rect">
            <a:avLst/>
          </a:prstGeom>
          <a:solidFill>
            <a:srgbClr val="282828"/>
          </a:solidFill>
          <a:ln>
            <a:noFill/>
          </a:ln>
        </p:spPr>
        <p:txBody>
          <a:bodyPr/>
          <a:lstStyle/>
          <a:p>
            <a:endParaRPr lang="uk-UA"/>
          </a:p>
        </p:txBody>
      </p:sp>
      <p:sp>
        <p:nvSpPr>
          <p:cNvPr id="254" name="shape254"/>
          <p:cNvSpPr/>
          <p:nvPr/>
        </p:nvSpPr>
        <p:spPr>
          <a:xfrm>
            <a:off x="7511872" y="1633118"/>
            <a:ext cx="83591" cy="263347"/>
          </a:xfrm>
          <a:prstGeom prst="rect">
            <a:avLst/>
          </a:prstGeom>
          <a:solidFill>
            <a:srgbClr val="2F2F2F"/>
          </a:solidFill>
          <a:ln>
            <a:noFill/>
          </a:ln>
        </p:spPr>
        <p:txBody>
          <a:bodyPr/>
          <a:lstStyle/>
          <a:p>
            <a:endParaRPr lang="uk-UA"/>
          </a:p>
        </p:txBody>
      </p:sp>
      <p:sp>
        <p:nvSpPr>
          <p:cNvPr id="255" name="shape255"/>
          <p:cNvSpPr/>
          <p:nvPr/>
        </p:nvSpPr>
        <p:spPr>
          <a:xfrm>
            <a:off x="7511872" y="1894637"/>
            <a:ext cx="83591" cy="667512"/>
          </a:xfrm>
          <a:prstGeom prst="rect">
            <a:avLst/>
          </a:prstGeom>
          <a:solidFill>
            <a:srgbClr val="141414"/>
          </a:solidFill>
          <a:ln>
            <a:noFill/>
          </a:ln>
        </p:spPr>
        <p:txBody>
          <a:bodyPr/>
          <a:lstStyle/>
          <a:p>
            <a:endParaRPr lang="uk-UA"/>
          </a:p>
        </p:txBody>
      </p:sp>
      <p:sp>
        <p:nvSpPr>
          <p:cNvPr id="256" name="shape256"/>
          <p:cNvSpPr/>
          <p:nvPr/>
        </p:nvSpPr>
        <p:spPr>
          <a:xfrm>
            <a:off x="7593635" y="1371600"/>
            <a:ext cx="83591" cy="263347"/>
          </a:xfrm>
          <a:prstGeom prst="rect">
            <a:avLst/>
          </a:prstGeom>
          <a:solidFill>
            <a:srgbClr val="343434"/>
          </a:solidFill>
          <a:ln>
            <a:noFill/>
          </a:ln>
        </p:spPr>
        <p:txBody>
          <a:bodyPr/>
          <a:lstStyle/>
          <a:p>
            <a:endParaRPr lang="uk-UA"/>
          </a:p>
        </p:txBody>
      </p:sp>
      <p:sp>
        <p:nvSpPr>
          <p:cNvPr id="257" name="shape257"/>
          <p:cNvSpPr/>
          <p:nvPr/>
        </p:nvSpPr>
        <p:spPr>
          <a:xfrm>
            <a:off x="7593635" y="1633118"/>
            <a:ext cx="83591" cy="263347"/>
          </a:xfrm>
          <a:prstGeom prst="rect">
            <a:avLst/>
          </a:prstGeom>
          <a:solidFill>
            <a:srgbClr val="141414"/>
          </a:solidFill>
          <a:ln>
            <a:noFill/>
          </a:ln>
        </p:spPr>
        <p:txBody>
          <a:bodyPr/>
          <a:lstStyle/>
          <a:p>
            <a:endParaRPr lang="uk-UA"/>
          </a:p>
        </p:txBody>
      </p:sp>
      <p:sp>
        <p:nvSpPr>
          <p:cNvPr id="258" name="shape258"/>
          <p:cNvSpPr/>
          <p:nvPr/>
        </p:nvSpPr>
        <p:spPr>
          <a:xfrm>
            <a:off x="7593635" y="1894637"/>
            <a:ext cx="83591" cy="667512"/>
          </a:xfrm>
          <a:prstGeom prst="rect">
            <a:avLst/>
          </a:prstGeom>
          <a:solidFill>
            <a:srgbClr val="141414"/>
          </a:solidFill>
          <a:ln>
            <a:noFill/>
          </a:ln>
        </p:spPr>
        <p:txBody>
          <a:bodyPr/>
          <a:lstStyle/>
          <a:p>
            <a:endParaRPr lang="uk-UA"/>
          </a:p>
        </p:txBody>
      </p:sp>
      <p:sp>
        <p:nvSpPr>
          <p:cNvPr id="259" name="shape259"/>
          <p:cNvSpPr/>
          <p:nvPr/>
        </p:nvSpPr>
        <p:spPr>
          <a:xfrm>
            <a:off x="7675397" y="1371600"/>
            <a:ext cx="83591" cy="263347"/>
          </a:xfrm>
          <a:prstGeom prst="rect">
            <a:avLst/>
          </a:prstGeom>
          <a:solidFill>
            <a:srgbClr val="6C6C6C"/>
          </a:solidFill>
          <a:ln>
            <a:noFill/>
          </a:ln>
        </p:spPr>
        <p:txBody>
          <a:bodyPr/>
          <a:lstStyle/>
          <a:p>
            <a:endParaRPr lang="uk-UA"/>
          </a:p>
        </p:txBody>
      </p:sp>
      <p:sp>
        <p:nvSpPr>
          <p:cNvPr id="260" name="shape260"/>
          <p:cNvSpPr/>
          <p:nvPr/>
        </p:nvSpPr>
        <p:spPr>
          <a:xfrm>
            <a:off x="7675397" y="1633118"/>
            <a:ext cx="83591" cy="263347"/>
          </a:xfrm>
          <a:prstGeom prst="rect">
            <a:avLst/>
          </a:prstGeom>
          <a:solidFill>
            <a:srgbClr val="141414"/>
          </a:solidFill>
          <a:ln>
            <a:noFill/>
          </a:ln>
        </p:spPr>
        <p:txBody>
          <a:bodyPr/>
          <a:lstStyle/>
          <a:p>
            <a:endParaRPr lang="uk-UA"/>
          </a:p>
        </p:txBody>
      </p:sp>
      <p:sp>
        <p:nvSpPr>
          <p:cNvPr id="261" name="shape261"/>
          <p:cNvSpPr/>
          <p:nvPr/>
        </p:nvSpPr>
        <p:spPr>
          <a:xfrm>
            <a:off x="7675397" y="1894637"/>
            <a:ext cx="83591" cy="667512"/>
          </a:xfrm>
          <a:prstGeom prst="rect">
            <a:avLst/>
          </a:prstGeom>
          <a:solidFill>
            <a:srgbClr val="141414"/>
          </a:solidFill>
          <a:ln>
            <a:noFill/>
          </a:ln>
        </p:spPr>
        <p:txBody>
          <a:bodyPr/>
          <a:lstStyle/>
          <a:p>
            <a:endParaRPr lang="uk-UA"/>
          </a:p>
        </p:txBody>
      </p:sp>
      <p:sp>
        <p:nvSpPr>
          <p:cNvPr id="262" name="shape262"/>
          <p:cNvSpPr/>
          <p:nvPr/>
        </p:nvSpPr>
        <p:spPr>
          <a:xfrm>
            <a:off x="7757160" y="1371600"/>
            <a:ext cx="83591" cy="263347"/>
          </a:xfrm>
          <a:prstGeom prst="rect">
            <a:avLst/>
          </a:prstGeom>
          <a:solidFill>
            <a:srgbClr val="A2A2A2"/>
          </a:solidFill>
          <a:ln>
            <a:noFill/>
          </a:ln>
        </p:spPr>
        <p:txBody>
          <a:bodyPr/>
          <a:lstStyle/>
          <a:p>
            <a:endParaRPr lang="uk-UA"/>
          </a:p>
        </p:txBody>
      </p:sp>
      <p:sp>
        <p:nvSpPr>
          <p:cNvPr id="263" name="shape263"/>
          <p:cNvSpPr/>
          <p:nvPr/>
        </p:nvSpPr>
        <p:spPr>
          <a:xfrm>
            <a:off x="7757160" y="1633118"/>
            <a:ext cx="83591" cy="263347"/>
          </a:xfrm>
          <a:prstGeom prst="rect">
            <a:avLst/>
          </a:prstGeom>
          <a:solidFill>
            <a:srgbClr val="141414"/>
          </a:solidFill>
          <a:ln>
            <a:noFill/>
          </a:ln>
        </p:spPr>
        <p:txBody>
          <a:bodyPr/>
          <a:lstStyle/>
          <a:p>
            <a:endParaRPr lang="uk-UA"/>
          </a:p>
        </p:txBody>
      </p:sp>
      <p:sp>
        <p:nvSpPr>
          <p:cNvPr id="264" name="shape264"/>
          <p:cNvSpPr/>
          <p:nvPr/>
        </p:nvSpPr>
        <p:spPr>
          <a:xfrm>
            <a:off x="7757160" y="1894637"/>
            <a:ext cx="83591" cy="667512"/>
          </a:xfrm>
          <a:prstGeom prst="rect">
            <a:avLst/>
          </a:prstGeom>
          <a:solidFill>
            <a:srgbClr val="141414"/>
          </a:solidFill>
          <a:ln>
            <a:noFill/>
          </a:ln>
        </p:spPr>
        <p:txBody>
          <a:bodyPr/>
          <a:lstStyle/>
          <a:p>
            <a:endParaRPr lang="uk-UA"/>
          </a:p>
        </p:txBody>
      </p:sp>
      <p:sp>
        <p:nvSpPr>
          <p:cNvPr id="265" name="shape265"/>
          <p:cNvSpPr/>
          <p:nvPr/>
        </p:nvSpPr>
        <p:spPr>
          <a:xfrm>
            <a:off x="7838923" y="1371600"/>
            <a:ext cx="83591" cy="263347"/>
          </a:xfrm>
          <a:prstGeom prst="rect">
            <a:avLst/>
          </a:prstGeom>
          <a:solidFill>
            <a:srgbClr val="DADADA"/>
          </a:solidFill>
          <a:ln>
            <a:noFill/>
          </a:ln>
        </p:spPr>
        <p:txBody>
          <a:bodyPr/>
          <a:lstStyle/>
          <a:p>
            <a:endParaRPr lang="uk-UA"/>
          </a:p>
        </p:txBody>
      </p:sp>
      <p:sp>
        <p:nvSpPr>
          <p:cNvPr id="266" name="shape266"/>
          <p:cNvSpPr/>
          <p:nvPr/>
        </p:nvSpPr>
        <p:spPr>
          <a:xfrm>
            <a:off x="7838923" y="1633118"/>
            <a:ext cx="83591" cy="263347"/>
          </a:xfrm>
          <a:prstGeom prst="rect">
            <a:avLst/>
          </a:prstGeom>
          <a:solidFill>
            <a:srgbClr val="141414"/>
          </a:solidFill>
          <a:ln>
            <a:noFill/>
          </a:ln>
        </p:spPr>
        <p:txBody>
          <a:bodyPr/>
          <a:lstStyle/>
          <a:p>
            <a:endParaRPr lang="uk-UA"/>
          </a:p>
        </p:txBody>
      </p:sp>
      <p:sp>
        <p:nvSpPr>
          <p:cNvPr id="267" name="shape267"/>
          <p:cNvSpPr/>
          <p:nvPr/>
        </p:nvSpPr>
        <p:spPr>
          <a:xfrm>
            <a:off x="7838923" y="1894637"/>
            <a:ext cx="83591" cy="667512"/>
          </a:xfrm>
          <a:prstGeom prst="rect">
            <a:avLst/>
          </a:prstGeom>
          <a:solidFill>
            <a:srgbClr val="141414"/>
          </a:solidFill>
          <a:ln>
            <a:noFill/>
          </a:ln>
        </p:spPr>
        <p:txBody>
          <a:bodyPr/>
          <a:lstStyle/>
          <a:p>
            <a:endParaRPr lang="uk-UA"/>
          </a:p>
        </p:txBody>
      </p:sp>
      <p:sp>
        <p:nvSpPr>
          <p:cNvPr id="268" name="shape268"/>
          <p:cNvSpPr/>
          <p:nvPr/>
        </p:nvSpPr>
        <p:spPr>
          <a:xfrm>
            <a:off x="7920685" y="1371600"/>
            <a:ext cx="83591" cy="263347"/>
          </a:xfrm>
          <a:prstGeom prst="rect">
            <a:avLst/>
          </a:prstGeom>
          <a:solidFill>
            <a:srgbClr val="999999"/>
          </a:solidFill>
          <a:ln>
            <a:noFill/>
          </a:ln>
        </p:spPr>
        <p:txBody>
          <a:bodyPr/>
          <a:lstStyle/>
          <a:p>
            <a:endParaRPr lang="uk-UA"/>
          </a:p>
        </p:txBody>
      </p:sp>
      <p:sp>
        <p:nvSpPr>
          <p:cNvPr id="269" name="shape269"/>
          <p:cNvSpPr/>
          <p:nvPr/>
        </p:nvSpPr>
        <p:spPr>
          <a:xfrm>
            <a:off x="7920685" y="1633118"/>
            <a:ext cx="83591" cy="263347"/>
          </a:xfrm>
          <a:prstGeom prst="rect">
            <a:avLst/>
          </a:prstGeom>
          <a:solidFill>
            <a:srgbClr val="141414"/>
          </a:solidFill>
          <a:ln>
            <a:noFill/>
          </a:ln>
        </p:spPr>
        <p:txBody>
          <a:bodyPr/>
          <a:lstStyle/>
          <a:p>
            <a:endParaRPr lang="uk-UA"/>
          </a:p>
        </p:txBody>
      </p:sp>
      <p:sp>
        <p:nvSpPr>
          <p:cNvPr id="270" name="shape270"/>
          <p:cNvSpPr/>
          <p:nvPr/>
        </p:nvSpPr>
        <p:spPr>
          <a:xfrm>
            <a:off x="7920685" y="1894637"/>
            <a:ext cx="83591" cy="667512"/>
          </a:xfrm>
          <a:prstGeom prst="rect">
            <a:avLst/>
          </a:prstGeom>
          <a:solidFill>
            <a:srgbClr val="141414"/>
          </a:solidFill>
          <a:ln>
            <a:noFill/>
          </a:ln>
        </p:spPr>
        <p:txBody>
          <a:bodyPr/>
          <a:lstStyle/>
          <a:p>
            <a:endParaRPr lang="uk-UA"/>
          </a:p>
        </p:txBody>
      </p:sp>
      <p:sp>
        <p:nvSpPr>
          <p:cNvPr id="271" name="shape271"/>
          <p:cNvSpPr/>
          <p:nvPr/>
        </p:nvSpPr>
        <p:spPr>
          <a:xfrm>
            <a:off x="8002448" y="1371600"/>
            <a:ext cx="83591" cy="263347"/>
          </a:xfrm>
          <a:prstGeom prst="rect">
            <a:avLst/>
          </a:prstGeom>
          <a:solidFill>
            <a:srgbClr val="555555"/>
          </a:solidFill>
          <a:ln>
            <a:noFill/>
          </a:ln>
        </p:spPr>
        <p:txBody>
          <a:bodyPr/>
          <a:lstStyle/>
          <a:p>
            <a:endParaRPr lang="uk-UA"/>
          </a:p>
        </p:txBody>
      </p:sp>
      <p:sp>
        <p:nvSpPr>
          <p:cNvPr id="272" name="shape272"/>
          <p:cNvSpPr/>
          <p:nvPr/>
        </p:nvSpPr>
        <p:spPr>
          <a:xfrm>
            <a:off x="8002448" y="1633118"/>
            <a:ext cx="83591" cy="263347"/>
          </a:xfrm>
          <a:prstGeom prst="rect">
            <a:avLst/>
          </a:prstGeom>
          <a:solidFill>
            <a:srgbClr val="141414"/>
          </a:solidFill>
          <a:ln>
            <a:noFill/>
          </a:ln>
        </p:spPr>
        <p:txBody>
          <a:bodyPr/>
          <a:lstStyle/>
          <a:p>
            <a:endParaRPr lang="uk-UA"/>
          </a:p>
        </p:txBody>
      </p:sp>
      <p:sp>
        <p:nvSpPr>
          <p:cNvPr id="273" name="shape273"/>
          <p:cNvSpPr/>
          <p:nvPr/>
        </p:nvSpPr>
        <p:spPr>
          <a:xfrm>
            <a:off x="8002448" y="1894637"/>
            <a:ext cx="83591" cy="667512"/>
          </a:xfrm>
          <a:prstGeom prst="rect">
            <a:avLst/>
          </a:prstGeom>
          <a:solidFill>
            <a:srgbClr val="141414"/>
          </a:solidFill>
          <a:ln>
            <a:noFill/>
          </a:ln>
        </p:spPr>
        <p:txBody>
          <a:bodyPr/>
          <a:lstStyle/>
          <a:p>
            <a:endParaRPr lang="uk-UA"/>
          </a:p>
        </p:txBody>
      </p:sp>
      <p:sp>
        <p:nvSpPr>
          <p:cNvPr id="274" name="shape274"/>
          <p:cNvSpPr/>
          <p:nvPr/>
        </p:nvSpPr>
        <p:spPr>
          <a:xfrm>
            <a:off x="8084210" y="1371600"/>
            <a:ext cx="83591" cy="263347"/>
          </a:xfrm>
          <a:prstGeom prst="rect">
            <a:avLst/>
          </a:prstGeom>
          <a:solidFill>
            <a:srgbClr val="141414"/>
          </a:solidFill>
          <a:ln>
            <a:noFill/>
          </a:ln>
        </p:spPr>
        <p:txBody>
          <a:bodyPr/>
          <a:lstStyle/>
          <a:p>
            <a:endParaRPr lang="uk-UA"/>
          </a:p>
        </p:txBody>
      </p:sp>
      <p:sp>
        <p:nvSpPr>
          <p:cNvPr id="275" name="shape275"/>
          <p:cNvSpPr/>
          <p:nvPr/>
        </p:nvSpPr>
        <p:spPr>
          <a:xfrm>
            <a:off x="8084210" y="1633118"/>
            <a:ext cx="83591" cy="263347"/>
          </a:xfrm>
          <a:prstGeom prst="rect">
            <a:avLst/>
          </a:prstGeom>
          <a:solidFill>
            <a:srgbClr val="141414"/>
          </a:solidFill>
          <a:ln>
            <a:noFill/>
          </a:ln>
        </p:spPr>
        <p:txBody>
          <a:bodyPr/>
          <a:lstStyle/>
          <a:p>
            <a:endParaRPr lang="uk-UA"/>
          </a:p>
        </p:txBody>
      </p:sp>
      <p:sp>
        <p:nvSpPr>
          <p:cNvPr id="276" name="shape276"/>
          <p:cNvSpPr/>
          <p:nvPr/>
        </p:nvSpPr>
        <p:spPr>
          <a:xfrm>
            <a:off x="8084210" y="1894637"/>
            <a:ext cx="83591" cy="667512"/>
          </a:xfrm>
          <a:prstGeom prst="rect">
            <a:avLst/>
          </a:prstGeom>
          <a:solidFill>
            <a:srgbClr val="141414"/>
          </a:solidFill>
          <a:ln>
            <a:noFill/>
          </a:ln>
        </p:spPr>
        <p:txBody>
          <a:bodyPr/>
          <a:lstStyle/>
          <a:p>
            <a:endParaRPr lang="uk-UA"/>
          </a:p>
        </p:txBody>
      </p:sp>
      <p:sp>
        <p:nvSpPr>
          <p:cNvPr id="277" name="shape277"/>
          <p:cNvSpPr/>
          <p:nvPr/>
        </p:nvSpPr>
        <p:spPr>
          <a:xfrm>
            <a:off x="8165973" y="1371600"/>
            <a:ext cx="83591" cy="263347"/>
          </a:xfrm>
          <a:prstGeom prst="rect">
            <a:avLst/>
          </a:prstGeom>
          <a:solidFill>
            <a:srgbClr val="141414"/>
          </a:solidFill>
          <a:ln>
            <a:noFill/>
          </a:ln>
        </p:spPr>
        <p:txBody>
          <a:bodyPr/>
          <a:lstStyle/>
          <a:p>
            <a:endParaRPr lang="uk-UA"/>
          </a:p>
        </p:txBody>
      </p:sp>
      <p:sp>
        <p:nvSpPr>
          <p:cNvPr id="278" name="shape278"/>
          <p:cNvSpPr/>
          <p:nvPr/>
        </p:nvSpPr>
        <p:spPr>
          <a:xfrm>
            <a:off x="8165973" y="1633118"/>
            <a:ext cx="83591" cy="263347"/>
          </a:xfrm>
          <a:prstGeom prst="rect">
            <a:avLst/>
          </a:prstGeom>
          <a:solidFill>
            <a:srgbClr val="141414"/>
          </a:solidFill>
          <a:ln>
            <a:noFill/>
          </a:ln>
        </p:spPr>
        <p:txBody>
          <a:bodyPr/>
          <a:lstStyle/>
          <a:p>
            <a:endParaRPr lang="uk-UA"/>
          </a:p>
        </p:txBody>
      </p:sp>
      <p:sp>
        <p:nvSpPr>
          <p:cNvPr id="279" name="shape279"/>
          <p:cNvSpPr/>
          <p:nvPr/>
        </p:nvSpPr>
        <p:spPr>
          <a:xfrm>
            <a:off x="8165973" y="1894637"/>
            <a:ext cx="83591" cy="667512"/>
          </a:xfrm>
          <a:prstGeom prst="rect">
            <a:avLst/>
          </a:prstGeom>
          <a:solidFill>
            <a:srgbClr val="141414"/>
          </a:solidFill>
          <a:ln>
            <a:noFill/>
          </a:ln>
        </p:spPr>
        <p:txBody>
          <a:bodyPr/>
          <a:lstStyle/>
          <a:p>
            <a:endParaRPr lang="uk-UA"/>
          </a:p>
        </p:txBody>
      </p:sp>
      <p:sp>
        <p:nvSpPr>
          <p:cNvPr id="280" name="shape280"/>
          <p:cNvSpPr/>
          <p:nvPr/>
        </p:nvSpPr>
        <p:spPr>
          <a:xfrm>
            <a:off x="8247736" y="1371600"/>
            <a:ext cx="83591" cy="263347"/>
          </a:xfrm>
          <a:prstGeom prst="rect">
            <a:avLst/>
          </a:prstGeom>
          <a:solidFill>
            <a:srgbClr val="141414"/>
          </a:solidFill>
          <a:ln>
            <a:noFill/>
          </a:ln>
        </p:spPr>
        <p:txBody>
          <a:bodyPr/>
          <a:lstStyle/>
          <a:p>
            <a:endParaRPr lang="uk-UA"/>
          </a:p>
        </p:txBody>
      </p:sp>
      <p:sp>
        <p:nvSpPr>
          <p:cNvPr id="281" name="shape281"/>
          <p:cNvSpPr/>
          <p:nvPr/>
        </p:nvSpPr>
        <p:spPr>
          <a:xfrm>
            <a:off x="8247736" y="1633118"/>
            <a:ext cx="83591" cy="263347"/>
          </a:xfrm>
          <a:prstGeom prst="rect">
            <a:avLst/>
          </a:prstGeom>
          <a:solidFill>
            <a:srgbClr val="141414"/>
          </a:solidFill>
          <a:ln>
            <a:noFill/>
          </a:ln>
        </p:spPr>
        <p:txBody>
          <a:bodyPr/>
          <a:lstStyle/>
          <a:p>
            <a:endParaRPr lang="uk-UA"/>
          </a:p>
        </p:txBody>
      </p:sp>
      <p:sp>
        <p:nvSpPr>
          <p:cNvPr id="282" name="shape282"/>
          <p:cNvSpPr/>
          <p:nvPr/>
        </p:nvSpPr>
        <p:spPr>
          <a:xfrm>
            <a:off x="8247736" y="1894637"/>
            <a:ext cx="83591" cy="667512"/>
          </a:xfrm>
          <a:prstGeom prst="rect">
            <a:avLst/>
          </a:prstGeom>
          <a:solidFill>
            <a:srgbClr val="141414"/>
          </a:solidFill>
          <a:ln>
            <a:noFill/>
          </a:ln>
        </p:spPr>
        <p:txBody>
          <a:bodyPr/>
          <a:lstStyle/>
          <a:p>
            <a:endParaRPr lang="uk-UA"/>
          </a:p>
        </p:txBody>
      </p:sp>
      <p:sp>
        <p:nvSpPr>
          <p:cNvPr id="283" name="shape283"/>
          <p:cNvSpPr/>
          <p:nvPr/>
        </p:nvSpPr>
        <p:spPr>
          <a:xfrm>
            <a:off x="8329498" y="1371600"/>
            <a:ext cx="83591" cy="263347"/>
          </a:xfrm>
          <a:prstGeom prst="rect">
            <a:avLst/>
          </a:prstGeom>
          <a:solidFill>
            <a:srgbClr val="141414"/>
          </a:solidFill>
          <a:ln>
            <a:noFill/>
          </a:ln>
        </p:spPr>
        <p:txBody>
          <a:bodyPr/>
          <a:lstStyle/>
          <a:p>
            <a:endParaRPr lang="uk-UA"/>
          </a:p>
        </p:txBody>
      </p:sp>
      <p:sp>
        <p:nvSpPr>
          <p:cNvPr id="284" name="shape284"/>
          <p:cNvSpPr/>
          <p:nvPr/>
        </p:nvSpPr>
        <p:spPr>
          <a:xfrm>
            <a:off x="8329498" y="1633118"/>
            <a:ext cx="83591" cy="263347"/>
          </a:xfrm>
          <a:prstGeom prst="rect">
            <a:avLst/>
          </a:prstGeom>
          <a:solidFill>
            <a:srgbClr val="141414"/>
          </a:solidFill>
          <a:ln>
            <a:noFill/>
          </a:ln>
        </p:spPr>
        <p:txBody>
          <a:bodyPr/>
          <a:lstStyle/>
          <a:p>
            <a:endParaRPr lang="uk-UA"/>
          </a:p>
        </p:txBody>
      </p:sp>
      <p:sp>
        <p:nvSpPr>
          <p:cNvPr id="285" name="shape285"/>
          <p:cNvSpPr/>
          <p:nvPr/>
        </p:nvSpPr>
        <p:spPr>
          <a:xfrm>
            <a:off x="8329498" y="1894637"/>
            <a:ext cx="83591" cy="667512"/>
          </a:xfrm>
          <a:prstGeom prst="rect">
            <a:avLst/>
          </a:prstGeom>
          <a:solidFill>
            <a:srgbClr val="141414"/>
          </a:solidFill>
          <a:ln>
            <a:noFill/>
          </a:ln>
        </p:spPr>
        <p:txBody>
          <a:bodyPr/>
          <a:lstStyle/>
          <a:p>
            <a:endParaRPr lang="uk-UA"/>
          </a:p>
        </p:txBody>
      </p:sp>
      <p:sp>
        <p:nvSpPr>
          <p:cNvPr id="286" name="shape286"/>
          <p:cNvSpPr/>
          <p:nvPr/>
        </p:nvSpPr>
        <p:spPr>
          <a:xfrm>
            <a:off x="8411261" y="1371600"/>
            <a:ext cx="83591" cy="263347"/>
          </a:xfrm>
          <a:prstGeom prst="rect">
            <a:avLst/>
          </a:prstGeom>
          <a:solidFill>
            <a:srgbClr val="141414"/>
          </a:solidFill>
          <a:ln>
            <a:noFill/>
          </a:ln>
        </p:spPr>
        <p:txBody>
          <a:bodyPr/>
          <a:lstStyle/>
          <a:p>
            <a:endParaRPr lang="uk-UA"/>
          </a:p>
        </p:txBody>
      </p:sp>
      <p:sp>
        <p:nvSpPr>
          <p:cNvPr id="287" name="shape287"/>
          <p:cNvSpPr/>
          <p:nvPr/>
        </p:nvSpPr>
        <p:spPr>
          <a:xfrm>
            <a:off x="8411261" y="1633118"/>
            <a:ext cx="83591" cy="263347"/>
          </a:xfrm>
          <a:prstGeom prst="rect">
            <a:avLst/>
          </a:prstGeom>
          <a:solidFill>
            <a:srgbClr val="141414"/>
          </a:solidFill>
          <a:ln>
            <a:noFill/>
          </a:ln>
        </p:spPr>
        <p:txBody>
          <a:bodyPr/>
          <a:lstStyle/>
          <a:p>
            <a:endParaRPr lang="uk-UA"/>
          </a:p>
        </p:txBody>
      </p:sp>
      <p:sp>
        <p:nvSpPr>
          <p:cNvPr id="288" name="shape288"/>
          <p:cNvSpPr/>
          <p:nvPr/>
        </p:nvSpPr>
        <p:spPr>
          <a:xfrm>
            <a:off x="8411261" y="1894637"/>
            <a:ext cx="83591" cy="667512"/>
          </a:xfrm>
          <a:prstGeom prst="rect">
            <a:avLst/>
          </a:prstGeom>
          <a:solidFill>
            <a:srgbClr val="141414"/>
          </a:solidFill>
          <a:ln>
            <a:noFill/>
          </a:ln>
        </p:spPr>
        <p:txBody>
          <a:bodyPr/>
          <a:lstStyle/>
          <a:p>
            <a:endParaRPr lang="uk-UA"/>
          </a:p>
        </p:txBody>
      </p:sp>
      <p:sp>
        <p:nvSpPr>
          <p:cNvPr id="289" name="shape289"/>
          <p:cNvSpPr/>
          <p:nvPr/>
        </p:nvSpPr>
        <p:spPr>
          <a:xfrm>
            <a:off x="8493023" y="1371600"/>
            <a:ext cx="83591" cy="263347"/>
          </a:xfrm>
          <a:prstGeom prst="rect">
            <a:avLst/>
          </a:prstGeom>
          <a:solidFill>
            <a:srgbClr val="141414"/>
          </a:solidFill>
          <a:ln>
            <a:noFill/>
          </a:ln>
        </p:spPr>
        <p:txBody>
          <a:bodyPr/>
          <a:lstStyle/>
          <a:p>
            <a:endParaRPr lang="uk-UA"/>
          </a:p>
        </p:txBody>
      </p:sp>
      <p:sp>
        <p:nvSpPr>
          <p:cNvPr id="290" name="shape290"/>
          <p:cNvSpPr/>
          <p:nvPr/>
        </p:nvSpPr>
        <p:spPr>
          <a:xfrm>
            <a:off x="8493023" y="1633118"/>
            <a:ext cx="83591" cy="263347"/>
          </a:xfrm>
          <a:prstGeom prst="rect">
            <a:avLst/>
          </a:prstGeom>
          <a:solidFill>
            <a:srgbClr val="141414"/>
          </a:solidFill>
          <a:ln>
            <a:noFill/>
          </a:ln>
        </p:spPr>
        <p:txBody>
          <a:bodyPr/>
          <a:lstStyle/>
          <a:p>
            <a:endParaRPr lang="uk-UA"/>
          </a:p>
        </p:txBody>
      </p:sp>
      <p:sp>
        <p:nvSpPr>
          <p:cNvPr id="291" name="shape291"/>
          <p:cNvSpPr/>
          <p:nvPr/>
        </p:nvSpPr>
        <p:spPr>
          <a:xfrm>
            <a:off x="8493023" y="1894637"/>
            <a:ext cx="83591" cy="667512"/>
          </a:xfrm>
          <a:prstGeom prst="rect">
            <a:avLst/>
          </a:prstGeom>
          <a:solidFill>
            <a:srgbClr val="141414"/>
          </a:solidFill>
          <a:ln>
            <a:noFill/>
          </a:ln>
        </p:spPr>
        <p:txBody>
          <a:bodyPr/>
          <a:lstStyle/>
          <a:p>
            <a:endParaRPr lang="uk-UA"/>
          </a:p>
        </p:txBody>
      </p:sp>
      <p:sp>
        <p:nvSpPr>
          <p:cNvPr id="292" name="shape292"/>
          <p:cNvSpPr/>
          <p:nvPr/>
        </p:nvSpPr>
        <p:spPr>
          <a:xfrm>
            <a:off x="8574786" y="1371600"/>
            <a:ext cx="83591" cy="263347"/>
          </a:xfrm>
          <a:prstGeom prst="rect">
            <a:avLst/>
          </a:prstGeom>
          <a:solidFill>
            <a:srgbClr val="141414"/>
          </a:solidFill>
          <a:ln>
            <a:noFill/>
          </a:ln>
        </p:spPr>
        <p:txBody>
          <a:bodyPr/>
          <a:lstStyle/>
          <a:p>
            <a:endParaRPr lang="uk-UA"/>
          </a:p>
        </p:txBody>
      </p:sp>
      <p:sp>
        <p:nvSpPr>
          <p:cNvPr id="293" name="shape293"/>
          <p:cNvSpPr/>
          <p:nvPr/>
        </p:nvSpPr>
        <p:spPr>
          <a:xfrm>
            <a:off x="8574786" y="1633118"/>
            <a:ext cx="83591" cy="263347"/>
          </a:xfrm>
          <a:prstGeom prst="rect">
            <a:avLst/>
          </a:prstGeom>
          <a:solidFill>
            <a:srgbClr val="141414"/>
          </a:solidFill>
          <a:ln>
            <a:noFill/>
          </a:ln>
        </p:spPr>
        <p:txBody>
          <a:bodyPr/>
          <a:lstStyle/>
          <a:p>
            <a:endParaRPr lang="uk-UA"/>
          </a:p>
        </p:txBody>
      </p:sp>
      <p:sp>
        <p:nvSpPr>
          <p:cNvPr id="294" name="shape294"/>
          <p:cNvSpPr/>
          <p:nvPr/>
        </p:nvSpPr>
        <p:spPr>
          <a:xfrm>
            <a:off x="8574786" y="1894637"/>
            <a:ext cx="83591" cy="667512"/>
          </a:xfrm>
          <a:prstGeom prst="rect">
            <a:avLst/>
          </a:prstGeom>
          <a:solidFill>
            <a:srgbClr val="141414"/>
          </a:solidFill>
          <a:ln>
            <a:noFill/>
          </a:ln>
        </p:spPr>
        <p:txBody>
          <a:bodyPr/>
          <a:lstStyle/>
          <a:p>
            <a:endParaRPr lang="uk-UA"/>
          </a:p>
        </p:txBody>
      </p:sp>
      <p:sp>
        <p:nvSpPr>
          <p:cNvPr id="295" name="shape295"/>
          <p:cNvSpPr/>
          <p:nvPr/>
        </p:nvSpPr>
        <p:spPr>
          <a:xfrm>
            <a:off x="8656549" y="1371600"/>
            <a:ext cx="83591" cy="263347"/>
          </a:xfrm>
          <a:prstGeom prst="rect">
            <a:avLst/>
          </a:prstGeom>
          <a:solidFill>
            <a:srgbClr val="141414"/>
          </a:solidFill>
          <a:ln>
            <a:noFill/>
          </a:ln>
        </p:spPr>
        <p:txBody>
          <a:bodyPr/>
          <a:lstStyle/>
          <a:p>
            <a:endParaRPr lang="uk-UA"/>
          </a:p>
        </p:txBody>
      </p:sp>
      <p:sp>
        <p:nvSpPr>
          <p:cNvPr id="296" name="shape296"/>
          <p:cNvSpPr/>
          <p:nvPr/>
        </p:nvSpPr>
        <p:spPr>
          <a:xfrm>
            <a:off x="8656549" y="1633118"/>
            <a:ext cx="83591" cy="263347"/>
          </a:xfrm>
          <a:prstGeom prst="rect">
            <a:avLst/>
          </a:prstGeom>
          <a:solidFill>
            <a:srgbClr val="141414"/>
          </a:solidFill>
          <a:ln>
            <a:noFill/>
          </a:ln>
        </p:spPr>
        <p:txBody>
          <a:bodyPr/>
          <a:lstStyle/>
          <a:p>
            <a:endParaRPr lang="uk-UA"/>
          </a:p>
        </p:txBody>
      </p:sp>
      <p:sp>
        <p:nvSpPr>
          <p:cNvPr id="297" name="shape297"/>
          <p:cNvSpPr/>
          <p:nvPr/>
        </p:nvSpPr>
        <p:spPr>
          <a:xfrm>
            <a:off x="8656549" y="1894637"/>
            <a:ext cx="83591" cy="667512"/>
          </a:xfrm>
          <a:prstGeom prst="rect">
            <a:avLst/>
          </a:prstGeom>
          <a:solidFill>
            <a:srgbClr val="141414"/>
          </a:solidFill>
          <a:ln>
            <a:noFill/>
          </a:ln>
        </p:spPr>
        <p:txBody>
          <a:bodyPr/>
          <a:lstStyle/>
          <a:p>
            <a:endParaRPr lang="uk-UA"/>
          </a:p>
        </p:txBody>
      </p:sp>
      <p:sp>
        <p:nvSpPr>
          <p:cNvPr id="298" name="shape298"/>
          <p:cNvSpPr/>
          <p:nvPr/>
        </p:nvSpPr>
        <p:spPr>
          <a:xfrm>
            <a:off x="8738311" y="1371600"/>
            <a:ext cx="83591" cy="263347"/>
          </a:xfrm>
          <a:prstGeom prst="rect">
            <a:avLst/>
          </a:prstGeom>
          <a:solidFill>
            <a:srgbClr val="141414"/>
          </a:solidFill>
          <a:ln>
            <a:noFill/>
          </a:ln>
        </p:spPr>
        <p:txBody>
          <a:bodyPr/>
          <a:lstStyle/>
          <a:p>
            <a:endParaRPr lang="uk-UA"/>
          </a:p>
        </p:txBody>
      </p:sp>
      <p:sp>
        <p:nvSpPr>
          <p:cNvPr id="299" name="shape299"/>
          <p:cNvSpPr/>
          <p:nvPr/>
        </p:nvSpPr>
        <p:spPr>
          <a:xfrm>
            <a:off x="8738311" y="1633118"/>
            <a:ext cx="83591" cy="263347"/>
          </a:xfrm>
          <a:prstGeom prst="rect">
            <a:avLst/>
          </a:prstGeom>
          <a:solidFill>
            <a:srgbClr val="141414"/>
          </a:solidFill>
          <a:ln>
            <a:noFill/>
          </a:ln>
        </p:spPr>
        <p:txBody>
          <a:bodyPr/>
          <a:lstStyle/>
          <a:p>
            <a:endParaRPr lang="uk-UA"/>
          </a:p>
        </p:txBody>
      </p:sp>
      <p:sp>
        <p:nvSpPr>
          <p:cNvPr id="300" name="shape300"/>
          <p:cNvSpPr/>
          <p:nvPr/>
        </p:nvSpPr>
        <p:spPr>
          <a:xfrm>
            <a:off x="8738311" y="1894637"/>
            <a:ext cx="83591" cy="667512"/>
          </a:xfrm>
          <a:prstGeom prst="rect">
            <a:avLst/>
          </a:prstGeom>
          <a:solidFill>
            <a:srgbClr val="141414"/>
          </a:solidFill>
          <a:ln>
            <a:noFill/>
          </a:ln>
        </p:spPr>
        <p:txBody>
          <a:bodyPr/>
          <a:lstStyle/>
          <a:p>
            <a:endParaRPr lang="uk-UA"/>
          </a:p>
        </p:txBody>
      </p:sp>
      <p:sp>
        <p:nvSpPr>
          <p:cNvPr id="301" name="shape301"/>
          <p:cNvSpPr/>
          <p:nvPr/>
        </p:nvSpPr>
        <p:spPr>
          <a:xfrm>
            <a:off x="8820074" y="1371600"/>
            <a:ext cx="83591" cy="263347"/>
          </a:xfrm>
          <a:prstGeom prst="rect">
            <a:avLst/>
          </a:prstGeom>
          <a:solidFill>
            <a:srgbClr val="141414"/>
          </a:solidFill>
          <a:ln>
            <a:noFill/>
          </a:ln>
        </p:spPr>
        <p:txBody>
          <a:bodyPr/>
          <a:lstStyle/>
          <a:p>
            <a:endParaRPr lang="uk-UA"/>
          </a:p>
        </p:txBody>
      </p:sp>
      <p:sp>
        <p:nvSpPr>
          <p:cNvPr id="302" name="shape302"/>
          <p:cNvSpPr/>
          <p:nvPr/>
        </p:nvSpPr>
        <p:spPr>
          <a:xfrm>
            <a:off x="8820074" y="1633118"/>
            <a:ext cx="83591" cy="263347"/>
          </a:xfrm>
          <a:prstGeom prst="rect">
            <a:avLst/>
          </a:prstGeom>
          <a:solidFill>
            <a:srgbClr val="141414"/>
          </a:solidFill>
          <a:ln>
            <a:noFill/>
          </a:ln>
        </p:spPr>
        <p:txBody>
          <a:bodyPr/>
          <a:lstStyle/>
          <a:p>
            <a:endParaRPr lang="uk-UA"/>
          </a:p>
        </p:txBody>
      </p:sp>
      <p:sp>
        <p:nvSpPr>
          <p:cNvPr id="303" name="shape303"/>
          <p:cNvSpPr/>
          <p:nvPr/>
        </p:nvSpPr>
        <p:spPr>
          <a:xfrm>
            <a:off x="8820074" y="1894637"/>
            <a:ext cx="83591" cy="667512"/>
          </a:xfrm>
          <a:prstGeom prst="rect">
            <a:avLst/>
          </a:prstGeom>
          <a:solidFill>
            <a:srgbClr val="141414"/>
          </a:solidFill>
          <a:ln>
            <a:noFill/>
          </a:ln>
        </p:spPr>
        <p:txBody>
          <a:bodyPr/>
          <a:lstStyle/>
          <a:p>
            <a:endParaRPr lang="uk-UA"/>
          </a:p>
        </p:txBody>
      </p:sp>
      <p:sp>
        <p:nvSpPr>
          <p:cNvPr id="304" name="shape304"/>
          <p:cNvSpPr/>
          <p:nvPr/>
        </p:nvSpPr>
        <p:spPr>
          <a:xfrm>
            <a:off x="8901836" y="1371600"/>
            <a:ext cx="83591" cy="263347"/>
          </a:xfrm>
          <a:prstGeom prst="rect">
            <a:avLst/>
          </a:prstGeom>
          <a:solidFill>
            <a:srgbClr val="141414"/>
          </a:solidFill>
          <a:ln>
            <a:noFill/>
          </a:ln>
        </p:spPr>
        <p:txBody>
          <a:bodyPr/>
          <a:lstStyle/>
          <a:p>
            <a:endParaRPr lang="uk-UA"/>
          </a:p>
        </p:txBody>
      </p:sp>
      <p:sp>
        <p:nvSpPr>
          <p:cNvPr id="305" name="shape305"/>
          <p:cNvSpPr/>
          <p:nvPr/>
        </p:nvSpPr>
        <p:spPr>
          <a:xfrm>
            <a:off x="8901836" y="1633118"/>
            <a:ext cx="83591" cy="263347"/>
          </a:xfrm>
          <a:prstGeom prst="rect">
            <a:avLst/>
          </a:prstGeom>
          <a:solidFill>
            <a:srgbClr val="141414"/>
          </a:solidFill>
          <a:ln>
            <a:noFill/>
          </a:ln>
        </p:spPr>
        <p:txBody>
          <a:bodyPr/>
          <a:lstStyle/>
          <a:p>
            <a:endParaRPr lang="uk-UA"/>
          </a:p>
        </p:txBody>
      </p:sp>
      <p:sp>
        <p:nvSpPr>
          <p:cNvPr id="306" name="shape306"/>
          <p:cNvSpPr/>
          <p:nvPr/>
        </p:nvSpPr>
        <p:spPr>
          <a:xfrm>
            <a:off x="8901836" y="1894637"/>
            <a:ext cx="83591" cy="667512"/>
          </a:xfrm>
          <a:prstGeom prst="rect">
            <a:avLst/>
          </a:prstGeom>
          <a:solidFill>
            <a:srgbClr val="141414"/>
          </a:solidFill>
          <a:ln>
            <a:noFill/>
          </a:ln>
        </p:spPr>
        <p:txBody>
          <a:bodyPr/>
          <a:lstStyle/>
          <a:p>
            <a:endParaRPr lang="uk-UA"/>
          </a:p>
        </p:txBody>
      </p:sp>
      <p:sp>
        <p:nvSpPr>
          <p:cNvPr id="307" name="shape307"/>
          <p:cNvSpPr/>
          <p:nvPr/>
        </p:nvSpPr>
        <p:spPr>
          <a:xfrm>
            <a:off x="8983599" y="1371600"/>
            <a:ext cx="83591" cy="263347"/>
          </a:xfrm>
          <a:prstGeom prst="rect">
            <a:avLst/>
          </a:prstGeom>
          <a:solidFill>
            <a:srgbClr val="141414"/>
          </a:solidFill>
          <a:ln>
            <a:noFill/>
          </a:ln>
        </p:spPr>
        <p:txBody>
          <a:bodyPr/>
          <a:lstStyle/>
          <a:p>
            <a:endParaRPr lang="uk-UA"/>
          </a:p>
        </p:txBody>
      </p:sp>
      <p:sp>
        <p:nvSpPr>
          <p:cNvPr id="308" name="shape308"/>
          <p:cNvSpPr/>
          <p:nvPr/>
        </p:nvSpPr>
        <p:spPr>
          <a:xfrm>
            <a:off x="8983599" y="1633118"/>
            <a:ext cx="83591" cy="263347"/>
          </a:xfrm>
          <a:prstGeom prst="rect">
            <a:avLst/>
          </a:prstGeom>
          <a:solidFill>
            <a:srgbClr val="141414"/>
          </a:solidFill>
          <a:ln>
            <a:noFill/>
          </a:ln>
        </p:spPr>
        <p:txBody>
          <a:bodyPr/>
          <a:lstStyle/>
          <a:p>
            <a:endParaRPr lang="uk-UA"/>
          </a:p>
        </p:txBody>
      </p:sp>
      <p:sp>
        <p:nvSpPr>
          <p:cNvPr id="309" name="shape309"/>
          <p:cNvSpPr/>
          <p:nvPr/>
        </p:nvSpPr>
        <p:spPr>
          <a:xfrm>
            <a:off x="8983599" y="1894637"/>
            <a:ext cx="83591" cy="667512"/>
          </a:xfrm>
          <a:prstGeom prst="rect">
            <a:avLst/>
          </a:prstGeom>
          <a:solidFill>
            <a:srgbClr val="141414"/>
          </a:solidFill>
          <a:ln>
            <a:noFill/>
          </a:ln>
        </p:spPr>
        <p:txBody>
          <a:bodyPr/>
          <a:lstStyle/>
          <a:p>
            <a:endParaRPr lang="uk-UA"/>
          </a:p>
        </p:txBody>
      </p:sp>
      <p:sp>
        <p:nvSpPr>
          <p:cNvPr id="310" name="shape310"/>
          <p:cNvSpPr/>
          <p:nvPr/>
        </p:nvSpPr>
        <p:spPr>
          <a:xfrm>
            <a:off x="9065362" y="1371600"/>
            <a:ext cx="83591" cy="263347"/>
          </a:xfrm>
          <a:prstGeom prst="rect">
            <a:avLst/>
          </a:prstGeom>
          <a:solidFill>
            <a:srgbClr val="141414"/>
          </a:solidFill>
          <a:ln>
            <a:noFill/>
          </a:ln>
        </p:spPr>
        <p:txBody>
          <a:bodyPr/>
          <a:lstStyle/>
          <a:p>
            <a:endParaRPr lang="uk-UA"/>
          </a:p>
        </p:txBody>
      </p:sp>
      <p:sp>
        <p:nvSpPr>
          <p:cNvPr id="311" name="shape311"/>
          <p:cNvSpPr/>
          <p:nvPr/>
        </p:nvSpPr>
        <p:spPr>
          <a:xfrm>
            <a:off x="9065362" y="1633118"/>
            <a:ext cx="83591" cy="263347"/>
          </a:xfrm>
          <a:prstGeom prst="rect">
            <a:avLst/>
          </a:prstGeom>
          <a:solidFill>
            <a:srgbClr val="141414"/>
          </a:solidFill>
          <a:ln>
            <a:noFill/>
          </a:ln>
        </p:spPr>
        <p:txBody>
          <a:bodyPr/>
          <a:lstStyle/>
          <a:p>
            <a:endParaRPr lang="uk-UA"/>
          </a:p>
        </p:txBody>
      </p:sp>
      <p:sp>
        <p:nvSpPr>
          <p:cNvPr id="312" name="shape312"/>
          <p:cNvSpPr/>
          <p:nvPr/>
        </p:nvSpPr>
        <p:spPr>
          <a:xfrm>
            <a:off x="9065362" y="1894637"/>
            <a:ext cx="83591" cy="667512"/>
          </a:xfrm>
          <a:prstGeom prst="rect">
            <a:avLst/>
          </a:prstGeom>
          <a:solidFill>
            <a:srgbClr val="141414"/>
          </a:solidFill>
          <a:ln>
            <a:noFill/>
          </a:ln>
        </p:spPr>
        <p:txBody>
          <a:bodyPr/>
          <a:lstStyle/>
          <a:p>
            <a:endParaRPr lang="uk-UA"/>
          </a:p>
        </p:txBody>
      </p:sp>
      <p:sp>
        <p:nvSpPr>
          <p:cNvPr id="313" name="shape313"/>
          <p:cNvSpPr/>
          <p:nvPr/>
        </p:nvSpPr>
        <p:spPr>
          <a:xfrm>
            <a:off x="9147124" y="1371600"/>
            <a:ext cx="83591" cy="263347"/>
          </a:xfrm>
          <a:prstGeom prst="rect">
            <a:avLst/>
          </a:prstGeom>
          <a:solidFill>
            <a:srgbClr val="141414"/>
          </a:solidFill>
          <a:ln>
            <a:noFill/>
          </a:ln>
        </p:spPr>
        <p:txBody>
          <a:bodyPr/>
          <a:lstStyle/>
          <a:p>
            <a:endParaRPr lang="uk-UA"/>
          </a:p>
        </p:txBody>
      </p:sp>
      <p:sp>
        <p:nvSpPr>
          <p:cNvPr id="314" name="shape314"/>
          <p:cNvSpPr/>
          <p:nvPr/>
        </p:nvSpPr>
        <p:spPr>
          <a:xfrm>
            <a:off x="9147124" y="1633118"/>
            <a:ext cx="83591" cy="263347"/>
          </a:xfrm>
          <a:prstGeom prst="rect">
            <a:avLst/>
          </a:prstGeom>
          <a:solidFill>
            <a:srgbClr val="141414"/>
          </a:solidFill>
          <a:ln>
            <a:noFill/>
          </a:ln>
        </p:spPr>
        <p:txBody>
          <a:bodyPr/>
          <a:lstStyle/>
          <a:p>
            <a:endParaRPr lang="uk-UA"/>
          </a:p>
        </p:txBody>
      </p:sp>
      <p:sp>
        <p:nvSpPr>
          <p:cNvPr id="315" name="shape315"/>
          <p:cNvSpPr/>
          <p:nvPr/>
        </p:nvSpPr>
        <p:spPr>
          <a:xfrm>
            <a:off x="9147124" y="1894637"/>
            <a:ext cx="83591" cy="667512"/>
          </a:xfrm>
          <a:prstGeom prst="rect">
            <a:avLst/>
          </a:prstGeom>
          <a:solidFill>
            <a:srgbClr val="141414"/>
          </a:solidFill>
          <a:ln>
            <a:noFill/>
          </a:ln>
        </p:spPr>
        <p:txBody>
          <a:bodyPr/>
          <a:lstStyle/>
          <a:p>
            <a:endParaRPr lang="uk-UA"/>
          </a:p>
        </p:txBody>
      </p:sp>
      <p:sp>
        <p:nvSpPr>
          <p:cNvPr id="316" name="shape316"/>
          <p:cNvSpPr/>
          <p:nvPr/>
        </p:nvSpPr>
        <p:spPr>
          <a:xfrm>
            <a:off x="9228887" y="1371600"/>
            <a:ext cx="83591" cy="263347"/>
          </a:xfrm>
          <a:prstGeom prst="rect">
            <a:avLst/>
          </a:prstGeom>
          <a:solidFill>
            <a:srgbClr val="141414"/>
          </a:solidFill>
          <a:ln>
            <a:noFill/>
          </a:ln>
        </p:spPr>
        <p:txBody>
          <a:bodyPr/>
          <a:lstStyle/>
          <a:p>
            <a:endParaRPr lang="uk-UA"/>
          </a:p>
        </p:txBody>
      </p:sp>
      <p:sp>
        <p:nvSpPr>
          <p:cNvPr id="317" name="shape317"/>
          <p:cNvSpPr/>
          <p:nvPr/>
        </p:nvSpPr>
        <p:spPr>
          <a:xfrm>
            <a:off x="9228887" y="1633118"/>
            <a:ext cx="83591" cy="263347"/>
          </a:xfrm>
          <a:prstGeom prst="rect">
            <a:avLst/>
          </a:prstGeom>
          <a:solidFill>
            <a:srgbClr val="141414"/>
          </a:solidFill>
          <a:ln>
            <a:noFill/>
          </a:ln>
        </p:spPr>
        <p:txBody>
          <a:bodyPr/>
          <a:lstStyle/>
          <a:p>
            <a:endParaRPr lang="uk-UA"/>
          </a:p>
        </p:txBody>
      </p:sp>
      <p:sp>
        <p:nvSpPr>
          <p:cNvPr id="318" name="shape318"/>
          <p:cNvSpPr/>
          <p:nvPr/>
        </p:nvSpPr>
        <p:spPr>
          <a:xfrm>
            <a:off x="9228887" y="1894637"/>
            <a:ext cx="83591" cy="667512"/>
          </a:xfrm>
          <a:prstGeom prst="rect">
            <a:avLst/>
          </a:prstGeom>
          <a:solidFill>
            <a:srgbClr val="141414"/>
          </a:solidFill>
          <a:ln>
            <a:noFill/>
          </a:ln>
        </p:spPr>
        <p:txBody>
          <a:bodyPr/>
          <a:lstStyle/>
          <a:p>
            <a:endParaRPr lang="uk-UA"/>
          </a:p>
        </p:txBody>
      </p:sp>
      <p:sp>
        <p:nvSpPr>
          <p:cNvPr id="319" name="shape319"/>
          <p:cNvSpPr/>
          <p:nvPr/>
        </p:nvSpPr>
        <p:spPr>
          <a:xfrm>
            <a:off x="9310649" y="1371600"/>
            <a:ext cx="83591" cy="263347"/>
          </a:xfrm>
          <a:prstGeom prst="rect">
            <a:avLst/>
          </a:prstGeom>
          <a:solidFill>
            <a:srgbClr val="141414"/>
          </a:solidFill>
          <a:ln>
            <a:noFill/>
          </a:ln>
        </p:spPr>
        <p:txBody>
          <a:bodyPr/>
          <a:lstStyle/>
          <a:p>
            <a:endParaRPr lang="uk-UA"/>
          </a:p>
        </p:txBody>
      </p:sp>
      <p:sp>
        <p:nvSpPr>
          <p:cNvPr id="320" name="shape320"/>
          <p:cNvSpPr/>
          <p:nvPr/>
        </p:nvSpPr>
        <p:spPr>
          <a:xfrm>
            <a:off x="9310649" y="1633118"/>
            <a:ext cx="83591" cy="263347"/>
          </a:xfrm>
          <a:prstGeom prst="rect">
            <a:avLst/>
          </a:prstGeom>
          <a:solidFill>
            <a:srgbClr val="141414"/>
          </a:solidFill>
          <a:ln>
            <a:noFill/>
          </a:ln>
        </p:spPr>
        <p:txBody>
          <a:bodyPr/>
          <a:lstStyle/>
          <a:p>
            <a:endParaRPr lang="uk-UA"/>
          </a:p>
        </p:txBody>
      </p:sp>
      <p:sp>
        <p:nvSpPr>
          <p:cNvPr id="321" name="shape321"/>
          <p:cNvSpPr/>
          <p:nvPr/>
        </p:nvSpPr>
        <p:spPr>
          <a:xfrm>
            <a:off x="9310649" y="1894637"/>
            <a:ext cx="83591" cy="667512"/>
          </a:xfrm>
          <a:prstGeom prst="rect">
            <a:avLst/>
          </a:prstGeom>
          <a:solidFill>
            <a:srgbClr val="141414"/>
          </a:solidFill>
          <a:ln>
            <a:noFill/>
          </a:ln>
        </p:spPr>
        <p:txBody>
          <a:bodyPr/>
          <a:lstStyle/>
          <a:p>
            <a:endParaRPr lang="uk-UA"/>
          </a:p>
        </p:txBody>
      </p:sp>
      <p:sp>
        <p:nvSpPr>
          <p:cNvPr id="322" name="shape322"/>
          <p:cNvSpPr/>
          <p:nvPr/>
        </p:nvSpPr>
        <p:spPr>
          <a:xfrm>
            <a:off x="9392412" y="1371600"/>
            <a:ext cx="83591" cy="263347"/>
          </a:xfrm>
          <a:prstGeom prst="rect">
            <a:avLst/>
          </a:prstGeom>
          <a:solidFill>
            <a:srgbClr val="141414"/>
          </a:solidFill>
          <a:ln>
            <a:noFill/>
          </a:ln>
        </p:spPr>
        <p:txBody>
          <a:bodyPr/>
          <a:lstStyle/>
          <a:p>
            <a:endParaRPr lang="uk-UA"/>
          </a:p>
        </p:txBody>
      </p:sp>
      <p:sp>
        <p:nvSpPr>
          <p:cNvPr id="323" name="shape323"/>
          <p:cNvSpPr/>
          <p:nvPr/>
        </p:nvSpPr>
        <p:spPr>
          <a:xfrm>
            <a:off x="9392412" y="1633118"/>
            <a:ext cx="83591" cy="263347"/>
          </a:xfrm>
          <a:prstGeom prst="rect">
            <a:avLst/>
          </a:prstGeom>
          <a:solidFill>
            <a:srgbClr val="141414"/>
          </a:solidFill>
          <a:ln>
            <a:noFill/>
          </a:ln>
        </p:spPr>
        <p:txBody>
          <a:bodyPr/>
          <a:lstStyle/>
          <a:p>
            <a:endParaRPr lang="uk-UA"/>
          </a:p>
        </p:txBody>
      </p:sp>
      <p:sp>
        <p:nvSpPr>
          <p:cNvPr id="324" name="shape324"/>
          <p:cNvSpPr/>
          <p:nvPr/>
        </p:nvSpPr>
        <p:spPr>
          <a:xfrm>
            <a:off x="9392412" y="1894637"/>
            <a:ext cx="83591" cy="667512"/>
          </a:xfrm>
          <a:prstGeom prst="rect">
            <a:avLst/>
          </a:prstGeom>
          <a:solidFill>
            <a:srgbClr val="141414"/>
          </a:solidFill>
          <a:ln>
            <a:noFill/>
          </a:ln>
        </p:spPr>
        <p:txBody>
          <a:bodyPr/>
          <a:lstStyle/>
          <a:p>
            <a:endParaRPr lang="uk-UA"/>
          </a:p>
        </p:txBody>
      </p:sp>
      <p:sp>
        <p:nvSpPr>
          <p:cNvPr id="325" name="shape325"/>
          <p:cNvSpPr/>
          <p:nvPr/>
        </p:nvSpPr>
        <p:spPr>
          <a:xfrm>
            <a:off x="9474175" y="1371600"/>
            <a:ext cx="83591" cy="263347"/>
          </a:xfrm>
          <a:prstGeom prst="rect">
            <a:avLst/>
          </a:prstGeom>
          <a:solidFill>
            <a:srgbClr val="141414"/>
          </a:solidFill>
          <a:ln>
            <a:noFill/>
          </a:ln>
        </p:spPr>
        <p:txBody>
          <a:bodyPr/>
          <a:lstStyle/>
          <a:p>
            <a:endParaRPr lang="uk-UA"/>
          </a:p>
        </p:txBody>
      </p:sp>
      <p:sp>
        <p:nvSpPr>
          <p:cNvPr id="326" name="shape326"/>
          <p:cNvSpPr/>
          <p:nvPr/>
        </p:nvSpPr>
        <p:spPr>
          <a:xfrm>
            <a:off x="9474175" y="1633118"/>
            <a:ext cx="83591" cy="263347"/>
          </a:xfrm>
          <a:prstGeom prst="rect">
            <a:avLst/>
          </a:prstGeom>
          <a:solidFill>
            <a:srgbClr val="141414"/>
          </a:solidFill>
          <a:ln>
            <a:noFill/>
          </a:ln>
        </p:spPr>
        <p:txBody>
          <a:bodyPr/>
          <a:lstStyle/>
          <a:p>
            <a:endParaRPr lang="uk-UA"/>
          </a:p>
        </p:txBody>
      </p:sp>
      <p:sp>
        <p:nvSpPr>
          <p:cNvPr id="327" name="shape327"/>
          <p:cNvSpPr/>
          <p:nvPr/>
        </p:nvSpPr>
        <p:spPr>
          <a:xfrm>
            <a:off x="9474175" y="1894637"/>
            <a:ext cx="83591" cy="667512"/>
          </a:xfrm>
          <a:prstGeom prst="rect">
            <a:avLst/>
          </a:prstGeom>
          <a:solidFill>
            <a:srgbClr val="141414"/>
          </a:solidFill>
          <a:ln>
            <a:noFill/>
          </a:ln>
        </p:spPr>
        <p:txBody>
          <a:bodyPr/>
          <a:lstStyle/>
          <a:p>
            <a:endParaRPr lang="uk-UA"/>
          </a:p>
        </p:txBody>
      </p:sp>
      <p:sp>
        <p:nvSpPr>
          <p:cNvPr id="328" name="shape328"/>
          <p:cNvSpPr/>
          <p:nvPr/>
        </p:nvSpPr>
        <p:spPr>
          <a:xfrm>
            <a:off x="9555937" y="1371600"/>
            <a:ext cx="83591" cy="263347"/>
          </a:xfrm>
          <a:prstGeom prst="rect">
            <a:avLst/>
          </a:prstGeom>
          <a:solidFill>
            <a:srgbClr val="141414"/>
          </a:solidFill>
          <a:ln>
            <a:noFill/>
          </a:ln>
        </p:spPr>
        <p:txBody>
          <a:bodyPr/>
          <a:lstStyle/>
          <a:p>
            <a:endParaRPr lang="uk-UA"/>
          </a:p>
        </p:txBody>
      </p:sp>
      <p:sp>
        <p:nvSpPr>
          <p:cNvPr id="329" name="shape329"/>
          <p:cNvSpPr/>
          <p:nvPr/>
        </p:nvSpPr>
        <p:spPr>
          <a:xfrm>
            <a:off x="9555937" y="1633118"/>
            <a:ext cx="83591" cy="263347"/>
          </a:xfrm>
          <a:prstGeom prst="rect">
            <a:avLst/>
          </a:prstGeom>
          <a:solidFill>
            <a:srgbClr val="141414"/>
          </a:solidFill>
          <a:ln>
            <a:noFill/>
          </a:ln>
        </p:spPr>
        <p:txBody>
          <a:bodyPr/>
          <a:lstStyle/>
          <a:p>
            <a:endParaRPr lang="uk-UA"/>
          </a:p>
        </p:txBody>
      </p:sp>
      <p:sp>
        <p:nvSpPr>
          <p:cNvPr id="330" name="shape330"/>
          <p:cNvSpPr/>
          <p:nvPr/>
        </p:nvSpPr>
        <p:spPr>
          <a:xfrm>
            <a:off x="9555937" y="1894637"/>
            <a:ext cx="83591" cy="667512"/>
          </a:xfrm>
          <a:prstGeom prst="rect">
            <a:avLst/>
          </a:prstGeom>
          <a:solidFill>
            <a:srgbClr val="141414"/>
          </a:solidFill>
          <a:ln>
            <a:noFill/>
          </a:ln>
        </p:spPr>
        <p:txBody>
          <a:bodyPr/>
          <a:lstStyle/>
          <a:p>
            <a:endParaRPr lang="uk-UA"/>
          </a:p>
        </p:txBody>
      </p:sp>
      <p:sp>
        <p:nvSpPr>
          <p:cNvPr id="331" name="shape331"/>
          <p:cNvSpPr/>
          <p:nvPr/>
        </p:nvSpPr>
        <p:spPr>
          <a:xfrm>
            <a:off x="9637700" y="1371600"/>
            <a:ext cx="83591" cy="263347"/>
          </a:xfrm>
          <a:prstGeom prst="rect">
            <a:avLst/>
          </a:prstGeom>
          <a:solidFill>
            <a:srgbClr val="141414"/>
          </a:solidFill>
          <a:ln>
            <a:noFill/>
          </a:ln>
        </p:spPr>
        <p:txBody>
          <a:bodyPr/>
          <a:lstStyle/>
          <a:p>
            <a:endParaRPr lang="uk-UA"/>
          </a:p>
        </p:txBody>
      </p:sp>
      <p:sp>
        <p:nvSpPr>
          <p:cNvPr id="332" name="shape332"/>
          <p:cNvSpPr/>
          <p:nvPr/>
        </p:nvSpPr>
        <p:spPr>
          <a:xfrm>
            <a:off x="9637700" y="1633118"/>
            <a:ext cx="83591" cy="263347"/>
          </a:xfrm>
          <a:prstGeom prst="rect">
            <a:avLst/>
          </a:prstGeom>
          <a:solidFill>
            <a:srgbClr val="141414"/>
          </a:solidFill>
          <a:ln>
            <a:noFill/>
          </a:ln>
        </p:spPr>
        <p:txBody>
          <a:bodyPr/>
          <a:lstStyle/>
          <a:p>
            <a:endParaRPr lang="uk-UA"/>
          </a:p>
        </p:txBody>
      </p:sp>
      <p:sp>
        <p:nvSpPr>
          <p:cNvPr id="333" name="shape333"/>
          <p:cNvSpPr/>
          <p:nvPr/>
        </p:nvSpPr>
        <p:spPr>
          <a:xfrm>
            <a:off x="9637700" y="1894637"/>
            <a:ext cx="83591" cy="667512"/>
          </a:xfrm>
          <a:prstGeom prst="rect">
            <a:avLst/>
          </a:prstGeom>
          <a:solidFill>
            <a:srgbClr val="141414"/>
          </a:solidFill>
          <a:ln>
            <a:noFill/>
          </a:ln>
        </p:spPr>
        <p:txBody>
          <a:bodyPr/>
          <a:lstStyle/>
          <a:p>
            <a:endParaRPr lang="uk-UA"/>
          </a:p>
        </p:txBody>
      </p:sp>
      <p:sp>
        <p:nvSpPr>
          <p:cNvPr id="334" name="shape334"/>
          <p:cNvSpPr/>
          <p:nvPr/>
        </p:nvSpPr>
        <p:spPr>
          <a:xfrm>
            <a:off x="9719462" y="1371600"/>
            <a:ext cx="83591" cy="263347"/>
          </a:xfrm>
          <a:prstGeom prst="rect">
            <a:avLst/>
          </a:prstGeom>
          <a:solidFill>
            <a:srgbClr val="141414"/>
          </a:solidFill>
          <a:ln>
            <a:noFill/>
          </a:ln>
        </p:spPr>
        <p:txBody>
          <a:bodyPr/>
          <a:lstStyle/>
          <a:p>
            <a:endParaRPr lang="uk-UA"/>
          </a:p>
        </p:txBody>
      </p:sp>
      <p:sp>
        <p:nvSpPr>
          <p:cNvPr id="335" name="shape335"/>
          <p:cNvSpPr/>
          <p:nvPr/>
        </p:nvSpPr>
        <p:spPr>
          <a:xfrm>
            <a:off x="9719462" y="1633118"/>
            <a:ext cx="83591" cy="263347"/>
          </a:xfrm>
          <a:prstGeom prst="rect">
            <a:avLst/>
          </a:prstGeom>
          <a:solidFill>
            <a:srgbClr val="141414"/>
          </a:solidFill>
          <a:ln>
            <a:noFill/>
          </a:ln>
        </p:spPr>
        <p:txBody>
          <a:bodyPr/>
          <a:lstStyle/>
          <a:p>
            <a:endParaRPr lang="uk-UA"/>
          </a:p>
        </p:txBody>
      </p:sp>
      <p:sp>
        <p:nvSpPr>
          <p:cNvPr id="336" name="shape336"/>
          <p:cNvSpPr/>
          <p:nvPr/>
        </p:nvSpPr>
        <p:spPr>
          <a:xfrm>
            <a:off x="9719462" y="1894637"/>
            <a:ext cx="83591" cy="667512"/>
          </a:xfrm>
          <a:prstGeom prst="rect">
            <a:avLst/>
          </a:prstGeom>
          <a:solidFill>
            <a:srgbClr val="141414"/>
          </a:solidFill>
          <a:ln>
            <a:noFill/>
          </a:ln>
        </p:spPr>
        <p:txBody>
          <a:bodyPr/>
          <a:lstStyle/>
          <a:p>
            <a:endParaRPr lang="uk-UA"/>
          </a:p>
        </p:txBody>
      </p:sp>
      <p:sp>
        <p:nvSpPr>
          <p:cNvPr id="337" name="shape337"/>
          <p:cNvSpPr/>
          <p:nvPr/>
        </p:nvSpPr>
        <p:spPr>
          <a:xfrm>
            <a:off x="9801225" y="1371600"/>
            <a:ext cx="83591" cy="263347"/>
          </a:xfrm>
          <a:prstGeom prst="rect">
            <a:avLst/>
          </a:prstGeom>
          <a:solidFill>
            <a:srgbClr val="141414"/>
          </a:solidFill>
          <a:ln>
            <a:noFill/>
          </a:ln>
        </p:spPr>
        <p:txBody>
          <a:bodyPr/>
          <a:lstStyle/>
          <a:p>
            <a:endParaRPr lang="uk-UA"/>
          </a:p>
        </p:txBody>
      </p:sp>
      <p:sp>
        <p:nvSpPr>
          <p:cNvPr id="338" name="shape338"/>
          <p:cNvSpPr/>
          <p:nvPr/>
        </p:nvSpPr>
        <p:spPr>
          <a:xfrm>
            <a:off x="9801225" y="1633118"/>
            <a:ext cx="83591" cy="263347"/>
          </a:xfrm>
          <a:prstGeom prst="rect">
            <a:avLst/>
          </a:prstGeom>
          <a:solidFill>
            <a:srgbClr val="141414"/>
          </a:solidFill>
          <a:ln>
            <a:noFill/>
          </a:ln>
        </p:spPr>
        <p:txBody>
          <a:bodyPr/>
          <a:lstStyle/>
          <a:p>
            <a:endParaRPr lang="uk-UA"/>
          </a:p>
        </p:txBody>
      </p:sp>
      <p:sp>
        <p:nvSpPr>
          <p:cNvPr id="339" name="shape339"/>
          <p:cNvSpPr/>
          <p:nvPr/>
        </p:nvSpPr>
        <p:spPr>
          <a:xfrm>
            <a:off x="9801225" y="1894637"/>
            <a:ext cx="83591" cy="667512"/>
          </a:xfrm>
          <a:prstGeom prst="rect">
            <a:avLst/>
          </a:prstGeom>
          <a:solidFill>
            <a:srgbClr val="141414"/>
          </a:solidFill>
          <a:ln>
            <a:noFill/>
          </a:ln>
        </p:spPr>
        <p:txBody>
          <a:bodyPr/>
          <a:lstStyle/>
          <a:p>
            <a:endParaRPr lang="uk-UA"/>
          </a:p>
        </p:txBody>
      </p:sp>
      <p:sp>
        <p:nvSpPr>
          <p:cNvPr id="340" name="shape340"/>
          <p:cNvSpPr/>
          <p:nvPr/>
        </p:nvSpPr>
        <p:spPr>
          <a:xfrm>
            <a:off x="9882988" y="1371600"/>
            <a:ext cx="83591" cy="263347"/>
          </a:xfrm>
          <a:prstGeom prst="rect">
            <a:avLst/>
          </a:prstGeom>
          <a:solidFill>
            <a:srgbClr val="141414"/>
          </a:solidFill>
          <a:ln>
            <a:noFill/>
          </a:ln>
        </p:spPr>
        <p:txBody>
          <a:bodyPr/>
          <a:lstStyle/>
          <a:p>
            <a:endParaRPr lang="uk-UA"/>
          </a:p>
        </p:txBody>
      </p:sp>
      <p:sp>
        <p:nvSpPr>
          <p:cNvPr id="341" name="shape341"/>
          <p:cNvSpPr/>
          <p:nvPr/>
        </p:nvSpPr>
        <p:spPr>
          <a:xfrm>
            <a:off x="9882988" y="1633118"/>
            <a:ext cx="83591" cy="263347"/>
          </a:xfrm>
          <a:prstGeom prst="rect">
            <a:avLst/>
          </a:prstGeom>
          <a:solidFill>
            <a:srgbClr val="141414"/>
          </a:solidFill>
          <a:ln>
            <a:noFill/>
          </a:ln>
        </p:spPr>
        <p:txBody>
          <a:bodyPr/>
          <a:lstStyle/>
          <a:p>
            <a:endParaRPr lang="uk-UA"/>
          </a:p>
        </p:txBody>
      </p:sp>
      <p:sp>
        <p:nvSpPr>
          <p:cNvPr id="342" name="shape342"/>
          <p:cNvSpPr/>
          <p:nvPr/>
        </p:nvSpPr>
        <p:spPr>
          <a:xfrm>
            <a:off x="9882988" y="1894637"/>
            <a:ext cx="83591" cy="667512"/>
          </a:xfrm>
          <a:prstGeom prst="rect">
            <a:avLst/>
          </a:prstGeom>
          <a:solidFill>
            <a:srgbClr val="141414"/>
          </a:solidFill>
          <a:ln>
            <a:noFill/>
          </a:ln>
        </p:spPr>
        <p:txBody>
          <a:bodyPr/>
          <a:lstStyle/>
          <a:p>
            <a:endParaRPr lang="uk-UA"/>
          </a:p>
        </p:txBody>
      </p:sp>
      <p:sp>
        <p:nvSpPr>
          <p:cNvPr id="343" name="shape343"/>
          <p:cNvSpPr/>
          <p:nvPr/>
        </p:nvSpPr>
        <p:spPr>
          <a:xfrm>
            <a:off x="9964750" y="1371600"/>
            <a:ext cx="83591" cy="263347"/>
          </a:xfrm>
          <a:prstGeom prst="rect">
            <a:avLst/>
          </a:prstGeom>
          <a:solidFill>
            <a:srgbClr val="141414"/>
          </a:solidFill>
          <a:ln>
            <a:noFill/>
          </a:ln>
        </p:spPr>
        <p:txBody>
          <a:bodyPr/>
          <a:lstStyle/>
          <a:p>
            <a:endParaRPr lang="uk-UA"/>
          </a:p>
        </p:txBody>
      </p:sp>
      <p:sp>
        <p:nvSpPr>
          <p:cNvPr id="344" name="shape344"/>
          <p:cNvSpPr/>
          <p:nvPr/>
        </p:nvSpPr>
        <p:spPr>
          <a:xfrm>
            <a:off x="9964750" y="1633118"/>
            <a:ext cx="83591" cy="263347"/>
          </a:xfrm>
          <a:prstGeom prst="rect">
            <a:avLst/>
          </a:prstGeom>
          <a:solidFill>
            <a:srgbClr val="141414"/>
          </a:solidFill>
          <a:ln>
            <a:noFill/>
          </a:ln>
        </p:spPr>
        <p:txBody>
          <a:bodyPr/>
          <a:lstStyle/>
          <a:p>
            <a:endParaRPr lang="uk-UA"/>
          </a:p>
        </p:txBody>
      </p:sp>
      <p:sp>
        <p:nvSpPr>
          <p:cNvPr id="345" name="shape345"/>
          <p:cNvSpPr/>
          <p:nvPr/>
        </p:nvSpPr>
        <p:spPr>
          <a:xfrm>
            <a:off x="9964750" y="1894637"/>
            <a:ext cx="83591" cy="667512"/>
          </a:xfrm>
          <a:prstGeom prst="rect">
            <a:avLst/>
          </a:prstGeom>
          <a:solidFill>
            <a:srgbClr val="141414"/>
          </a:solidFill>
          <a:ln>
            <a:noFill/>
          </a:ln>
        </p:spPr>
        <p:txBody>
          <a:bodyPr/>
          <a:lstStyle/>
          <a:p>
            <a:endParaRPr lang="uk-UA"/>
          </a:p>
        </p:txBody>
      </p:sp>
      <p:sp>
        <p:nvSpPr>
          <p:cNvPr id="346" name="shape346"/>
          <p:cNvSpPr/>
          <p:nvPr/>
        </p:nvSpPr>
        <p:spPr>
          <a:xfrm>
            <a:off x="10046513" y="1371600"/>
            <a:ext cx="83591" cy="263347"/>
          </a:xfrm>
          <a:prstGeom prst="rect">
            <a:avLst/>
          </a:prstGeom>
          <a:solidFill>
            <a:srgbClr val="141414"/>
          </a:solidFill>
          <a:ln>
            <a:noFill/>
          </a:ln>
        </p:spPr>
        <p:txBody>
          <a:bodyPr/>
          <a:lstStyle/>
          <a:p>
            <a:endParaRPr lang="uk-UA"/>
          </a:p>
        </p:txBody>
      </p:sp>
      <p:sp>
        <p:nvSpPr>
          <p:cNvPr id="347" name="shape347"/>
          <p:cNvSpPr/>
          <p:nvPr/>
        </p:nvSpPr>
        <p:spPr>
          <a:xfrm>
            <a:off x="10046513" y="1633118"/>
            <a:ext cx="83591" cy="263347"/>
          </a:xfrm>
          <a:prstGeom prst="rect">
            <a:avLst/>
          </a:prstGeom>
          <a:solidFill>
            <a:srgbClr val="141414"/>
          </a:solidFill>
          <a:ln>
            <a:noFill/>
          </a:ln>
        </p:spPr>
        <p:txBody>
          <a:bodyPr/>
          <a:lstStyle/>
          <a:p>
            <a:endParaRPr lang="uk-UA"/>
          </a:p>
        </p:txBody>
      </p:sp>
      <p:sp>
        <p:nvSpPr>
          <p:cNvPr id="348" name="shape348"/>
          <p:cNvSpPr/>
          <p:nvPr/>
        </p:nvSpPr>
        <p:spPr>
          <a:xfrm>
            <a:off x="10046513" y="1894637"/>
            <a:ext cx="83591" cy="667512"/>
          </a:xfrm>
          <a:prstGeom prst="rect">
            <a:avLst/>
          </a:prstGeom>
          <a:solidFill>
            <a:srgbClr val="141414"/>
          </a:solidFill>
          <a:ln>
            <a:noFill/>
          </a:ln>
        </p:spPr>
        <p:txBody>
          <a:bodyPr/>
          <a:lstStyle/>
          <a:p>
            <a:endParaRPr lang="uk-UA"/>
          </a:p>
        </p:txBody>
      </p:sp>
      <p:sp>
        <p:nvSpPr>
          <p:cNvPr id="349" name="shape349"/>
          <p:cNvSpPr/>
          <p:nvPr/>
        </p:nvSpPr>
        <p:spPr>
          <a:xfrm>
            <a:off x="10128275" y="1371600"/>
            <a:ext cx="83591" cy="263347"/>
          </a:xfrm>
          <a:prstGeom prst="rect">
            <a:avLst/>
          </a:prstGeom>
          <a:solidFill>
            <a:srgbClr val="141414"/>
          </a:solidFill>
          <a:ln>
            <a:noFill/>
          </a:ln>
        </p:spPr>
        <p:txBody>
          <a:bodyPr/>
          <a:lstStyle/>
          <a:p>
            <a:endParaRPr lang="uk-UA"/>
          </a:p>
        </p:txBody>
      </p:sp>
      <p:sp>
        <p:nvSpPr>
          <p:cNvPr id="350" name="shape350"/>
          <p:cNvSpPr/>
          <p:nvPr/>
        </p:nvSpPr>
        <p:spPr>
          <a:xfrm>
            <a:off x="10128275" y="1633118"/>
            <a:ext cx="83591" cy="263347"/>
          </a:xfrm>
          <a:prstGeom prst="rect">
            <a:avLst/>
          </a:prstGeom>
          <a:solidFill>
            <a:srgbClr val="141414"/>
          </a:solidFill>
          <a:ln>
            <a:noFill/>
          </a:ln>
        </p:spPr>
        <p:txBody>
          <a:bodyPr/>
          <a:lstStyle/>
          <a:p>
            <a:endParaRPr lang="uk-UA"/>
          </a:p>
        </p:txBody>
      </p:sp>
      <p:sp>
        <p:nvSpPr>
          <p:cNvPr id="351" name="shape351"/>
          <p:cNvSpPr/>
          <p:nvPr/>
        </p:nvSpPr>
        <p:spPr>
          <a:xfrm>
            <a:off x="10128275" y="1894637"/>
            <a:ext cx="83591" cy="667512"/>
          </a:xfrm>
          <a:prstGeom prst="rect">
            <a:avLst/>
          </a:prstGeom>
          <a:solidFill>
            <a:srgbClr val="141414"/>
          </a:solidFill>
          <a:ln>
            <a:noFill/>
          </a:ln>
        </p:spPr>
        <p:txBody>
          <a:bodyPr/>
          <a:lstStyle/>
          <a:p>
            <a:endParaRPr lang="uk-UA"/>
          </a:p>
        </p:txBody>
      </p:sp>
      <p:sp>
        <p:nvSpPr>
          <p:cNvPr id="352" name="shape352"/>
          <p:cNvSpPr/>
          <p:nvPr/>
        </p:nvSpPr>
        <p:spPr>
          <a:xfrm>
            <a:off x="10210038" y="1371600"/>
            <a:ext cx="83591" cy="263347"/>
          </a:xfrm>
          <a:prstGeom prst="rect">
            <a:avLst/>
          </a:prstGeom>
          <a:solidFill>
            <a:srgbClr val="141414"/>
          </a:solidFill>
          <a:ln>
            <a:noFill/>
          </a:ln>
        </p:spPr>
        <p:txBody>
          <a:bodyPr/>
          <a:lstStyle/>
          <a:p>
            <a:endParaRPr lang="uk-UA"/>
          </a:p>
        </p:txBody>
      </p:sp>
      <p:sp>
        <p:nvSpPr>
          <p:cNvPr id="353" name="shape353"/>
          <p:cNvSpPr/>
          <p:nvPr/>
        </p:nvSpPr>
        <p:spPr>
          <a:xfrm>
            <a:off x="10210038" y="1633118"/>
            <a:ext cx="83591" cy="263347"/>
          </a:xfrm>
          <a:prstGeom prst="rect">
            <a:avLst/>
          </a:prstGeom>
          <a:solidFill>
            <a:srgbClr val="141414"/>
          </a:solidFill>
          <a:ln>
            <a:noFill/>
          </a:ln>
        </p:spPr>
        <p:txBody>
          <a:bodyPr/>
          <a:lstStyle/>
          <a:p>
            <a:endParaRPr lang="uk-UA"/>
          </a:p>
        </p:txBody>
      </p:sp>
      <p:sp>
        <p:nvSpPr>
          <p:cNvPr id="354" name="shape354"/>
          <p:cNvSpPr/>
          <p:nvPr/>
        </p:nvSpPr>
        <p:spPr>
          <a:xfrm>
            <a:off x="10210038" y="1894637"/>
            <a:ext cx="83591" cy="667512"/>
          </a:xfrm>
          <a:prstGeom prst="rect">
            <a:avLst/>
          </a:prstGeom>
          <a:solidFill>
            <a:srgbClr val="141414"/>
          </a:solidFill>
          <a:ln>
            <a:noFill/>
          </a:ln>
        </p:spPr>
        <p:txBody>
          <a:bodyPr/>
          <a:lstStyle/>
          <a:p>
            <a:endParaRPr lang="uk-UA"/>
          </a:p>
        </p:txBody>
      </p:sp>
      <p:sp>
        <p:nvSpPr>
          <p:cNvPr id="355" name="shape355"/>
          <p:cNvSpPr/>
          <p:nvPr/>
        </p:nvSpPr>
        <p:spPr>
          <a:xfrm>
            <a:off x="10291801" y="1371600"/>
            <a:ext cx="83591" cy="263347"/>
          </a:xfrm>
          <a:prstGeom prst="rect">
            <a:avLst/>
          </a:prstGeom>
          <a:solidFill>
            <a:srgbClr val="141414"/>
          </a:solidFill>
          <a:ln>
            <a:noFill/>
          </a:ln>
        </p:spPr>
        <p:txBody>
          <a:bodyPr/>
          <a:lstStyle/>
          <a:p>
            <a:endParaRPr lang="uk-UA"/>
          </a:p>
        </p:txBody>
      </p:sp>
      <p:sp>
        <p:nvSpPr>
          <p:cNvPr id="356" name="shape356"/>
          <p:cNvSpPr/>
          <p:nvPr/>
        </p:nvSpPr>
        <p:spPr>
          <a:xfrm>
            <a:off x="10291801" y="1633118"/>
            <a:ext cx="83591" cy="263347"/>
          </a:xfrm>
          <a:prstGeom prst="rect">
            <a:avLst/>
          </a:prstGeom>
          <a:solidFill>
            <a:srgbClr val="141414"/>
          </a:solidFill>
          <a:ln>
            <a:noFill/>
          </a:ln>
        </p:spPr>
        <p:txBody>
          <a:bodyPr/>
          <a:lstStyle/>
          <a:p>
            <a:endParaRPr lang="uk-UA"/>
          </a:p>
        </p:txBody>
      </p:sp>
      <p:sp>
        <p:nvSpPr>
          <p:cNvPr id="357" name="shape357"/>
          <p:cNvSpPr/>
          <p:nvPr/>
        </p:nvSpPr>
        <p:spPr>
          <a:xfrm>
            <a:off x="10291801" y="1894637"/>
            <a:ext cx="83591" cy="667512"/>
          </a:xfrm>
          <a:prstGeom prst="rect">
            <a:avLst/>
          </a:prstGeom>
          <a:solidFill>
            <a:srgbClr val="141414"/>
          </a:solidFill>
          <a:ln>
            <a:noFill/>
          </a:ln>
        </p:spPr>
        <p:txBody>
          <a:bodyPr/>
          <a:lstStyle/>
          <a:p>
            <a:endParaRPr lang="uk-UA"/>
          </a:p>
        </p:txBody>
      </p:sp>
      <p:sp>
        <p:nvSpPr>
          <p:cNvPr id="358" name="shape358"/>
          <p:cNvSpPr/>
          <p:nvPr/>
        </p:nvSpPr>
        <p:spPr>
          <a:xfrm>
            <a:off x="10373563" y="1371600"/>
            <a:ext cx="83591" cy="263347"/>
          </a:xfrm>
          <a:prstGeom prst="rect">
            <a:avLst/>
          </a:prstGeom>
          <a:solidFill>
            <a:srgbClr val="141414"/>
          </a:solidFill>
          <a:ln>
            <a:noFill/>
          </a:ln>
        </p:spPr>
        <p:txBody>
          <a:bodyPr/>
          <a:lstStyle/>
          <a:p>
            <a:endParaRPr lang="uk-UA"/>
          </a:p>
        </p:txBody>
      </p:sp>
      <p:sp>
        <p:nvSpPr>
          <p:cNvPr id="359" name="shape359"/>
          <p:cNvSpPr/>
          <p:nvPr/>
        </p:nvSpPr>
        <p:spPr>
          <a:xfrm>
            <a:off x="10373563" y="1633118"/>
            <a:ext cx="83591" cy="263347"/>
          </a:xfrm>
          <a:prstGeom prst="rect">
            <a:avLst/>
          </a:prstGeom>
          <a:solidFill>
            <a:srgbClr val="141414"/>
          </a:solidFill>
          <a:ln>
            <a:noFill/>
          </a:ln>
        </p:spPr>
        <p:txBody>
          <a:bodyPr/>
          <a:lstStyle/>
          <a:p>
            <a:endParaRPr lang="uk-UA"/>
          </a:p>
        </p:txBody>
      </p:sp>
      <p:sp>
        <p:nvSpPr>
          <p:cNvPr id="360" name="shape360"/>
          <p:cNvSpPr/>
          <p:nvPr/>
        </p:nvSpPr>
        <p:spPr>
          <a:xfrm>
            <a:off x="10373563" y="1894637"/>
            <a:ext cx="83591" cy="667512"/>
          </a:xfrm>
          <a:prstGeom prst="rect">
            <a:avLst/>
          </a:prstGeom>
          <a:solidFill>
            <a:srgbClr val="141414"/>
          </a:solidFill>
          <a:ln>
            <a:noFill/>
          </a:ln>
        </p:spPr>
        <p:txBody>
          <a:bodyPr/>
          <a:lstStyle/>
          <a:p>
            <a:endParaRPr lang="uk-UA"/>
          </a:p>
        </p:txBody>
      </p:sp>
      <p:sp>
        <p:nvSpPr>
          <p:cNvPr id="361" name="shape361"/>
          <p:cNvSpPr/>
          <p:nvPr/>
        </p:nvSpPr>
        <p:spPr>
          <a:xfrm>
            <a:off x="10455326" y="1371600"/>
            <a:ext cx="83591" cy="263347"/>
          </a:xfrm>
          <a:prstGeom prst="rect">
            <a:avLst/>
          </a:prstGeom>
          <a:solidFill>
            <a:srgbClr val="141414"/>
          </a:solidFill>
          <a:ln>
            <a:noFill/>
          </a:ln>
        </p:spPr>
        <p:txBody>
          <a:bodyPr/>
          <a:lstStyle/>
          <a:p>
            <a:endParaRPr lang="uk-UA"/>
          </a:p>
        </p:txBody>
      </p:sp>
      <p:sp>
        <p:nvSpPr>
          <p:cNvPr id="362" name="shape362"/>
          <p:cNvSpPr/>
          <p:nvPr/>
        </p:nvSpPr>
        <p:spPr>
          <a:xfrm>
            <a:off x="10455326" y="1633118"/>
            <a:ext cx="83591" cy="263347"/>
          </a:xfrm>
          <a:prstGeom prst="rect">
            <a:avLst/>
          </a:prstGeom>
          <a:solidFill>
            <a:srgbClr val="141414"/>
          </a:solidFill>
          <a:ln>
            <a:noFill/>
          </a:ln>
        </p:spPr>
        <p:txBody>
          <a:bodyPr/>
          <a:lstStyle/>
          <a:p>
            <a:endParaRPr lang="uk-UA"/>
          </a:p>
        </p:txBody>
      </p:sp>
      <p:sp>
        <p:nvSpPr>
          <p:cNvPr id="363" name="shape363"/>
          <p:cNvSpPr/>
          <p:nvPr/>
        </p:nvSpPr>
        <p:spPr>
          <a:xfrm>
            <a:off x="10455326" y="1894637"/>
            <a:ext cx="83591" cy="667512"/>
          </a:xfrm>
          <a:prstGeom prst="rect">
            <a:avLst/>
          </a:prstGeom>
          <a:solidFill>
            <a:srgbClr val="141414"/>
          </a:solidFill>
          <a:ln>
            <a:noFill/>
          </a:ln>
        </p:spPr>
        <p:txBody>
          <a:bodyPr/>
          <a:lstStyle/>
          <a:p>
            <a:endParaRPr lang="uk-UA"/>
          </a:p>
        </p:txBody>
      </p:sp>
      <p:sp>
        <p:nvSpPr>
          <p:cNvPr id="364" name="shape364"/>
          <p:cNvSpPr/>
          <p:nvPr/>
        </p:nvSpPr>
        <p:spPr>
          <a:xfrm>
            <a:off x="10537088" y="1371600"/>
            <a:ext cx="83591" cy="263347"/>
          </a:xfrm>
          <a:prstGeom prst="rect">
            <a:avLst/>
          </a:prstGeom>
          <a:solidFill>
            <a:srgbClr val="141414"/>
          </a:solidFill>
          <a:ln>
            <a:noFill/>
          </a:ln>
        </p:spPr>
        <p:txBody>
          <a:bodyPr/>
          <a:lstStyle/>
          <a:p>
            <a:endParaRPr lang="uk-UA"/>
          </a:p>
        </p:txBody>
      </p:sp>
      <p:sp>
        <p:nvSpPr>
          <p:cNvPr id="365" name="shape365"/>
          <p:cNvSpPr/>
          <p:nvPr/>
        </p:nvSpPr>
        <p:spPr>
          <a:xfrm>
            <a:off x="10537088" y="1633118"/>
            <a:ext cx="83591" cy="263347"/>
          </a:xfrm>
          <a:prstGeom prst="rect">
            <a:avLst/>
          </a:prstGeom>
          <a:solidFill>
            <a:srgbClr val="141414"/>
          </a:solidFill>
          <a:ln>
            <a:noFill/>
          </a:ln>
        </p:spPr>
        <p:txBody>
          <a:bodyPr/>
          <a:lstStyle/>
          <a:p>
            <a:endParaRPr lang="uk-UA"/>
          </a:p>
        </p:txBody>
      </p:sp>
      <p:sp>
        <p:nvSpPr>
          <p:cNvPr id="366" name="shape366"/>
          <p:cNvSpPr/>
          <p:nvPr/>
        </p:nvSpPr>
        <p:spPr>
          <a:xfrm>
            <a:off x="10537088" y="1894637"/>
            <a:ext cx="83591" cy="667512"/>
          </a:xfrm>
          <a:prstGeom prst="rect">
            <a:avLst/>
          </a:prstGeom>
          <a:solidFill>
            <a:srgbClr val="141414"/>
          </a:solidFill>
          <a:ln>
            <a:noFill/>
          </a:ln>
        </p:spPr>
        <p:txBody>
          <a:bodyPr/>
          <a:lstStyle/>
          <a:p>
            <a:endParaRPr lang="uk-UA"/>
          </a:p>
        </p:txBody>
      </p:sp>
      <p:sp>
        <p:nvSpPr>
          <p:cNvPr id="367" name="shape367"/>
          <p:cNvSpPr/>
          <p:nvPr/>
        </p:nvSpPr>
        <p:spPr>
          <a:xfrm>
            <a:off x="10618851" y="1371600"/>
            <a:ext cx="83591" cy="263347"/>
          </a:xfrm>
          <a:prstGeom prst="rect">
            <a:avLst/>
          </a:prstGeom>
          <a:solidFill>
            <a:srgbClr val="141414"/>
          </a:solidFill>
          <a:ln>
            <a:noFill/>
          </a:ln>
        </p:spPr>
        <p:txBody>
          <a:bodyPr/>
          <a:lstStyle/>
          <a:p>
            <a:endParaRPr lang="uk-UA"/>
          </a:p>
        </p:txBody>
      </p:sp>
      <p:sp>
        <p:nvSpPr>
          <p:cNvPr id="368" name="shape368"/>
          <p:cNvSpPr/>
          <p:nvPr/>
        </p:nvSpPr>
        <p:spPr>
          <a:xfrm>
            <a:off x="10618851" y="1633118"/>
            <a:ext cx="83591" cy="263347"/>
          </a:xfrm>
          <a:prstGeom prst="rect">
            <a:avLst/>
          </a:prstGeom>
          <a:solidFill>
            <a:srgbClr val="141414"/>
          </a:solidFill>
          <a:ln>
            <a:noFill/>
          </a:ln>
        </p:spPr>
        <p:txBody>
          <a:bodyPr/>
          <a:lstStyle/>
          <a:p>
            <a:endParaRPr lang="uk-UA"/>
          </a:p>
        </p:txBody>
      </p:sp>
      <p:sp>
        <p:nvSpPr>
          <p:cNvPr id="369" name="shape369"/>
          <p:cNvSpPr/>
          <p:nvPr/>
        </p:nvSpPr>
        <p:spPr>
          <a:xfrm>
            <a:off x="10618851" y="1894637"/>
            <a:ext cx="83591" cy="667512"/>
          </a:xfrm>
          <a:prstGeom prst="rect">
            <a:avLst/>
          </a:prstGeom>
          <a:solidFill>
            <a:srgbClr val="161616"/>
          </a:solidFill>
          <a:ln>
            <a:noFill/>
          </a:ln>
        </p:spPr>
        <p:txBody>
          <a:bodyPr/>
          <a:lstStyle/>
          <a:p>
            <a:endParaRPr lang="uk-UA"/>
          </a:p>
        </p:txBody>
      </p:sp>
      <p:sp>
        <p:nvSpPr>
          <p:cNvPr id="370" name="shape370"/>
          <p:cNvSpPr/>
          <p:nvPr/>
        </p:nvSpPr>
        <p:spPr>
          <a:xfrm>
            <a:off x="10700614" y="1371600"/>
            <a:ext cx="83591" cy="263347"/>
          </a:xfrm>
          <a:prstGeom prst="rect">
            <a:avLst/>
          </a:prstGeom>
          <a:solidFill>
            <a:srgbClr val="141414"/>
          </a:solidFill>
          <a:ln>
            <a:noFill/>
          </a:ln>
        </p:spPr>
        <p:txBody>
          <a:bodyPr/>
          <a:lstStyle/>
          <a:p>
            <a:endParaRPr lang="uk-UA"/>
          </a:p>
        </p:txBody>
      </p:sp>
      <p:sp>
        <p:nvSpPr>
          <p:cNvPr id="371" name="shape371"/>
          <p:cNvSpPr/>
          <p:nvPr/>
        </p:nvSpPr>
        <p:spPr>
          <a:xfrm>
            <a:off x="10700614" y="1633118"/>
            <a:ext cx="83591" cy="263347"/>
          </a:xfrm>
          <a:prstGeom prst="rect">
            <a:avLst/>
          </a:prstGeom>
          <a:solidFill>
            <a:srgbClr val="141414"/>
          </a:solidFill>
          <a:ln>
            <a:noFill/>
          </a:ln>
        </p:spPr>
        <p:txBody>
          <a:bodyPr/>
          <a:lstStyle/>
          <a:p>
            <a:endParaRPr lang="uk-UA"/>
          </a:p>
        </p:txBody>
      </p:sp>
      <p:sp>
        <p:nvSpPr>
          <p:cNvPr id="372" name="shape372"/>
          <p:cNvSpPr/>
          <p:nvPr/>
        </p:nvSpPr>
        <p:spPr>
          <a:xfrm>
            <a:off x="10700614" y="1894637"/>
            <a:ext cx="83591" cy="667512"/>
          </a:xfrm>
          <a:prstGeom prst="rect">
            <a:avLst/>
          </a:prstGeom>
          <a:solidFill>
            <a:srgbClr val="1B1B1B"/>
          </a:solidFill>
          <a:ln>
            <a:noFill/>
          </a:ln>
        </p:spPr>
        <p:txBody>
          <a:bodyPr/>
          <a:lstStyle/>
          <a:p>
            <a:endParaRPr lang="uk-UA"/>
          </a:p>
        </p:txBody>
      </p:sp>
      <p:sp>
        <p:nvSpPr>
          <p:cNvPr id="373" name="shape373"/>
          <p:cNvSpPr/>
          <p:nvPr/>
        </p:nvSpPr>
        <p:spPr>
          <a:xfrm>
            <a:off x="10782376" y="1371600"/>
            <a:ext cx="83591" cy="263347"/>
          </a:xfrm>
          <a:prstGeom prst="rect">
            <a:avLst/>
          </a:prstGeom>
          <a:solidFill>
            <a:srgbClr val="141414"/>
          </a:solidFill>
          <a:ln>
            <a:noFill/>
          </a:ln>
        </p:spPr>
        <p:txBody>
          <a:bodyPr/>
          <a:lstStyle/>
          <a:p>
            <a:endParaRPr lang="uk-UA"/>
          </a:p>
        </p:txBody>
      </p:sp>
      <p:sp>
        <p:nvSpPr>
          <p:cNvPr id="374" name="shape374"/>
          <p:cNvSpPr/>
          <p:nvPr/>
        </p:nvSpPr>
        <p:spPr>
          <a:xfrm>
            <a:off x="10782376" y="1633118"/>
            <a:ext cx="83591" cy="263347"/>
          </a:xfrm>
          <a:prstGeom prst="rect">
            <a:avLst/>
          </a:prstGeom>
          <a:solidFill>
            <a:srgbClr val="141414"/>
          </a:solidFill>
          <a:ln>
            <a:noFill/>
          </a:ln>
        </p:spPr>
        <p:txBody>
          <a:bodyPr/>
          <a:lstStyle/>
          <a:p>
            <a:endParaRPr lang="uk-UA"/>
          </a:p>
        </p:txBody>
      </p:sp>
      <p:sp>
        <p:nvSpPr>
          <p:cNvPr id="375" name="shape375"/>
          <p:cNvSpPr/>
          <p:nvPr/>
        </p:nvSpPr>
        <p:spPr>
          <a:xfrm>
            <a:off x="10782376" y="1894637"/>
            <a:ext cx="83591" cy="667512"/>
          </a:xfrm>
          <a:prstGeom prst="rect">
            <a:avLst/>
          </a:prstGeom>
          <a:solidFill>
            <a:srgbClr val="1D1D1D"/>
          </a:solidFill>
          <a:ln>
            <a:noFill/>
          </a:ln>
        </p:spPr>
        <p:txBody>
          <a:bodyPr/>
          <a:lstStyle/>
          <a:p>
            <a:endParaRPr lang="uk-UA"/>
          </a:p>
        </p:txBody>
      </p:sp>
      <p:sp>
        <p:nvSpPr>
          <p:cNvPr id="376" name="shape376"/>
          <p:cNvSpPr/>
          <p:nvPr/>
        </p:nvSpPr>
        <p:spPr>
          <a:xfrm>
            <a:off x="10864139" y="1371600"/>
            <a:ext cx="83591" cy="263347"/>
          </a:xfrm>
          <a:prstGeom prst="rect">
            <a:avLst/>
          </a:prstGeom>
          <a:solidFill>
            <a:srgbClr val="141414"/>
          </a:solidFill>
          <a:ln>
            <a:noFill/>
          </a:ln>
        </p:spPr>
        <p:txBody>
          <a:bodyPr/>
          <a:lstStyle/>
          <a:p>
            <a:endParaRPr lang="uk-UA"/>
          </a:p>
        </p:txBody>
      </p:sp>
      <p:sp>
        <p:nvSpPr>
          <p:cNvPr id="377" name="shape377"/>
          <p:cNvSpPr/>
          <p:nvPr/>
        </p:nvSpPr>
        <p:spPr>
          <a:xfrm>
            <a:off x="10864139" y="1633118"/>
            <a:ext cx="83591" cy="263347"/>
          </a:xfrm>
          <a:prstGeom prst="rect">
            <a:avLst/>
          </a:prstGeom>
          <a:solidFill>
            <a:srgbClr val="141414"/>
          </a:solidFill>
          <a:ln>
            <a:noFill/>
          </a:ln>
        </p:spPr>
        <p:txBody>
          <a:bodyPr/>
          <a:lstStyle/>
          <a:p>
            <a:endParaRPr lang="uk-UA"/>
          </a:p>
        </p:txBody>
      </p:sp>
      <p:sp>
        <p:nvSpPr>
          <p:cNvPr id="378" name="shape378"/>
          <p:cNvSpPr/>
          <p:nvPr/>
        </p:nvSpPr>
        <p:spPr>
          <a:xfrm>
            <a:off x="10864139" y="1894637"/>
            <a:ext cx="83591" cy="667512"/>
          </a:xfrm>
          <a:prstGeom prst="rect">
            <a:avLst/>
          </a:prstGeom>
          <a:solidFill>
            <a:srgbClr val="1B1B1B"/>
          </a:solidFill>
          <a:ln>
            <a:noFill/>
          </a:ln>
        </p:spPr>
        <p:txBody>
          <a:bodyPr/>
          <a:lstStyle/>
          <a:p>
            <a:endParaRPr lang="uk-UA"/>
          </a:p>
        </p:txBody>
      </p:sp>
      <p:sp>
        <p:nvSpPr>
          <p:cNvPr id="379" name="shape379"/>
          <p:cNvSpPr/>
          <p:nvPr/>
        </p:nvSpPr>
        <p:spPr>
          <a:xfrm>
            <a:off x="10945901" y="1371600"/>
            <a:ext cx="83591" cy="263347"/>
          </a:xfrm>
          <a:prstGeom prst="rect">
            <a:avLst/>
          </a:prstGeom>
          <a:solidFill>
            <a:srgbClr val="141414"/>
          </a:solidFill>
          <a:ln>
            <a:noFill/>
          </a:ln>
        </p:spPr>
        <p:txBody>
          <a:bodyPr/>
          <a:lstStyle/>
          <a:p>
            <a:endParaRPr lang="uk-UA"/>
          </a:p>
        </p:txBody>
      </p:sp>
      <p:sp>
        <p:nvSpPr>
          <p:cNvPr id="380" name="shape380"/>
          <p:cNvSpPr/>
          <p:nvPr/>
        </p:nvSpPr>
        <p:spPr>
          <a:xfrm>
            <a:off x="10945901" y="1633118"/>
            <a:ext cx="83591" cy="263347"/>
          </a:xfrm>
          <a:prstGeom prst="rect">
            <a:avLst/>
          </a:prstGeom>
          <a:solidFill>
            <a:srgbClr val="141414"/>
          </a:solidFill>
          <a:ln>
            <a:noFill/>
          </a:ln>
        </p:spPr>
        <p:txBody>
          <a:bodyPr/>
          <a:lstStyle/>
          <a:p>
            <a:endParaRPr lang="uk-UA"/>
          </a:p>
        </p:txBody>
      </p:sp>
      <p:sp>
        <p:nvSpPr>
          <p:cNvPr id="381" name="shape381"/>
          <p:cNvSpPr/>
          <p:nvPr/>
        </p:nvSpPr>
        <p:spPr>
          <a:xfrm>
            <a:off x="10945901" y="1894637"/>
            <a:ext cx="83591" cy="667512"/>
          </a:xfrm>
          <a:prstGeom prst="rect">
            <a:avLst/>
          </a:prstGeom>
          <a:solidFill>
            <a:srgbClr val="161616"/>
          </a:solidFill>
          <a:ln>
            <a:noFill/>
          </a:ln>
        </p:spPr>
        <p:txBody>
          <a:bodyPr/>
          <a:lstStyle/>
          <a:p>
            <a:endParaRPr lang="uk-UA"/>
          </a:p>
        </p:txBody>
      </p:sp>
      <p:sp>
        <p:nvSpPr>
          <p:cNvPr id="382" name="line382"/>
          <p:cNvSpPr/>
          <p:nvPr/>
        </p:nvSpPr>
        <p:spPr>
          <a:xfrm>
            <a:off x="1216152" y="1633118"/>
            <a:ext cx="9811512" cy="0"/>
          </a:xfrm>
          <a:prstGeom prst="line">
            <a:avLst/>
          </a:prstGeom>
          <a:noFill/>
          <a:ln w="5715">
            <a:solidFill>
              <a:srgbClr val="3A3A3A"/>
            </a:solidFill>
            <a:prstDash val="solid"/>
          </a:ln>
        </p:spPr>
        <p:txBody>
          <a:bodyPr/>
          <a:lstStyle/>
          <a:p>
            <a:endParaRPr lang="uk-UA"/>
          </a:p>
        </p:txBody>
      </p:sp>
      <p:sp>
        <p:nvSpPr>
          <p:cNvPr id="383" name="line383"/>
          <p:cNvSpPr/>
          <p:nvPr/>
        </p:nvSpPr>
        <p:spPr>
          <a:xfrm>
            <a:off x="1216152" y="1894637"/>
            <a:ext cx="9811512" cy="0"/>
          </a:xfrm>
          <a:prstGeom prst="line">
            <a:avLst/>
          </a:prstGeom>
          <a:noFill/>
          <a:ln w="5715">
            <a:solidFill>
              <a:srgbClr val="3A3A3A"/>
            </a:solidFill>
            <a:prstDash val="solid"/>
          </a:ln>
        </p:spPr>
        <p:txBody>
          <a:bodyPr/>
          <a:lstStyle/>
          <a:p>
            <a:endParaRPr lang="uk-UA"/>
          </a:p>
        </p:txBody>
      </p:sp>
      <p:sp>
        <p:nvSpPr>
          <p:cNvPr id="384" name="line384"/>
          <p:cNvSpPr/>
          <p:nvPr/>
        </p:nvSpPr>
        <p:spPr>
          <a:xfrm>
            <a:off x="1216152" y="2081028"/>
            <a:ext cx="9811512" cy="0"/>
          </a:xfrm>
          <a:prstGeom prst="line">
            <a:avLst/>
          </a:prstGeom>
          <a:noFill/>
          <a:ln w="4445">
            <a:solidFill>
              <a:srgbClr val="505050"/>
            </a:solidFill>
            <a:prstDash val="solid"/>
          </a:ln>
        </p:spPr>
        <p:txBody>
          <a:bodyPr/>
          <a:lstStyle/>
          <a:p>
            <a:endParaRPr lang="uk-UA"/>
          </a:p>
        </p:txBody>
      </p:sp>
      <p:sp>
        <p:nvSpPr>
          <p:cNvPr id="385" name="line385"/>
          <p:cNvSpPr/>
          <p:nvPr/>
        </p:nvSpPr>
        <p:spPr>
          <a:xfrm>
            <a:off x="1216152" y="2294047"/>
            <a:ext cx="9811512" cy="0"/>
          </a:xfrm>
          <a:prstGeom prst="line">
            <a:avLst/>
          </a:prstGeom>
          <a:noFill/>
          <a:ln w="4445">
            <a:solidFill>
              <a:srgbClr val="505050"/>
            </a:solidFill>
            <a:prstDash val="solid"/>
          </a:ln>
        </p:spPr>
        <p:txBody>
          <a:bodyPr/>
          <a:lstStyle/>
          <a:p>
            <a:endParaRPr lang="uk-UA"/>
          </a:p>
        </p:txBody>
      </p:sp>
      <p:sp>
        <p:nvSpPr>
          <p:cNvPr id="386" name="line386"/>
          <p:cNvSpPr/>
          <p:nvPr/>
        </p:nvSpPr>
        <p:spPr>
          <a:xfrm>
            <a:off x="1216152" y="2473781"/>
            <a:ext cx="9811512" cy="0"/>
          </a:xfrm>
          <a:prstGeom prst="line">
            <a:avLst/>
          </a:prstGeom>
          <a:noFill/>
          <a:ln w="4445">
            <a:solidFill>
              <a:srgbClr val="505050"/>
            </a:solidFill>
            <a:prstDash val="solid"/>
          </a:ln>
        </p:spPr>
        <p:txBody>
          <a:bodyPr/>
          <a:lstStyle/>
          <a:p>
            <a:endParaRPr lang="uk-UA"/>
          </a:p>
        </p:txBody>
      </p:sp>
      <p:sp>
        <p:nvSpPr>
          <p:cNvPr id="387" name="line387"/>
          <p:cNvSpPr/>
          <p:nvPr/>
        </p:nvSpPr>
        <p:spPr>
          <a:xfrm>
            <a:off x="1257033" y="1371600"/>
            <a:ext cx="0" cy="1188720"/>
          </a:xfrm>
          <a:prstGeom prst="line">
            <a:avLst/>
          </a:prstGeom>
          <a:noFill/>
          <a:ln w="4445">
            <a:solidFill>
              <a:srgbClr val="292929"/>
            </a:solidFill>
            <a:prstDash val="solid"/>
          </a:ln>
        </p:spPr>
        <p:txBody>
          <a:bodyPr/>
          <a:lstStyle/>
          <a:p>
            <a:endParaRPr lang="uk-UA"/>
          </a:p>
        </p:txBody>
      </p:sp>
      <p:sp>
        <p:nvSpPr>
          <p:cNvPr id="388" name="text388"/>
          <p:cNvSpPr txBox="1"/>
          <p:nvPr/>
        </p:nvSpPr>
        <p:spPr>
          <a:xfrm>
            <a:off x="103757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389" name="text389"/>
          <p:cNvSpPr txBox="1"/>
          <p:nvPr/>
        </p:nvSpPr>
        <p:spPr>
          <a:xfrm>
            <a:off x="1028433" y="2697480"/>
            <a:ext cx="457200" cy="109728"/>
          </a:xfrm>
          <a:prstGeom prst="rect">
            <a:avLst/>
          </a:prstGeom>
          <a:noFill/>
          <a:ln>
            <a:noFill/>
          </a:ln>
        </p:spPr>
        <p:txBody>
          <a:bodyPr wrap="none" lIns="0" tIns="0" rIns="0" bIns="0">
            <a:normAutofit/>
          </a:bodyPr>
          <a:lstStyle/>
          <a:p>
            <a:pPr algn="ctr"/>
            <a:r>
              <a:rPr lang="uk-UA" sz="600">
                <a:solidFill>
                  <a:srgbClr val="AFAFAF"/>
                </a:solidFill>
                <a:latin typeface="Aptos"/>
                <a:cs typeface="Aptos"/>
              </a:rPr>
              <a:t>06.09</a:t>
            </a:r>
          </a:p>
        </p:txBody>
      </p:sp>
      <p:sp>
        <p:nvSpPr>
          <p:cNvPr id="390" name="line390"/>
          <p:cNvSpPr/>
          <p:nvPr/>
        </p:nvSpPr>
        <p:spPr>
          <a:xfrm>
            <a:off x="1747609" y="1371600"/>
            <a:ext cx="0" cy="1188720"/>
          </a:xfrm>
          <a:prstGeom prst="line">
            <a:avLst/>
          </a:prstGeom>
          <a:noFill/>
          <a:ln w="9525">
            <a:solidFill>
              <a:srgbClr val="505050"/>
            </a:solidFill>
            <a:prstDash val="solid"/>
          </a:ln>
        </p:spPr>
        <p:txBody>
          <a:bodyPr/>
          <a:lstStyle/>
          <a:p>
            <a:endParaRPr lang="uk-UA"/>
          </a:p>
        </p:txBody>
      </p:sp>
      <p:sp>
        <p:nvSpPr>
          <p:cNvPr id="391" name="text391"/>
          <p:cNvSpPr txBox="1"/>
          <p:nvPr/>
        </p:nvSpPr>
        <p:spPr>
          <a:xfrm>
            <a:off x="152815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392" name="text392"/>
          <p:cNvSpPr txBox="1"/>
          <p:nvPr/>
        </p:nvSpPr>
        <p:spPr>
          <a:xfrm>
            <a:off x="1519009"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07.09</a:t>
            </a:r>
          </a:p>
        </p:txBody>
      </p:sp>
      <p:sp>
        <p:nvSpPr>
          <p:cNvPr id="393" name="line393"/>
          <p:cNvSpPr/>
          <p:nvPr/>
        </p:nvSpPr>
        <p:spPr>
          <a:xfrm>
            <a:off x="2238185" y="1371600"/>
            <a:ext cx="0" cy="1188720"/>
          </a:xfrm>
          <a:prstGeom prst="line">
            <a:avLst/>
          </a:prstGeom>
          <a:noFill/>
          <a:ln w="4445">
            <a:solidFill>
              <a:srgbClr val="292929"/>
            </a:solidFill>
            <a:prstDash val="solid"/>
          </a:ln>
        </p:spPr>
        <p:txBody>
          <a:bodyPr/>
          <a:lstStyle/>
          <a:p>
            <a:endParaRPr lang="uk-UA"/>
          </a:p>
        </p:txBody>
      </p:sp>
      <p:sp>
        <p:nvSpPr>
          <p:cNvPr id="394" name="text394"/>
          <p:cNvSpPr txBox="1"/>
          <p:nvPr/>
        </p:nvSpPr>
        <p:spPr>
          <a:xfrm>
            <a:off x="2018729"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395" name="line395"/>
          <p:cNvSpPr/>
          <p:nvPr/>
        </p:nvSpPr>
        <p:spPr>
          <a:xfrm>
            <a:off x="2728760" y="1371600"/>
            <a:ext cx="0" cy="1188720"/>
          </a:xfrm>
          <a:prstGeom prst="line">
            <a:avLst/>
          </a:prstGeom>
          <a:noFill/>
          <a:ln w="4445">
            <a:solidFill>
              <a:srgbClr val="292929"/>
            </a:solidFill>
            <a:prstDash val="solid"/>
          </a:ln>
        </p:spPr>
        <p:txBody>
          <a:bodyPr/>
          <a:lstStyle/>
          <a:p>
            <a:endParaRPr lang="uk-UA"/>
          </a:p>
        </p:txBody>
      </p:sp>
      <p:sp>
        <p:nvSpPr>
          <p:cNvPr id="396" name="text396"/>
          <p:cNvSpPr txBox="1"/>
          <p:nvPr/>
        </p:nvSpPr>
        <p:spPr>
          <a:xfrm>
            <a:off x="2509304"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397" name="line397"/>
          <p:cNvSpPr/>
          <p:nvPr/>
        </p:nvSpPr>
        <p:spPr>
          <a:xfrm>
            <a:off x="3219336" y="1371600"/>
            <a:ext cx="0" cy="1188720"/>
          </a:xfrm>
          <a:prstGeom prst="line">
            <a:avLst/>
          </a:prstGeom>
          <a:noFill/>
          <a:ln w="4445">
            <a:solidFill>
              <a:srgbClr val="292929"/>
            </a:solidFill>
            <a:prstDash val="solid"/>
          </a:ln>
        </p:spPr>
        <p:txBody>
          <a:bodyPr/>
          <a:lstStyle/>
          <a:p>
            <a:endParaRPr lang="uk-UA"/>
          </a:p>
        </p:txBody>
      </p:sp>
      <p:sp>
        <p:nvSpPr>
          <p:cNvPr id="398" name="text398"/>
          <p:cNvSpPr txBox="1"/>
          <p:nvPr/>
        </p:nvSpPr>
        <p:spPr>
          <a:xfrm>
            <a:off x="2999880"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399" name="line399"/>
          <p:cNvSpPr/>
          <p:nvPr/>
        </p:nvSpPr>
        <p:spPr>
          <a:xfrm>
            <a:off x="3709911" y="1371600"/>
            <a:ext cx="0" cy="1188720"/>
          </a:xfrm>
          <a:prstGeom prst="line">
            <a:avLst/>
          </a:prstGeom>
          <a:noFill/>
          <a:ln w="9525">
            <a:solidFill>
              <a:srgbClr val="505050"/>
            </a:solidFill>
            <a:prstDash val="solid"/>
          </a:ln>
        </p:spPr>
        <p:txBody>
          <a:bodyPr/>
          <a:lstStyle/>
          <a:p>
            <a:endParaRPr lang="uk-UA"/>
          </a:p>
        </p:txBody>
      </p:sp>
      <p:sp>
        <p:nvSpPr>
          <p:cNvPr id="400" name="text400"/>
          <p:cNvSpPr txBox="1"/>
          <p:nvPr/>
        </p:nvSpPr>
        <p:spPr>
          <a:xfrm>
            <a:off x="3490455"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01" name="text401"/>
          <p:cNvSpPr txBox="1"/>
          <p:nvPr/>
        </p:nvSpPr>
        <p:spPr>
          <a:xfrm>
            <a:off x="3481311"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08.09</a:t>
            </a:r>
          </a:p>
        </p:txBody>
      </p:sp>
      <p:sp>
        <p:nvSpPr>
          <p:cNvPr id="402" name="line402"/>
          <p:cNvSpPr/>
          <p:nvPr/>
        </p:nvSpPr>
        <p:spPr>
          <a:xfrm>
            <a:off x="4200487" y="1371600"/>
            <a:ext cx="0" cy="1188720"/>
          </a:xfrm>
          <a:prstGeom prst="line">
            <a:avLst/>
          </a:prstGeom>
          <a:noFill/>
          <a:ln w="4445">
            <a:solidFill>
              <a:srgbClr val="292929"/>
            </a:solidFill>
            <a:prstDash val="solid"/>
          </a:ln>
        </p:spPr>
        <p:txBody>
          <a:bodyPr/>
          <a:lstStyle/>
          <a:p>
            <a:endParaRPr lang="uk-UA"/>
          </a:p>
        </p:txBody>
      </p:sp>
      <p:sp>
        <p:nvSpPr>
          <p:cNvPr id="403" name="text403"/>
          <p:cNvSpPr txBox="1"/>
          <p:nvPr/>
        </p:nvSpPr>
        <p:spPr>
          <a:xfrm>
            <a:off x="3981031"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04" name="line404"/>
          <p:cNvSpPr/>
          <p:nvPr/>
        </p:nvSpPr>
        <p:spPr>
          <a:xfrm>
            <a:off x="4691063" y="1371600"/>
            <a:ext cx="0" cy="1188720"/>
          </a:xfrm>
          <a:prstGeom prst="line">
            <a:avLst/>
          </a:prstGeom>
          <a:noFill/>
          <a:ln w="4445">
            <a:solidFill>
              <a:srgbClr val="292929"/>
            </a:solidFill>
            <a:prstDash val="solid"/>
          </a:ln>
        </p:spPr>
        <p:txBody>
          <a:bodyPr/>
          <a:lstStyle/>
          <a:p>
            <a:endParaRPr lang="uk-UA"/>
          </a:p>
        </p:txBody>
      </p:sp>
      <p:sp>
        <p:nvSpPr>
          <p:cNvPr id="405" name="text405"/>
          <p:cNvSpPr txBox="1"/>
          <p:nvPr/>
        </p:nvSpPr>
        <p:spPr>
          <a:xfrm>
            <a:off x="447160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06" name="line406"/>
          <p:cNvSpPr/>
          <p:nvPr/>
        </p:nvSpPr>
        <p:spPr>
          <a:xfrm>
            <a:off x="5181638" y="1371600"/>
            <a:ext cx="0" cy="1188720"/>
          </a:xfrm>
          <a:prstGeom prst="line">
            <a:avLst/>
          </a:prstGeom>
          <a:noFill/>
          <a:ln w="4445">
            <a:solidFill>
              <a:srgbClr val="292929"/>
            </a:solidFill>
            <a:prstDash val="solid"/>
          </a:ln>
        </p:spPr>
        <p:txBody>
          <a:bodyPr/>
          <a:lstStyle/>
          <a:p>
            <a:endParaRPr lang="uk-UA"/>
          </a:p>
        </p:txBody>
      </p:sp>
      <p:sp>
        <p:nvSpPr>
          <p:cNvPr id="407" name="text407"/>
          <p:cNvSpPr txBox="1"/>
          <p:nvPr/>
        </p:nvSpPr>
        <p:spPr>
          <a:xfrm>
            <a:off x="4962182"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08" name="line408"/>
          <p:cNvSpPr/>
          <p:nvPr/>
        </p:nvSpPr>
        <p:spPr>
          <a:xfrm>
            <a:off x="5672214" y="1371600"/>
            <a:ext cx="0" cy="1188720"/>
          </a:xfrm>
          <a:prstGeom prst="line">
            <a:avLst/>
          </a:prstGeom>
          <a:noFill/>
          <a:ln w="9525">
            <a:solidFill>
              <a:srgbClr val="505050"/>
            </a:solidFill>
            <a:prstDash val="solid"/>
          </a:ln>
        </p:spPr>
        <p:txBody>
          <a:bodyPr/>
          <a:lstStyle/>
          <a:p>
            <a:endParaRPr lang="uk-UA"/>
          </a:p>
        </p:txBody>
      </p:sp>
      <p:sp>
        <p:nvSpPr>
          <p:cNvPr id="409" name="text409"/>
          <p:cNvSpPr txBox="1"/>
          <p:nvPr/>
        </p:nvSpPr>
        <p:spPr>
          <a:xfrm>
            <a:off x="5452758"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10" name="text410"/>
          <p:cNvSpPr txBox="1"/>
          <p:nvPr/>
        </p:nvSpPr>
        <p:spPr>
          <a:xfrm>
            <a:off x="5443614"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09.09</a:t>
            </a:r>
          </a:p>
        </p:txBody>
      </p:sp>
      <p:sp>
        <p:nvSpPr>
          <p:cNvPr id="411" name="line411"/>
          <p:cNvSpPr/>
          <p:nvPr/>
        </p:nvSpPr>
        <p:spPr>
          <a:xfrm>
            <a:off x="6162789" y="1371600"/>
            <a:ext cx="0" cy="1188720"/>
          </a:xfrm>
          <a:prstGeom prst="line">
            <a:avLst/>
          </a:prstGeom>
          <a:noFill/>
          <a:ln w="4445">
            <a:solidFill>
              <a:srgbClr val="292929"/>
            </a:solidFill>
            <a:prstDash val="solid"/>
          </a:ln>
        </p:spPr>
        <p:txBody>
          <a:bodyPr/>
          <a:lstStyle/>
          <a:p>
            <a:endParaRPr lang="uk-UA"/>
          </a:p>
        </p:txBody>
      </p:sp>
      <p:sp>
        <p:nvSpPr>
          <p:cNvPr id="412" name="text412"/>
          <p:cNvSpPr txBox="1"/>
          <p:nvPr/>
        </p:nvSpPr>
        <p:spPr>
          <a:xfrm>
            <a:off x="594333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13" name="line413"/>
          <p:cNvSpPr/>
          <p:nvPr/>
        </p:nvSpPr>
        <p:spPr>
          <a:xfrm>
            <a:off x="6653365" y="1371600"/>
            <a:ext cx="0" cy="1188720"/>
          </a:xfrm>
          <a:prstGeom prst="line">
            <a:avLst/>
          </a:prstGeom>
          <a:noFill/>
          <a:ln w="4445">
            <a:solidFill>
              <a:srgbClr val="292929"/>
            </a:solidFill>
            <a:prstDash val="solid"/>
          </a:ln>
        </p:spPr>
        <p:txBody>
          <a:bodyPr/>
          <a:lstStyle/>
          <a:p>
            <a:endParaRPr lang="uk-UA"/>
          </a:p>
        </p:txBody>
      </p:sp>
      <p:sp>
        <p:nvSpPr>
          <p:cNvPr id="414" name="text414"/>
          <p:cNvSpPr txBox="1"/>
          <p:nvPr/>
        </p:nvSpPr>
        <p:spPr>
          <a:xfrm>
            <a:off x="6433909"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15" name="line415"/>
          <p:cNvSpPr/>
          <p:nvPr/>
        </p:nvSpPr>
        <p:spPr>
          <a:xfrm>
            <a:off x="7143941" y="1371600"/>
            <a:ext cx="0" cy="1188720"/>
          </a:xfrm>
          <a:prstGeom prst="line">
            <a:avLst/>
          </a:prstGeom>
          <a:noFill/>
          <a:ln w="4445">
            <a:solidFill>
              <a:srgbClr val="292929"/>
            </a:solidFill>
            <a:prstDash val="solid"/>
          </a:ln>
        </p:spPr>
        <p:txBody>
          <a:bodyPr/>
          <a:lstStyle/>
          <a:p>
            <a:endParaRPr lang="uk-UA"/>
          </a:p>
        </p:txBody>
      </p:sp>
      <p:sp>
        <p:nvSpPr>
          <p:cNvPr id="416" name="text416"/>
          <p:cNvSpPr txBox="1"/>
          <p:nvPr/>
        </p:nvSpPr>
        <p:spPr>
          <a:xfrm>
            <a:off x="6924485"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17" name="line417"/>
          <p:cNvSpPr/>
          <p:nvPr/>
        </p:nvSpPr>
        <p:spPr>
          <a:xfrm>
            <a:off x="7634516" y="1371600"/>
            <a:ext cx="0" cy="1188720"/>
          </a:xfrm>
          <a:prstGeom prst="line">
            <a:avLst/>
          </a:prstGeom>
          <a:noFill/>
          <a:ln w="9525">
            <a:solidFill>
              <a:srgbClr val="505050"/>
            </a:solidFill>
            <a:prstDash val="solid"/>
          </a:ln>
        </p:spPr>
        <p:txBody>
          <a:bodyPr/>
          <a:lstStyle/>
          <a:p>
            <a:endParaRPr lang="uk-UA"/>
          </a:p>
        </p:txBody>
      </p:sp>
      <p:sp>
        <p:nvSpPr>
          <p:cNvPr id="418" name="text418"/>
          <p:cNvSpPr txBox="1"/>
          <p:nvPr/>
        </p:nvSpPr>
        <p:spPr>
          <a:xfrm>
            <a:off x="7415060"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19" name="text419"/>
          <p:cNvSpPr txBox="1"/>
          <p:nvPr/>
        </p:nvSpPr>
        <p:spPr>
          <a:xfrm>
            <a:off x="7405916"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10.09</a:t>
            </a:r>
          </a:p>
        </p:txBody>
      </p:sp>
      <p:sp>
        <p:nvSpPr>
          <p:cNvPr id="420" name="line420"/>
          <p:cNvSpPr/>
          <p:nvPr/>
        </p:nvSpPr>
        <p:spPr>
          <a:xfrm>
            <a:off x="8125092" y="1371600"/>
            <a:ext cx="0" cy="1188720"/>
          </a:xfrm>
          <a:prstGeom prst="line">
            <a:avLst/>
          </a:prstGeom>
          <a:noFill/>
          <a:ln w="4445">
            <a:solidFill>
              <a:srgbClr val="292929"/>
            </a:solidFill>
            <a:prstDash val="solid"/>
          </a:ln>
        </p:spPr>
        <p:txBody>
          <a:bodyPr/>
          <a:lstStyle/>
          <a:p>
            <a:endParaRPr lang="uk-UA"/>
          </a:p>
        </p:txBody>
      </p:sp>
      <p:sp>
        <p:nvSpPr>
          <p:cNvPr id="421" name="text421"/>
          <p:cNvSpPr txBox="1"/>
          <p:nvPr/>
        </p:nvSpPr>
        <p:spPr>
          <a:xfrm>
            <a:off x="7905636"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22" name="line422"/>
          <p:cNvSpPr/>
          <p:nvPr/>
        </p:nvSpPr>
        <p:spPr>
          <a:xfrm>
            <a:off x="8615667" y="1371600"/>
            <a:ext cx="0" cy="1188720"/>
          </a:xfrm>
          <a:prstGeom prst="line">
            <a:avLst/>
          </a:prstGeom>
          <a:noFill/>
          <a:ln w="4445">
            <a:solidFill>
              <a:srgbClr val="292929"/>
            </a:solidFill>
            <a:prstDash val="solid"/>
          </a:ln>
        </p:spPr>
        <p:txBody>
          <a:bodyPr/>
          <a:lstStyle/>
          <a:p>
            <a:endParaRPr lang="uk-UA"/>
          </a:p>
        </p:txBody>
      </p:sp>
      <p:sp>
        <p:nvSpPr>
          <p:cNvPr id="423" name="text423"/>
          <p:cNvSpPr txBox="1"/>
          <p:nvPr/>
        </p:nvSpPr>
        <p:spPr>
          <a:xfrm>
            <a:off x="8396211"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24" name="line424"/>
          <p:cNvSpPr/>
          <p:nvPr/>
        </p:nvSpPr>
        <p:spPr>
          <a:xfrm>
            <a:off x="9106243" y="1371600"/>
            <a:ext cx="0" cy="1188720"/>
          </a:xfrm>
          <a:prstGeom prst="line">
            <a:avLst/>
          </a:prstGeom>
          <a:noFill/>
          <a:ln w="4445">
            <a:solidFill>
              <a:srgbClr val="292929"/>
            </a:solidFill>
            <a:prstDash val="solid"/>
          </a:ln>
        </p:spPr>
        <p:txBody>
          <a:bodyPr/>
          <a:lstStyle/>
          <a:p>
            <a:endParaRPr lang="uk-UA"/>
          </a:p>
        </p:txBody>
      </p:sp>
      <p:sp>
        <p:nvSpPr>
          <p:cNvPr id="425" name="text425"/>
          <p:cNvSpPr txBox="1"/>
          <p:nvPr/>
        </p:nvSpPr>
        <p:spPr>
          <a:xfrm>
            <a:off x="888678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26" name="line426"/>
          <p:cNvSpPr/>
          <p:nvPr/>
        </p:nvSpPr>
        <p:spPr>
          <a:xfrm>
            <a:off x="9596819" y="1371600"/>
            <a:ext cx="0" cy="1188720"/>
          </a:xfrm>
          <a:prstGeom prst="line">
            <a:avLst/>
          </a:prstGeom>
          <a:noFill/>
          <a:ln w="9525">
            <a:solidFill>
              <a:srgbClr val="505050"/>
            </a:solidFill>
            <a:prstDash val="solid"/>
          </a:ln>
        </p:spPr>
        <p:txBody>
          <a:bodyPr/>
          <a:lstStyle/>
          <a:p>
            <a:endParaRPr lang="uk-UA"/>
          </a:p>
        </p:txBody>
      </p:sp>
      <p:sp>
        <p:nvSpPr>
          <p:cNvPr id="427" name="text427"/>
          <p:cNvSpPr txBox="1"/>
          <p:nvPr/>
        </p:nvSpPr>
        <p:spPr>
          <a:xfrm>
            <a:off x="937736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28" name="text428"/>
          <p:cNvSpPr txBox="1"/>
          <p:nvPr/>
        </p:nvSpPr>
        <p:spPr>
          <a:xfrm>
            <a:off x="9368219"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11.09</a:t>
            </a:r>
          </a:p>
        </p:txBody>
      </p:sp>
      <p:sp>
        <p:nvSpPr>
          <p:cNvPr id="429" name="line429"/>
          <p:cNvSpPr/>
          <p:nvPr/>
        </p:nvSpPr>
        <p:spPr>
          <a:xfrm>
            <a:off x="10087394" y="1371600"/>
            <a:ext cx="0" cy="1188720"/>
          </a:xfrm>
          <a:prstGeom prst="line">
            <a:avLst/>
          </a:prstGeom>
          <a:noFill/>
          <a:ln w="4445">
            <a:solidFill>
              <a:srgbClr val="292929"/>
            </a:solidFill>
            <a:prstDash val="solid"/>
          </a:ln>
        </p:spPr>
        <p:txBody>
          <a:bodyPr/>
          <a:lstStyle/>
          <a:p>
            <a:endParaRPr lang="uk-UA"/>
          </a:p>
        </p:txBody>
      </p:sp>
      <p:sp>
        <p:nvSpPr>
          <p:cNvPr id="430" name="text430"/>
          <p:cNvSpPr txBox="1"/>
          <p:nvPr/>
        </p:nvSpPr>
        <p:spPr>
          <a:xfrm>
            <a:off x="9867938"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31" name="line431"/>
          <p:cNvSpPr/>
          <p:nvPr/>
        </p:nvSpPr>
        <p:spPr>
          <a:xfrm>
            <a:off x="10577970" y="1371600"/>
            <a:ext cx="0" cy="1188720"/>
          </a:xfrm>
          <a:prstGeom prst="line">
            <a:avLst/>
          </a:prstGeom>
          <a:noFill/>
          <a:ln w="4445">
            <a:solidFill>
              <a:srgbClr val="292929"/>
            </a:solidFill>
            <a:prstDash val="solid"/>
          </a:ln>
        </p:spPr>
        <p:txBody>
          <a:bodyPr/>
          <a:lstStyle/>
          <a:p>
            <a:endParaRPr lang="uk-UA"/>
          </a:p>
        </p:txBody>
      </p:sp>
      <p:sp>
        <p:nvSpPr>
          <p:cNvPr id="432" name="text432"/>
          <p:cNvSpPr txBox="1"/>
          <p:nvPr/>
        </p:nvSpPr>
        <p:spPr>
          <a:xfrm>
            <a:off x="10358514"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33" name="line433"/>
          <p:cNvSpPr/>
          <p:nvPr/>
        </p:nvSpPr>
        <p:spPr>
          <a:xfrm>
            <a:off x="1216152" y="1371600"/>
            <a:ext cx="0" cy="1188720"/>
          </a:xfrm>
          <a:prstGeom prst="line">
            <a:avLst/>
          </a:prstGeom>
          <a:noFill/>
          <a:ln w="10160">
            <a:solidFill>
              <a:srgbClr val="484848"/>
            </a:solidFill>
            <a:prstDash val="solid"/>
          </a:ln>
        </p:spPr>
        <p:txBody>
          <a:bodyPr/>
          <a:lstStyle/>
          <a:p>
            <a:endParaRPr lang="uk-UA"/>
          </a:p>
        </p:txBody>
      </p:sp>
      <p:sp>
        <p:nvSpPr>
          <p:cNvPr id="434" name="line434"/>
          <p:cNvSpPr/>
          <p:nvPr/>
        </p:nvSpPr>
        <p:spPr>
          <a:xfrm>
            <a:off x="11027664" y="1371600"/>
            <a:ext cx="0" cy="1188720"/>
          </a:xfrm>
          <a:prstGeom prst="line">
            <a:avLst/>
          </a:prstGeom>
          <a:noFill/>
          <a:ln w="10160">
            <a:solidFill>
              <a:srgbClr val="484848"/>
            </a:solidFill>
            <a:prstDash val="solid"/>
          </a:ln>
        </p:spPr>
        <p:txBody>
          <a:bodyPr/>
          <a:lstStyle/>
          <a:p>
            <a:endParaRPr lang="uk-UA"/>
          </a:p>
        </p:txBody>
      </p:sp>
      <p:sp>
        <p:nvSpPr>
          <p:cNvPr id="435" name="line435"/>
          <p:cNvSpPr/>
          <p:nvPr/>
        </p:nvSpPr>
        <p:spPr>
          <a:xfrm flipH="1" flipV="1">
            <a:off x="1442653" y="2039026"/>
            <a:ext cx="119336" cy="84005"/>
          </a:xfrm>
          <a:prstGeom prst="line">
            <a:avLst/>
          </a:prstGeom>
          <a:noFill/>
          <a:ln w="14604">
            <a:solidFill>
              <a:srgbClr val="FFFFFF"/>
            </a:solidFill>
            <a:prstDash val="solid"/>
          </a:ln>
        </p:spPr>
        <p:txBody>
          <a:bodyPr/>
          <a:lstStyle/>
          <a:p>
            <a:endParaRPr lang="uk-UA"/>
          </a:p>
        </p:txBody>
      </p:sp>
      <p:sp>
        <p:nvSpPr>
          <p:cNvPr id="436" name="line436"/>
          <p:cNvSpPr/>
          <p:nvPr/>
        </p:nvSpPr>
        <p:spPr>
          <a:xfrm flipV="1">
            <a:off x="1454018" y="2025510"/>
            <a:ext cx="44891" cy="21516"/>
          </a:xfrm>
          <a:prstGeom prst="line">
            <a:avLst/>
          </a:prstGeom>
          <a:noFill/>
          <a:ln w="13335">
            <a:solidFill>
              <a:srgbClr val="FFFFFF"/>
            </a:solidFill>
            <a:prstDash val="solid"/>
          </a:ln>
        </p:spPr>
        <p:txBody>
          <a:bodyPr/>
          <a:lstStyle/>
          <a:p>
            <a:endParaRPr lang="uk-UA"/>
          </a:p>
        </p:txBody>
      </p:sp>
      <p:sp>
        <p:nvSpPr>
          <p:cNvPr id="437" name="line437"/>
          <p:cNvSpPr/>
          <p:nvPr/>
        </p:nvSpPr>
        <p:spPr>
          <a:xfrm flipV="1">
            <a:off x="1472487" y="2038511"/>
            <a:ext cx="44891" cy="21516"/>
          </a:xfrm>
          <a:prstGeom prst="line">
            <a:avLst/>
          </a:prstGeom>
          <a:noFill/>
          <a:ln w="13335">
            <a:solidFill>
              <a:srgbClr val="FFFFFF"/>
            </a:solidFill>
            <a:prstDash val="solid"/>
          </a:ln>
        </p:spPr>
        <p:txBody>
          <a:bodyPr/>
          <a:lstStyle/>
          <a:p>
            <a:endParaRPr lang="uk-UA"/>
          </a:p>
        </p:txBody>
      </p:sp>
      <p:sp>
        <p:nvSpPr>
          <p:cNvPr id="438" name="line438"/>
          <p:cNvSpPr/>
          <p:nvPr/>
        </p:nvSpPr>
        <p:spPr>
          <a:xfrm flipH="1" flipV="1">
            <a:off x="1445455" y="2248322"/>
            <a:ext cx="113731" cy="91450"/>
          </a:xfrm>
          <a:prstGeom prst="line">
            <a:avLst/>
          </a:prstGeom>
          <a:noFill/>
          <a:ln w="14604">
            <a:solidFill>
              <a:srgbClr val="FFFFFF"/>
            </a:solidFill>
            <a:prstDash val="solid"/>
          </a:ln>
        </p:spPr>
        <p:txBody>
          <a:bodyPr/>
          <a:lstStyle/>
          <a:p>
            <a:endParaRPr lang="uk-UA"/>
          </a:p>
        </p:txBody>
      </p:sp>
      <p:sp>
        <p:nvSpPr>
          <p:cNvPr id="439" name="line439"/>
          <p:cNvSpPr/>
          <p:nvPr/>
        </p:nvSpPr>
        <p:spPr>
          <a:xfrm flipV="1">
            <a:off x="1456287" y="2238424"/>
            <a:ext cx="46173" cy="18607"/>
          </a:xfrm>
          <a:prstGeom prst="line">
            <a:avLst/>
          </a:prstGeom>
          <a:noFill/>
          <a:ln w="13335">
            <a:solidFill>
              <a:srgbClr val="FFFFFF"/>
            </a:solidFill>
            <a:prstDash val="solid"/>
          </a:ln>
        </p:spPr>
        <p:txBody>
          <a:bodyPr/>
          <a:lstStyle/>
          <a:p>
            <a:endParaRPr lang="uk-UA"/>
          </a:p>
        </p:txBody>
      </p:sp>
      <p:sp>
        <p:nvSpPr>
          <p:cNvPr id="440" name="line440"/>
          <p:cNvSpPr/>
          <p:nvPr/>
        </p:nvSpPr>
        <p:spPr>
          <a:xfrm flipV="1">
            <a:off x="1473888" y="2252577"/>
            <a:ext cx="46173" cy="18607"/>
          </a:xfrm>
          <a:prstGeom prst="line">
            <a:avLst/>
          </a:prstGeom>
          <a:noFill/>
          <a:ln w="13335">
            <a:solidFill>
              <a:srgbClr val="FFFFFF"/>
            </a:solidFill>
            <a:prstDash val="solid"/>
          </a:ln>
        </p:spPr>
        <p:txBody>
          <a:bodyPr/>
          <a:lstStyle/>
          <a:p>
            <a:endParaRPr lang="uk-UA"/>
          </a:p>
        </p:txBody>
      </p:sp>
      <p:sp>
        <p:nvSpPr>
          <p:cNvPr id="441" name="line441"/>
          <p:cNvSpPr/>
          <p:nvPr/>
        </p:nvSpPr>
        <p:spPr>
          <a:xfrm flipH="1" flipV="1">
            <a:off x="1431222" y="2457367"/>
            <a:ext cx="142198" cy="32829"/>
          </a:xfrm>
          <a:prstGeom prst="line">
            <a:avLst/>
          </a:prstGeom>
          <a:noFill/>
          <a:ln w="14604">
            <a:solidFill>
              <a:srgbClr val="FFFFFF"/>
            </a:solidFill>
            <a:prstDash val="solid"/>
          </a:ln>
        </p:spPr>
        <p:txBody>
          <a:bodyPr/>
          <a:lstStyle/>
          <a:p>
            <a:endParaRPr lang="uk-UA"/>
          </a:p>
        </p:txBody>
      </p:sp>
      <p:sp>
        <p:nvSpPr>
          <p:cNvPr id="442" name="line442"/>
          <p:cNvSpPr/>
          <p:nvPr/>
        </p:nvSpPr>
        <p:spPr>
          <a:xfrm flipV="1">
            <a:off x="1444765" y="2423644"/>
            <a:ext cx="33470" cy="36849"/>
          </a:xfrm>
          <a:prstGeom prst="line">
            <a:avLst/>
          </a:prstGeom>
          <a:noFill/>
          <a:ln w="13335">
            <a:solidFill>
              <a:srgbClr val="FFFFFF"/>
            </a:solidFill>
            <a:prstDash val="solid"/>
          </a:ln>
        </p:spPr>
        <p:txBody>
          <a:bodyPr/>
          <a:lstStyle/>
          <a:p>
            <a:endParaRPr lang="uk-UA"/>
          </a:p>
        </p:txBody>
      </p:sp>
      <p:sp>
        <p:nvSpPr>
          <p:cNvPr id="443" name="line443"/>
          <p:cNvSpPr/>
          <p:nvPr/>
        </p:nvSpPr>
        <p:spPr>
          <a:xfrm flipH="1" flipV="1">
            <a:off x="1964951" y="2013622"/>
            <a:ext cx="55891" cy="134812"/>
          </a:xfrm>
          <a:prstGeom prst="line">
            <a:avLst/>
          </a:prstGeom>
          <a:noFill/>
          <a:ln w="14604">
            <a:solidFill>
              <a:srgbClr val="FFFFFF"/>
            </a:solidFill>
            <a:prstDash val="solid"/>
          </a:ln>
        </p:spPr>
        <p:txBody>
          <a:bodyPr/>
          <a:lstStyle/>
          <a:p>
            <a:endParaRPr lang="uk-UA"/>
          </a:p>
        </p:txBody>
      </p:sp>
      <p:sp>
        <p:nvSpPr>
          <p:cNvPr id="444" name="line444"/>
          <p:cNvSpPr/>
          <p:nvPr/>
        </p:nvSpPr>
        <p:spPr>
          <a:xfrm>
            <a:off x="1970274" y="2026461"/>
            <a:ext cx="49438" cy="5834"/>
          </a:xfrm>
          <a:prstGeom prst="line">
            <a:avLst/>
          </a:prstGeom>
          <a:noFill/>
          <a:ln w="13335">
            <a:solidFill>
              <a:srgbClr val="FFFFFF"/>
            </a:solidFill>
            <a:prstDash val="solid"/>
          </a:ln>
        </p:spPr>
        <p:txBody>
          <a:bodyPr/>
          <a:lstStyle/>
          <a:p>
            <a:endParaRPr lang="uk-UA"/>
          </a:p>
        </p:txBody>
      </p:sp>
      <p:sp>
        <p:nvSpPr>
          <p:cNvPr id="445" name="line445"/>
          <p:cNvSpPr/>
          <p:nvPr/>
        </p:nvSpPr>
        <p:spPr>
          <a:xfrm>
            <a:off x="1978924" y="2047325"/>
            <a:ext cx="49438" cy="5834"/>
          </a:xfrm>
          <a:prstGeom prst="line">
            <a:avLst/>
          </a:prstGeom>
          <a:noFill/>
          <a:ln w="13335">
            <a:solidFill>
              <a:srgbClr val="FFFFFF"/>
            </a:solidFill>
            <a:prstDash val="solid"/>
          </a:ln>
        </p:spPr>
        <p:txBody>
          <a:bodyPr/>
          <a:lstStyle/>
          <a:p>
            <a:endParaRPr lang="uk-UA"/>
          </a:p>
        </p:txBody>
      </p:sp>
      <p:sp>
        <p:nvSpPr>
          <p:cNvPr id="446" name="line446"/>
          <p:cNvSpPr/>
          <p:nvPr/>
        </p:nvSpPr>
        <p:spPr>
          <a:xfrm flipH="1" flipV="1">
            <a:off x="1960936" y="2228449"/>
            <a:ext cx="63921" cy="131195"/>
          </a:xfrm>
          <a:prstGeom prst="line">
            <a:avLst/>
          </a:prstGeom>
          <a:noFill/>
          <a:ln w="14604">
            <a:solidFill>
              <a:srgbClr val="FFFFFF"/>
            </a:solidFill>
            <a:prstDash val="solid"/>
          </a:ln>
        </p:spPr>
        <p:txBody>
          <a:bodyPr/>
          <a:lstStyle/>
          <a:p>
            <a:endParaRPr lang="uk-UA"/>
          </a:p>
        </p:txBody>
      </p:sp>
      <p:sp>
        <p:nvSpPr>
          <p:cNvPr id="447" name="line447"/>
          <p:cNvSpPr/>
          <p:nvPr/>
        </p:nvSpPr>
        <p:spPr>
          <a:xfrm>
            <a:off x="1967024" y="2240944"/>
            <a:ext cx="49700" cy="2842"/>
          </a:xfrm>
          <a:prstGeom prst="line">
            <a:avLst/>
          </a:prstGeom>
          <a:noFill/>
          <a:ln w="13335">
            <a:solidFill>
              <a:srgbClr val="FFFFFF"/>
            </a:solidFill>
            <a:prstDash val="solid"/>
          </a:ln>
        </p:spPr>
        <p:txBody>
          <a:bodyPr/>
          <a:lstStyle/>
          <a:p>
            <a:endParaRPr lang="uk-UA"/>
          </a:p>
        </p:txBody>
      </p:sp>
      <p:sp>
        <p:nvSpPr>
          <p:cNvPr id="448" name="line448"/>
          <p:cNvSpPr/>
          <p:nvPr/>
        </p:nvSpPr>
        <p:spPr>
          <a:xfrm>
            <a:off x="1976916" y="2261248"/>
            <a:ext cx="49700" cy="2842"/>
          </a:xfrm>
          <a:prstGeom prst="line">
            <a:avLst/>
          </a:prstGeom>
          <a:noFill/>
          <a:ln w="13335">
            <a:solidFill>
              <a:srgbClr val="FFFFFF"/>
            </a:solidFill>
            <a:prstDash val="solid"/>
          </a:ln>
        </p:spPr>
        <p:txBody>
          <a:bodyPr/>
          <a:lstStyle/>
          <a:p>
            <a:endParaRPr lang="uk-UA"/>
          </a:p>
        </p:txBody>
      </p:sp>
      <p:sp>
        <p:nvSpPr>
          <p:cNvPr id="449" name="line449"/>
          <p:cNvSpPr/>
          <p:nvPr/>
        </p:nvSpPr>
        <p:spPr>
          <a:xfrm flipH="1" flipV="1">
            <a:off x="1928469" y="2439524"/>
            <a:ext cx="128856" cy="68514"/>
          </a:xfrm>
          <a:prstGeom prst="line">
            <a:avLst/>
          </a:prstGeom>
          <a:noFill/>
          <a:ln w="14604">
            <a:solidFill>
              <a:srgbClr val="FFFFFF"/>
            </a:solidFill>
            <a:prstDash val="solid"/>
          </a:ln>
        </p:spPr>
        <p:txBody>
          <a:bodyPr/>
          <a:lstStyle/>
          <a:p>
            <a:endParaRPr lang="uk-UA"/>
          </a:p>
        </p:txBody>
      </p:sp>
      <p:sp>
        <p:nvSpPr>
          <p:cNvPr id="450" name="line450"/>
          <p:cNvSpPr/>
          <p:nvPr/>
        </p:nvSpPr>
        <p:spPr>
          <a:xfrm flipV="1">
            <a:off x="1940741" y="2419118"/>
            <a:ext cx="41867" cy="26931"/>
          </a:xfrm>
          <a:prstGeom prst="line">
            <a:avLst/>
          </a:prstGeom>
          <a:noFill/>
          <a:ln w="13335">
            <a:solidFill>
              <a:srgbClr val="FFFFFF"/>
            </a:solidFill>
            <a:prstDash val="solid"/>
          </a:ln>
        </p:spPr>
        <p:txBody>
          <a:bodyPr/>
          <a:lstStyle/>
          <a:p>
            <a:endParaRPr lang="uk-UA"/>
          </a:p>
        </p:txBody>
      </p:sp>
      <p:sp>
        <p:nvSpPr>
          <p:cNvPr id="451" name="line451"/>
          <p:cNvSpPr/>
          <p:nvPr/>
        </p:nvSpPr>
        <p:spPr>
          <a:xfrm flipH="1" flipV="1">
            <a:off x="2443269" y="2020133"/>
            <a:ext cx="80407" cy="121790"/>
          </a:xfrm>
          <a:prstGeom prst="line">
            <a:avLst/>
          </a:prstGeom>
          <a:noFill/>
          <a:ln w="14604">
            <a:solidFill>
              <a:srgbClr val="FFFFFF"/>
            </a:solidFill>
            <a:prstDash val="solid"/>
          </a:ln>
        </p:spPr>
        <p:txBody>
          <a:bodyPr/>
          <a:lstStyle/>
          <a:p>
            <a:endParaRPr lang="uk-UA"/>
          </a:p>
        </p:txBody>
      </p:sp>
      <p:sp>
        <p:nvSpPr>
          <p:cNvPr id="452" name="line452"/>
          <p:cNvSpPr/>
          <p:nvPr/>
        </p:nvSpPr>
        <p:spPr>
          <a:xfrm flipV="1">
            <a:off x="2450927" y="2028100"/>
            <a:ext cx="49648" cy="3632"/>
          </a:xfrm>
          <a:prstGeom prst="line">
            <a:avLst/>
          </a:prstGeom>
          <a:noFill/>
          <a:ln w="13335">
            <a:solidFill>
              <a:srgbClr val="FFFFFF"/>
            </a:solidFill>
            <a:prstDash val="solid"/>
          </a:ln>
        </p:spPr>
        <p:txBody>
          <a:bodyPr/>
          <a:lstStyle/>
          <a:p>
            <a:endParaRPr lang="uk-UA"/>
          </a:p>
        </p:txBody>
      </p:sp>
      <p:sp>
        <p:nvSpPr>
          <p:cNvPr id="453" name="line453"/>
          <p:cNvSpPr/>
          <p:nvPr/>
        </p:nvSpPr>
        <p:spPr>
          <a:xfrm flipV="1">
            <a:off x="2463371" y="2046948"/>
            <a:ext cx="49648" cy="3632"/>
          </a:xfrm>
          <a:prstGeom prst="line">
            <a:avLst/>
          </a:prstGeom>
          <a:noFill/>
          <a:ln w="13335">
            <a:solidFill>
              <a:srgbClr val="FFFFFF"/>
            </a:solidFill>
            <a:prstDash val="solid"/>
          </a:ln>
        </p:spPr>
        <p:txBody>
          <a:bodyPr/>
          <a:lstStyle/>
          <a:p>
            <a:endParaRPr lang="uk-UA"/>
          </a:p>
        </p:txBody>
      </p:sp>
      <p:sp>
        <p:nvSpPr>
          <p:cNvPr id="454" name="line454"/>
          <p:cNvSpPr/>
          <p:nvPr/>
        </p:nvSpPr>
        <p:spPr>
          <a:xfrm flipH="1" flipV="1">
            <a:off x="2439658" y="2235696"/>
            <a:ext cx="87628" cy="116702"/>
          </a:xfrm>
          <a:prstGeom prst="line">
            <a:avLst/>
          </a:prstGeom>
          <a:noFill/>
          <a:ln w="14604">
            <a:solidFill>
              <a:srgbClr val="FFFFFF"/>
            </a:solidFill>
            <a:prstDash val="solid"/>
          </a:ln>
        </p:spPr>
        <p:txBody>
          <a:bodyPr/>
          <a:lstStyle/>
          <a:p>
            <a:endParaRPr lang="uk-UA"/>
          </a:p>
        </p:txBody>
      </p:sp>
      <p:sp>
        <p:nvSpPr>
          <p:cNvPr id="455" name="line455"/>
          <p:cNvSpPr/>
          <p:nvPr/>
        </p:nvSpPr>
        <p:spPr>
          <a:xfrm flipV="1">
            <a:off x="2448004" y="2240181"/>
            <a:ext cx="49337" cy="6629"/>
          </a:xfrm>
          <a:prstGeom prst="line">
            <a:avLst/>
          </a:prstGeom>
          <a:noFill/>
          <a:ln w="13335">
            <a:solidFill>
              <a:srgbClr val="FFFFFF"/>
            </a:solidFill>
            <a:prstDash val="solid"/>
          </a:ln>
        </p:spPr>
        <p:txBody>
          <a:bodyPr/>
          <a:lstStyle/>
          <a:p>
            <a:endParaRPr lang="uk-UA"/>
          </a:p>
        </p:txBody>
      </p:sp>
      <p:sp>
        <p:nvSpPr>
          <p:cNvPr id="456" name="line456"/>
          <p:cNvSpPr/>
          <p:nvPr/>
        </p:nvSpPr>
        <p:spPr>
          <a:xfrm flipV="1">
            <a:off x="2461565" y="2258242"/>
            <a:ext cx="49337" cy="6629"/>
          </a:xfrm>
          <a:prstGeom prst="line">
            <a:avLst/>
          </a:prstGeom>
          <a:noFill/>
          <a:ln w="13335">
            <a:solidFill>
              <a:srgbClr val="FFFFFF"/>
            </a:solidFill>
            <a:prstDash val="solid"/>
          </a:ln>
        </p:spPr>
        <p:txBody>
          <a:bodyPr/>
          <a:lstStyle/>
          <a:p>
            <a:endParaRPr lang="uk-UA"/>
          </a:p>
        </p:txBody>
      </p:sp>
      <p:sp>
        <p:nvSpPr>
          <p:cNvPr id="457" name="line457"/>
          <p:cNvSpPr/>
          <p:nvPr/>
        </p:nvSpPr>
        <p:spPr>
          <a:xfrm flipH="1" flipV="1">
            <a:off x="2430983" y="2423093"/>
            <a:ext cx="104979" cy="101377"/>
          </a:xfrm>
          <a:prstGeom prst="line">
            <a:avLst/>
          </a:prstGeom>
          <a:noFill/>
          <a:ln w="14604">
            <a:solidFill>
              <a:srgbClr val="FFFFFF"/>
            </a:solidFill>
            <a:prstDash val="solid"/>
          </a:ln>
        </p:spPr>
        <p:txBody>
          <a:bodyPr/>
          <a:lstStyle/>
          <a:p>
            <a:endParaRPr lang="uk-UA"/>
          </a:p>
        </p:txBody>
      </p:sp>
      <p:sp>
        <p:nvSpPr>
          <p:cNvPr id="458" name="line458"/>
          <p:cNvSpPr/>
          <p:nvPr/>
        </p:nvSpPr>
        <p:spPr>
          <a:xfrm flipV="1">
            <a:off x="2440981" y="2418400"/>
            <a:ext cx="47668" cy="14348"/>
          </a:xfrm>
          <a:prstGeom prst="line">
            <a:avLst/>
          </a:prstGeom>
          <a:noFill/>
          <a:ln w="13335">
            <a:solidFill>
              <a:srgbClr val="FFFFFF"/>
            </a:solidFill>
            <a:prstDash val="solid"/>
          </a:ln>
        </p:spPr>
        <p:txBody>
          <a:bodyPr/>
          <a:lstStyle/>
          <a:p>
            <a:endParaRPr lang="uk-UA"/>
          </a:p>
        </p:txBody>
      </p:sp>
      <p:sp>
        <p:nvSpPr>
          <p:cNvPr id="459" name="line459"/>
          <p:cNvSpPr/>
          <p:nvPr/>
        </p:nvSpPr>
        <p:spPr>
          <a:xfrm flipH="1" flipV="1">
            <a:off x="2924283" y="2027662"/>
            <a:ext cx="99530" cy="106732"/>
          </a:xfrm>
          <a:prstGeom prst="line">
            <a:avLst/>
          </a:prstGeom>
          <a:noFill/>
          <a:ln w="14604">
            <a:solidFill>
              <a:srgbClr val="F0C84B"/>
            </a:solidFill>
            <a:prstDash val="solid"/>
          </a:ln>
        </p:spPr>
        <p:txBody>
          <a:bodyPr/>
          <a:lstStyle/>
          <a:p>
            <a:endParaRPr lang="uk-UA"/>
          </a:p>
        </p:txBody>
      </p:sp>
      <p:sp>
        <p:nvSpPr>
          <p:cNvPr id="460" name="line460"/>
          <p:cNvSpPr/>
          <p:nvPr/>
        </p:nvSpPr>
        <p:spPr>
          <a:xfrm flipV="1">
            <a:off x="2933762" y="2025994"/>
            <a:ext cx="48354" cy="11833"/>
          </a:xfrm>
          <a:prstGeom prst="line">
            <a:avLst/>
          </a:prstGeom>
          <a:noFill/>
          <a:ln w="13335">
            <a:solidFill>
              <a:srgbClr val="F0C84B"/>
            </a:solidFill>
            <a:prstDash val="solid"/>
          </a:ln>
        </p:spPr>
        <p:txBody>
          <a:bodyPr/>
          <a:lstStyle/>
          <a:p>
            <a:endParaRPr lang="uk-UA"/>
          </a:p>
        </p:txBody>
      </p:sp>
      <p:sp>
        <p:nvSpPr>
          <p:cNvPr id="461" name="line461"/>
          <p:cNvSpPr/>
          <p:nvPr/>
        </p:nvSpPr>
        <p:spPr>
          <a:xfrm flipV="1">
            <a:off x="2949165" y="2042512"/>
            <a:ext cx="48354" cy="11833"/>
          </a:xfrm>
          <a:prstGeom prst="line">
            <a:avLst/>
          </a:prstGeom>
          <a:noFill/>
          <a:ln w="13335">
            <a:solidFill>
              <a:srgbClr val="F0C84B"/>
            </a:solidFill>
            <a:prstDash val="solid"/>
          </a:ln>
        </p:spPr>
        <p:txBody>
          <a:bodyPr/>
          <a:lstStyle/>
          <a:p>
            <a:endParaRPr lang="uk-UA"/>
          </a:p>
        </p:txBody>
      </p:sp>
      <p:sp>
        <p:nvSpPr>
          <p:cNvPr id="462" name="line462"/>
          <p:cNvSpPr/>
          <p:nvPr/>
        </p:nvSpPr>
        <p:spPr>
          <a:xfrm flipH="1" flipV="1">
            <a:off x="2923359" y="2241557"/>
            <a:ext cx="101377" cy="104979"/>
          </a:xfrm>
          <a:prstGeom prst="line">
            <a:avLst/>
          </a:prstGeom>
          <a:noFill/>
          <a:ln w="14604">
            <a:solidFill>
              <a:srgbClr val="FFFFFF"/>
            </a:solidFill>
            <a:prstDash val="solid"/>
          </a:ln>
        </p:spPr>
        <p:txBody>
          <a:bodyPr/>
          <a:lstStyle/>
          <a:p>
            <a:endParaRPr lang="uk-UA"/>
          </a:p>
        </p:txBody>
      </p:sp>
      <p:sp>
        <p:nvSpPr>
          <p:cNvPr id="463" name="line463"/>
          <p:cNvSpPr/>
          <p:nvPr/>
        </p:nvSpPr>
        <p:spPr>
          <a:xfrm flipV="1">
            <a:off x="2933014" y="2238880"/>
            <a:ext cx="48140" cy="12675"/>
          </a:xfrm>
          <a:prstGeom prst="line">
            <a:avLst/>
          </a:prstGeom>
          <a:noFill/>
          <a:ln w="13335">
            <a:solidFill>
              <a:srgbClr val="FFFFFF"/>
            </a:solidFill>
            <a:prstDash val="solid"/>
          </a:ln>
        </p:spPr>
        <p:txBody>
          <a:bodyPr/>
          <a:lstStyle/>
          <a:p>
            <a:endParaRPr lang="uk-UA"/>
          </a:p>
        </p:txBody>
      </p:sp>
      <p:sp>
        <p:nvSpPr>
          <p:cNvPr id="464" name="line464"/>
          <p:cNvSpPr/>
          <p:nvPr/>
        </p:nvSpPr>
        <p:spPr>
          <a:xfrm flipV="1">
            <a:off x="2948704" y="2255127"/>
            <a:ext cx="48140" cy="12675"/>
          </a:xfrm>
          <a:prstGeom prst="line">
            <a:avLst/>
          </a:prstGeom>
          <a:noFill/>
          <a:ln w="13335">
            <a:solidFill>
              <a:srgbClr val="FFFFFF"/>
            </a:solidFill>
            <a:prstDash val="solid"/>
          </a:ln>
        </p:spPr>
        <p:txBody>
          <a:bodyPr/>
          <a:lstStyle/>
          <a:p>
            <a:endParaRPr lang="uk-UA"/>
          </a:p>
        </p:txBody>
      </p:sp>
      <p:sp>
        <p:nvSpPr>
          <p:cNvPr id="465" name="line465"/>
          <p:cNvSpPr/>
          <p:nvPr/>
        </p:nvSpPr>
        <p:spPr>
          <a:xfrm flipH="1" flipV="1">
            <a:off x="2924283" y="2420415"/>
            <a:ext cx="99530" cy="106732"/>
          </a:xfrm>
          <a:prstGeom prst="line">
            <a:avLst/>
          </a:prstGeom>
          <a:noFill/>
          <a:ln w="14604">
            <a:solidFill>
              <a:srgbClr val="FFFFFF"/>
            </a:solidFill>
            <a:prstDash val="solid"/>
          </a:ln>
        </p:spPr>
        <p:txBody>
          <a:bodyPr/>
          <a:lstStyle/>
          <a:p>
            <a:endParaRPr lang="uk-UA"/>
          </a:p>
        </p:txBody>
      </p:sp>
      <p:sp>
        <p:nvSpPr>
          <p:cNvPr id="466" name="line466"/>
          <p:cNvSpPr/>
          <p:nvPr/>
        </p:nvSpPr>
        <p:spPr>
          <a:xfrm flipV="1">
            <a:off x="2933762" y="2418747"/>
            <a:ext cx="48354" cy="11833"/>
          </a:xfrm>
          <a:prstGeom prst="line">
            <a:avLst/>
          </a:prstGeom>
          <a:noFill/>
          <a:ln w="13335">
            <a:solidFill>
              <a:srgbClr val="FFFFFF"/>
            </a:solidFill>
            <a:prstDash val="solid"/>
          </a:ln>
        </p:spPr>
        <p:txBody>
          <a:bodyPr/>
          <a:lstStyle/>
          <a:p>
            <a:endParaRPr lang="uk-UA"/>
          </a:p>
        </p:txBody>
      </p:sp>
      <p:sp>
        <p:nvSpPr>
          <p:cNvPr id="467" name="line467"/>
          <p:cNvSpPr/>
          <p:nvPr/>
        </p:nvSpPr>
        <p:spPr>
          <a:xfrm flipV="1">
            <a:off x="2949165" y="2435265"/>
            <a:ext cx="48354" cy="11833"/>
          </a:xfrm>
          <a:prstGeom prst="line">
            <a:avLst/>
          </a:prstGeom>
          <a:noFill/>
          <a:ln w="13335">
            <a:solidFill>
              <a:srgbClr val="FFFFFF"/>
            </a:solidFill>
            <a:prstDash val="solid"/>
          </a:ln>
        </p:spPr>
        <p:txBody>
          <a:bodyPr/>
          <a:lstStyle/>
          <a:p>
            <a:endParaRPr lang="uk-UA"/>
          </a:p>
        </p:txBody>
      </p:sp>
      <p:sp>
        <p:nvSpPr>
          <p:cNvPr id="468" name="line468"/>
          <p:cNvSpPr/>
          <p:nvPr/>
        </p:nvSpPr>
        <p:spPr>
          <a:xfrm flipH="1" flipV="1">
            <a:off x="3435207" y="2014251"/>
            <a:ext cx="58833" cy="133554"/>
          </a:xfrm>
          <a:prstGeom prst="line">
            <a:avLst/>
          </a:prstGeom>
          <a:noFill/>
          <a:ln w="14604">
            <a:solidFill>
              <a:srgbClr val="F39C4A"/>
            </a:solidFill>
            <a:prstDash val="solid"/>
          </a:ln>
        </p:spPr>
        <p:txBody>
          <a:bodyPr/>
          <a:lstStyle/>
          <a:p>
            <a:endParaRPr lang="uk-UA"/>
          </a:p>
        </p:txBody>
      </p:sp>
      <p:sp>
        <p:nvSpPr>
          <p:cNvPr id="469" name="line469"/>
          <p:cNvSpPr/>
          <p:nvPr/>
        </p:nvSpPr>
        <p:spPr>
          <a:xfrm>
            <a:off x="3440810" y="2026970"/>
            <a:ext cx="49554" cy="4749"/>
          </a:xfrm>
          <a:prstGeom prst="line">
            <a:avLst/>
          </a:prstGeom>
          <a:noFill/>
          <a:ln w="13335">
            <a:solidFill>
              <a:srgbClr val="F39C4A"/>
            </a:solidFill>
            <a:prstDash val="solid"/>
          </a:ln>
        </p:spPr>
        <p:txBody>
          <a:bodyPr/>
          <a:lstStyle/>
          <a:p>
            <a:endParaRPr lang="uk-UA"/>
          </a:p>
        </p:txBody>
      </p:sp>
      <p:sp>
        <p:nvSpPr>
          <p:cNvPr id="470" name="line470"/>
          <p:cNvSpPr/>
          <p:nvPr/>
        </p:nvSpPr>
        <p:spPr>
          <a:xfrm>
            <a:off x="3449915" y="2047640"/>
            <a:ext cx="49554" cy="4749"/>
          </a:xfrm>
          <a:prstGeom prst="line">
            <a:avLst/>
          </a:prstGeom>
          <a:noFill/>
          <a:ln w="13335">
            <a:solidFill>
              <a:srgbClr val="F39C4A"/>
            </a:solidFill>
            <a:prstDash val="solid"/>
          </a:ln>
        </p:spPr>
        <p:txBody>
          <a:bodyPr/>
          <a:lstStyle/>
          <a:p>
            <a:endParaRPr lang="uk-UA"/>
          </a:p>
        </p:txBody>
      </p:sp>
      <p:sp>
        <p:nvSpPr>
          <p:cNvPr id="471" name="line471"/>
          <p:cNvSpPr/>
          <p:nvPr/>
        </p:nvSpPr>
        <p:spPr>
          <a:xfrm flipH="1" flipV="1">
            <a:off x="3416536" y="2239164"/>
            <a:ext cx="96175" cy="109765"/>
          </a:xfrm>
          <a:prstGeom prst="line">
            <a:avLst/>
          </a:prstGeom>
          <a:noFill/>
          <a:ln w="14604">
            <a:solidFill>
              <a:srgbClr val="FFFFFF"/>
            </a:solidFill>
            <a:prstDash val="solid"/>
          </a:ln>
        </p:spPr>
        <p:txBody>
          <a:bodyPr/>
          <a:lstStyle/>
          <a:p>
            <a:endParaRPr lang="uk-UA"/>
          </a:p>
        </p:txBody>
      </p:sp>
      <p:sp>
        <p:nvSpPr>
          <p:cNvPr id="472" name="line472"/>
          <p:cNvSpPr/>
          <p:nvPr/>
        </p:nvSpPr>
        <p:spPr>
          <a:xfrm flipV="1">
            <a:off x="3425696" y="2239289"/>
            <a:ext cx="48697" cy="10329"/>
          </a:xfrm>
          <a:prstGeom prst="line">
            <a:avLst/>
          </a:prstGeom>
          <a:noFill/>
          <a:ln w="13335">
            <a:solidFill>
              <a:srgbClr val="FFFFFF"/>
            </a:solidFill>
            <a:prstDash val="solid"/>
          </a:ln>
        </p:spPr>
        <p:txBody>
          <a:bodyPr/>
          <a:lstStyle/>
          <a:p>
            <a:endParaRPr lang="uk-UA"/>
          </a:p>
        </p:txBody>
      </p:sp>
      <p:sp>
        <p:nvSpPr>
          <p:cNvPr id="473" name="line473"/>
          <p:cNvSpPr/>
          <p:nvPr/>
        </p:nvSpPr>
        <p:spPr>
          <a:xfrm flipV="1">
            <a:off x="3440580" y="2256276"/>
            <a:ext cx="48697" cy="10329"/>
          </a:xfrm>
          <a:prstGeom prst="line">
            <a:avLst/>
          </a:prstGeom>
          <a:noFill/>
          <a:ln w="13335">
            <a:solidFill>
              <a:srgbClr val="FFFFFF"/>
            </a:solidFill>
            <a:prstDash val="solid"/>
          </a:ln>
        </p:spPr>
        <p:txBody>
          <a:bodyPr/>
          <a:lstStyle/>
          <a:p>
            <a:endParaRPr lang="uk-UA"/>
          </a:p>
        </p:txBody>
      </p:sp>
      <p:sp>
        <p:nvSpPr>
          <p:cNvPr id="474" name="line474"/>
          <p:cNvSpPr/>
          <p:nvPr/>
        </p:nvSpPr>
        <p:spPr>
          <a:xfrm flipH="1" flipV="1">
            <a:off x="3391832" y="2468691"/>
            <a:ext cx="145583" cy="10180"/>
          </a:xfrm>
          <a:prstGeom prst="line">
            <a:avLst/>
          </a:prstGeom>
          <a:noFill/>
          <a:ln w="14604">
            <a:solidFill>
              <a:srgbClr val="FFFFFF"/>
            </a:solidFill>
            <a:prstDash val="solid"/>
          </a:ln>
        </p:spPr>
        <p:txBody>
          <a:bodyPr/>
          <a:lstStyle/>
          <a:p>
            <a:endParaRPr lang="uk-UA"/>
          </a:p>
        </p:txBody>
      </p:sp>
      <p:sp>
        <p:nvSpPr>
          <p:cNvPr id="475" name="line475"/>
          <p:cNvSpPr/>
          <p:nvPr/>
        </p:nvSpPr>
        <p:spPr>
          <a:xfrm flipV="1">
            <a:off x="3405697" y="2428029"/>
            <a:ext cx="27294" cy="41632"/>
          </a:xfrm>
          <a:prstGeom prst="line">
            <a:avLst/>
          </a:prstGeom>
          <a:noFill/>
          <a:ln w="13335">
            <a:solidFill>
              <a:srgbClr val="FFFFFF"/>
            </a:solidFill>
            <a:prstDash val="solid"/>
          </a:ln>
        </p:spPr>
        <p:txBody>
          <a:bodyPr/>
          <a:lstStyle/>
          <a:p>
            <a:endParaRPr lang="uk-UA"/>
          </a:p>
        </p:txBody>
      </p:sp>
      <p:sp>
        <p:nvSpPr>
          <p:cNvPr id="476" name="line476"/>
          <p:cNvSpPr/>
          <p:nvPr/>
        </p:nvSpPr>
        <p:spPr>
          <a:xfrm flipH="1" flipV="1">
            <a:off x="3920345" y="2016921"/>
            <a:ext cx="69709" cy="128213"/>
          </a:xfrm>
          <a:prstGeom prst="line">
            <a:avLst/>
          </a:prstGeom>
          <a:noFill/>
          <a:ln w="14604">
            <a:solidFill>
              <a:srgbClr val="FFFFFF"/>
            </a:solidFill>
            <a:prstDash val="solid"/>
          </a:ln>
        </p:spPr>
        <p:txBody>
          <a:bodyPr/>
          <a:lstStyle/>
          <a:p>
            <a:endParaRPr lang="uk-UA"/>
          </a:p>
        </p:txBody>
      </p:sp>
      <p:sp>
        <p:nvSpPr>
          <p:cNvPr id="477" name="line477"/>
          <p:cNvSpPr/>
          <p:nvPr/>
        </p:nvSpPr>
        <p:spPr>
          <a:xfrm>
            <a:off x="3926984" y="2029132"/>
            <a:ext cx="49777" cy="622"/>
          </a:xfrm>
          <a:prstGeom prst="line">
            <a:avLst/>
          </a:prstGeom>
          <a:noFill/>
          <a:ln w="13335">
            <a:solidFill>
              <a:srgbClr val="FFFFFF"/>
            </a:solidFill>
            <a:prstDash val="solid"/>
          </a:ln>
        </p:spPr>
        <p:txBody>
          <a:bodyPr/>
          <a:lstStyle/>
          <a:p>
            <a:endParaRPr lang="uk-UA"/>
          </a:p>
        </p:txBody>
      </p:sp>
      <p:sp>
        <p:nvSpPr>
          <p:cNvPr id="478" name="line478"/>
          <p:cNvSpPr/>
          <p:nvPr/>
        </p:nvSpPr>
        <p:spPr>
          <a:xfrm>
            <a:off x="3937772" y="2048975"/>
            <a:ext cx="49777" cy="622"/>
          </a:xfrm>
          <a:prstGeom prst="line">
            <a:avLst/>
          </a:prstGeom>
          <a:noFill/>
          <a:ln w="13335">
            <a:solidFill>
              <a:srgbClr val="FFFFFF"/>
            </a:solidFill>
            <a:prstDash val="solid"/>
          </a:ln>
        </p:spPr>
        <p:txBody>
          <a:bodyPr/>
          <a:lstStyle/>
          <a:p>
            <a:endParaRPr lang="uk-UA"/>
          </a:p>
        </p:txBody>
      </p:sp>
      <p:sp>
        <p:nvSpPr>
          <p:cNvPr id="479" name="line479"/>
          <p:cNvSpPr/>
          <p:nvPr/>
        </p:nvSpPr>
        <p:spPr>
          <a:xfrm flipH="1" flipV="1">
            <a:off x="3909047" y="2237527"/>
            <a:ext cx="92304" cy="113039"/>
          </a:xfrm>
          <a:prstGeom prst="line">
            <a:avLst/>
          </a:prstGeom>
          <a:noFill/>
          <a:ln w="14604">
            <a:solidFill>
              <a:srgbClr val="FFFFFF"/>
            </a:solidFill>
            <a:prstDash val="solid"/>
          </a:ln>
        </p:spPr>
        <p:txBody>
          <a:bodyPr/>
          <a:lstStyle/>
          <a:p>
            <a:endParaRPr lang="uk-UA"/>
          </a:p>
        </p:txBody>
      </p:sp>
      <p:sp>
        <p:nvSpPr>
          <p:cNvPr id="480" name="line480"/>
          <p:cNvSpPr/>
          <p:nvPr/>
        </p:nvSpPr>
        <p:spPr>
          <a:xfrm flipV="1">
            <a:off x="3917838" y="2239661"/>
            <a:ext cx="49027" cy="8632"/>
          </a:xfrm>
          <a:prstGeom prst="line">
            <a:avLst/>
          </a:prstGeom>
          <a:noFill/>
          <a:ln w="13335">
            <a:solidFill>
              <a:srgbClr val="FFFFFF"/>
            </a:solidFill>
            <a:prstDash val="solid"/>
          </a:ln>
        </p:spPr>
        <p:txBody>
          <a:bodyPr/>
          <a:lstStyle/>
          <a:p>
            <a:endParaRPr lang="uk-UA"/>
          </a:p>
        </p:txBody>
      </p:sp>
      <p:sp>
        <p:nvSpPr>
          <p:cNvPr id="481" name="line481"/>
          <p:cNvSpPr/>
          <p:nvPr/>
        </p:nvSpPr>
        <p:spPr>
          <a:xfrm flipV="1">
            <a:off x="3932123" y="2257155"/>
            <a:ext cx="49027" cy="8632"/>
          </a:xfrm>
          <a:prstGeom prst="line">
            <a:avLst/>
          </a:prstGeom>
          <a:noFill/>
          <a:ln w="13335">
            <a:solidFill>
              <a:srgbClr val="FFFFFF"/>
            </a:solidFill>
            <a:prstDash val="solid"/>
          </a:ln>
        </p:spPr>
        <p:txBody>
          <a:bodyPr/>
          <a:lstStyle/>
          <a:p>
            <a:endParaRPr lang="uk-UA"/>
          </a:p>
        </p:txBody>
      </p:sp>
      <p:sp>
        <p:nvSpPr>
          <p:cNvPr id="482" name="line482"/>
          <p:cNvSpPr/>
          <p:nvPr/>
        </p:nvSpPr>
        <p:spPr>
          <a:xfrm flipH="1" flipV="1">
            <a:off x="3882774" y="2464888"/>
            <a:ext cx="144850" cy="17785"/>
          </a:xfrm>
          <a:prstGeom prst="line">
            <a:avLst/>
          </a:prstGeom>
          <a:noFill/>
          <a:ln w="14604">
            <a:solidFill>
              <a:srgbClr val="FFFFFF"/>
            </a:solidFill>
            <a:prstDash val="solid"/>
          </a:ln>
        </p:spPr>
        <p:txBody>
          <a:bodyPr/>
          <a:lstStyle/>
          <a:p>
            <a:endParaRPr lang="uk-UA"/>
          </a:p>
        </p:txBody>
      </p:sp>
      <p:sp>
        <p:nvSpPr>
          <p:cNvPr id="483" name="line483"/>
          <p:cNvSpPr/>
          <p:nvPr/>
        </p:nvSpPr>
        <p:spPr>
          <a:xfrm flipV="1">
            <a:off x="3896569" y="2426436"/>
            <a:ext cx="29435" cy="40146"/>
          </a:xfrm>
          <a:prstGeom prst="line">
            <a:avLst/>
          </a:prstGeom>
          <a:noFill/>
          <a:ln w="13335">
            <a:solidFill>
              <a:srgbClr val="FFFFFF"/>
            </a:solidFill>
            <a:prstDash val="solid"/>
          </a:ln>
        </p:spPr>
        <p:txBody>
          <a:bodyPr/>
          <a:lstStyle/>
          <a:p>
            <a:endParaRPr lang="uk-UA"/>
          </a:p>
        </p:txBody>
      </p:sp>
      <p:sp>
        <p:nvSpPr>
          <p:cNvPr id="484" name="line484"/>
          <p:cNvSpPr/>
          <p:nvPr/>
        </p:nvSpPr>
        <p:spPr>
          <a:xfrm flipH="1" flipV="1">
            <a:off x="4395596" y="2028051"/>
            <a:ext cx="100357" cy="105955"/>
          </a:xfrm>
          <a:prstGeom prst="line">
            <a:avLst/>
          </a:prstGeom>
          <a:noFill/>
          <a:ln w="14604">
            <a:solidFill>
              <a:srgbClr val="F39C4A"/>
            </a:solidFill>
            <a:prstDash val="solid"/>
          </a:ln>
        </p:spPr>
        <p:txBody>
          <a:bodyPr/>
          <a:lstStyle/>
          <a:p>
            <a:endParaRPr lang="uk-UA"/>
          </a:p>
        </p:txBody>
      </p:sp>
      <p:sp>
        <p:nvSpPr>
          <p:cNvPr id="485" name="line485"/>
          <p:cNvSpPr/>
          <p:nvPr/>
        </p:nvSpPr>
        <p:spPr>
          <a:xfrm flipV="1">
            <a:off x="4405154" y="2025933"/>
            <a:ext cx="48260" cy="12209"/>
          </a:xfrm>
          <a:prstGeom prst="line">
            <a:avLst/>
          </a:prstGeom>
          <a:noFill/>
          <a:ln w="13335">
            <a:solidFill>
              <a:srgbClr val="F39C4A"/>
            </a:solidFill>
            <a:prstDash val="solid"/>
          </a:ln>
        </p:spPr>
        <p:txBody>
          <a:bodyPr/>
          <a:lstStyle/>
          <a:p>
            <a:endParaRPr lang="uk-UA"/>
          </a:p>
        </p:txBody>
      </p:sp>
      <p:sp>
        <p:nvSpPr>
          <p:cNvPr id="486" name="line486"/>
          <p:cNvSpPr/>
          <p:nvPr/>
        </p:nvSpPr>
        <p:spPr>
          <a:xfrm flipV="1">
            <a:off x="4420685" y="2042330"/>
            <a:ext cx="48260" cy="12209"/>
          </a:xfrm>
          <a:prstGeom prst="line">
            <a:avLst/>
          </a:prstGeom>
          <a:noFill/>
          <a:ln w="13335">
            <a:solidFill>
              <a:srgbClr val="F39C4A"/>
            </a:solidFill>
            <a:prstDash val="solid"/>
          </a:ln>
        </p:spPr>
        <p:txBody>
          <a:bodyPr/>
          <a:lstStyle/>
          <a:p>
            <a:endParaRPr lang="uk-UA"/>
          </a:p>
        </p:txBody>
      </p:sp>
      <p:sp>
        <p:nvSpPr>
          <p:cNvPr id="487" name="line487"/>
          <p:cNvSpPr/>
          <p:nvPr/>
        </p:nvSpPr>
        <p:spPr>
          <a:xfrm flipH="1" flipV="1">
            <a:off x="4394871" y="2241766"/>
            <a:ext cx="101808" cy="104561"/>
          </a:xfrm>
          <a:prstGeom prst="line">
            <a:avLst/>
          </a:prstGeom>
          <a:noFill/>
          <a:ln w="14604">
            <a:solidFill>
              <a:srgbClr val="FFFFFF"/>
            </a:solidFill>
            <a:prstDash val="solid"/>
          </a:ln>
        </p:spPr>
        <p:txBody>
          <a:bodyPr/>
          <a:lstStyle/>
          <a:p>
            <a:endParaRPr lang="uk-UA"/>
          </a:p>
        </p:txBody>
      </p:sp>
      <p:sp>
        <p:nvSpPr>
          <p:cNvPr id="488" name="line488"/>
          <p:cNvSpPr/>
          <p:nvPr/>
        </p:nvSpPr>
        <p:spPr>
          <a:xfrm flipV="1">
            <a:off x="4404567" y="2238851"/>
            <a:ext cx="48087" cy="12873"/>
          </a:xfrm>
          <a:prstGeom prst="line">
            <a:avLst/>
          </a:prstGeom>
          <a:noFill/>
          <a:ln w="13335">
            <a:solidFill>
              <a:srgbClr val="FFFFFF"/>
            </a:solidFill>
            <a:prstDash val="solid"/>
          </a:ln>
        </p:spPr>
        <p:txBody>
          <a:bodyPr/>
          <a:lstStyle/>
          <a:p>
            <a:endParaRPr lang="uk-UA"/>
          </a:p>
        </p:txBody>
      </p:sp>
      <p:sp>
        <p:nvSpPr>
          <p:cNvPr id="489" name="line489"/>
          <p:cNvSpPr/>
          <p:nvPr/>
        </p:nvSpPr>
        <p:spPr>
          <a:xfrm flipV="1">
            <a:off x="4420323" y="2255033"/>
            <a:ext cx="48087" cy="12873"/>
          </a:xfrm>
          <a:prstGeom prst="line">
            <a:avLst/>
          </a:prstGeom>
          <a:noFill/>
          <a:ln w="13335">
            <a:solidFill>
              <a:srgbClr val="FFFFFF"/>
            </a:solidFill>
            <a:prstDash val="solid"/>
          </a:ln>
        </p:spPr>
        <p:txBody>
          <a:bodyPr/>
          <a:lstStyle/>
          <a:p>
            <a:endParaRPr lang="uk-UA"/>
          </a:p>
        </p:txBody>
      </p:sp>
      <p:sp>
        <p:nvSpPr>
          <p:cNvPr id="490" name="line490"/>
          <p:cNvSpPr/>
          <p:nvPr/>
        </p:nvSpPr>
        <p:spPr>
          <a:xfrm flipH="1" flipV="1">
            <a:off x="4377206" y="2448824"/>
            <a:ext cx="137137" cy="49914"/>
          </a:xfrm>
          <a:prstGeom prst="line">
            <a:avLst/>
          </a:prstGeom>
          <a:noFill/>
          <a:ln w="14604">
            <a:solidFill>
              <a:srgbClr val="FFFFFF"/>
            </a:solidFill>
            <a:prstDash val="solid"/>
          </a:ln>
        </p:spPr>
        <p:txBody>
          <a:bodyPr/>
          <a:lstStyle/>
          <a:p>
            <a:endParaRPr lang="uk-UA"/>
          </a:p>
        </p:txBody>
      </p:sp>
      <p:sp>
        <p:nvSpPr>
          <p:cNvPr id="491" name="line491"/>
          <p:cNvSpPr/>
          <p:nvPr/>
        </p:nvSpPr>
        <p:spPr>
          <a:xfrm flipV="1">
            <a:off x="4390267" y="2421082"/>
            <a:ext cx="37711" cy="32496"/>
          </a:xfrm>
          <a:prstGeom prst="line">
            <a:avLst/>
          </a:prstGeom>
          <a:noFill/>
          <a:ln w="13335">
            <a:solidFill>
              <a:srgbClr val="FFFFFF"/>
            </a:solidFill>
            <a:prstDash val="solid"/>
          </a:ln>
        </p:spPr>
        <p:txBody>
          <a:bodyPr/>
          <a:lstStyle/>
          <a:p>
            <a:endParaRPr lang="uk-UA"/>
          </a:p>
        </p:txBody>
      </p:sp>
      <p:sp>
        <p:nvSpPr>
          <p:cNvPr id="492" name="line492"/>
          <p:cNvSpPr/>
          <p:nvPr/>
        </p:nvSpPr>
        <p:spPr>
          <a:xfrm flipH="1" flipV="1">
            <a:off x="4879643" y="2035107"/>
            <a:ext cx="113415" cy="91842"/>
          </a:xfrm>
          <a:prstGeom prst="line">
            <a:avLst/>
          </a:prstGeom>
          <a:noFill/>
          <a:ln w="14604">
            <a:solidFill>
              <a:srgbClr val="F0C84B"/>
            </a:solidFill>
            <a:prstDash val="solid"/>
          </a:ln>
        </p:spPr>
        <p:txBody>
          <a:bodyPr/>
          <a:lstStyle/>
          <a:p>
            <a:endParaRPr lang="uk-UA"/>
          </a:p>
        </p:txBody>
      </p:sp>
      <p:sp>
        <p:nvSpPr>
          <p:cNvPr id="493" name="line493"/>
          <p:cNvSpPr/>
          <p:nvPr/>
        </p:nvSpPr>
        <p:spPr>
          <a:xfrm flipV="1">
            <a:off x="4890444" y="2025406"/>
            <a:ext cx="46236" cy="18448"/>
          </a:xfrm>
          <a:prstGeom prst="line">
            <a:avLst/>
          </a:prstGeom>
          <a:noFill/>
          <a:ln w="13335">
            <a:solidFill>
              <a:srgbClr val="F0C84B"/>
            </a:solidFill>
            <a:prstDash val="solid"/>
          </a:ln>
        </p:spPr>
        <p:txBody>
          <a:bodyPr/>
          <a:lstStyle/>
          <a:p>
            <a:endParaRPr lang="uk-UA"/>
          </a:p>
        </p:txBody>
      </p:sp>
      <p:sp>
        <p:nvSpPr>
          <p:cNvPr id="494" name="line494"/>
          <p:cNvSpPr/>
          <p:nvPr/>
        </p:nvSpPr>
        <p:spPr>
          <a:xfrm flipV="1">
            <a:off x="4907996" y="2039620"/>
            <a:ext cx="46236" cy="18448"/>
          </a:xfrm>
          <a:prstGeom prst="line">
            <a:avLst/>
          </a:prstGeom>
          <a:noFill/>
          <a:ln w="13335">
            <a:solidFill>
              <a:srgbClr val="F0C84B"/>
            </a:solidFill>
            <a:prstDash val="solid"/>
          </a:ln>
        </p:spPr>
        <p:txBody>
          <a:bodyPr/>
          <a:lstStyle/>
          <a:p>
            <a:endParaRPr lang="uk-UA"/>
          </a:p>
        </p:txBody>
      </p:sp>
      <p:sp>
        <p:nvSpPr>
          <p:cNvPr id="495" name="line495"/>
          <p:cNvSpPr/>
          <p:nvPr/>
        </p:nvSpPr>
        <p:spPr>
          <a:xfrm flipH="1" flipV="1">
            <a:off x="4880453" y="2247143"/>
            <a:ext cx="111795" cy="93807"/>
          </a:xfrm>
          <a:prstGeom prst="line">
            <a:avLst/>
          </a:prstGeom>
          <a:noFill/>
          <a:ln w="14604">
            <a:solidFill>
              <a:srgbClr val="FFFFFF"/>
            </a:solidFill>
            <a:prstDash val="solid"/>
          </a:ln>
        </p:spPr>
        <p:txBody>
          <a:bodyPr/>
          <a:lstStyle/>
          <a:p>
            <a:endParaRPr lang="uk-UA"/>
          </a:p>
        </p:txBody>
      </p:sp>
      <p:sp>
        <p:nvSpPr>
          <p:cNvPr id="496" name="line496"/>
          <p:cNvSpPr/>
          <p:nvPr/>
        </p:nvSpPr>
        <p:spPr>
          <a:xfrm flipV="1">
            <a:off x="4891100" y="2238439"/>
            <a:ext cx="46551" cy="17638"/>
          </a:xfrm>
          <a:prstGeom prst="line">
            <a:avLst/>
          </a:prstGeom>
          <a:noFill/>
          <a:ln w="13335">
            <a:solidFill>
              <a:srgbClr val="FFFFFF"/>
            </a:solidFill>
            <a:prstDash val="solid"/>
          </a:ln>
        </p:spPr>
        <p:txBody>
          <a:bodyPr/>
          <a:lstStyle/>
          <a:p>
            <a:endParaRPr lang="uk-UA"/>
          </a:p>
        </p:txBody>
      </p:sp>
      <p:sp>
        <p:nvSpPr>
          <p:cNvPr id="497" name="line497"/>
          <p:cNvSpPr/>
          <p:nvPr/>
        </p:nvSpPr>
        <p:spPr>
          <a:xfrm flipV="1">
            <a:off x="4908402" y="2252957"/>
            <a:ext cx="46551" cy="17638"/>
          </a:xfrm>
          <a:prstGeom prst="line">
            <a:avLst/>
          </a:prstGeom>
          <a:noFill/>
          <a:ln w="13335">
            <a:solidFill>
              <a:srgbClr val="FFFFFF"/>
            </a:solidFill>
            <a:prstDash val="solid"/>
          </a:ln>
        </p:spPr>
        <p:txBody>
          <a:bodyPr/>
          <a:lstStyle/>
          <a:p>
            <a:endParaRPr lang="uk-UA"/>
          </a:p>
        </p:txBody>
      </p:sp>
      <p:sp>
        <p:nvSpPr>
          <p:cNvPr id="498" name="line498"/>
          <p:cNvSpPr/>
          <p:nvPr/>
        </p:nvSpPr>
        <p:spPr>
          <a:xfrm flipH="1" flipV="1">
            <a:off x="4881280" y="2425909"/>
            <a:ext cx="110141" cy="95744"/>
          </a:xfrm>
          <a:prstGeom prst="line">
            <a:avLst/>
          </a:prstGeom>
          <a:noFill/>
          <a:ln w="14604">
            <a:solidFill>
              <a:srgbClr val="FFFFFF"/>
            </a:solidFill>
            <a:prstDash val="solid"/>
          </a:ln>
        </p:spPr>
        <p:txBody>
          <a:bodyPr/>
          <a:lstStyle/>
          <a:p>
            <a:endParaRPr lang="uk-UA"/>
          </a:p>
        </p:txBody>
      </p:sp>
      <p:sp>
        <p:nvSpPr>
          <p:cNvPr id="499" name="line499"/>
          <p:cNvSpPr/>
          <p:nvPr/>
        </p:nvSpPr>
        <p:spPr>
          <a:xfrm flipV="1">
            <a:off x="4891769" y="2418205"/>
            <a:ext cx="46852" cy="16823"/>
          </a:xfrm>
          <a:prstGeom prst="line">
            <a:avLst/>
          </a:prstGeom>
          <a:noFill/>
          <a:ln w="13335">
            <a:solidFill>
              <a:srgbClr val="FFFFFF"/>
            </a:solidFill>
            <a:prstDash val="solid"/>
          </a:ln>
        </p:spPr>
        <p:txBody>
          <a:bodyPr/>
          <a:lstStyle/>
          <a:p>
            <a:endParaRPr lang="uk-UA"/>
          </a:p>
        </p:txBody>
      </p:sp>
      <p:sp>
        <p:nvSpPr>
          <p:cNvPr id="500" name="line500"/>
          <p:cNvSpPr/>
          <p:nvPr/>
        </p:nvSpPr>
        <p:spPr>
          <a:xfrm flipV="1">
            <a:off x="4908815" y="2433022"/>
            <a:ext cx="46852" cy="16823"/>
          </a:xfrm>
          <a:prstGeom prst="line">
            <a:avLst/>
          </a:prstGeom>
          <a:noFill/>
          <a:ln w="13335">
            <a:solidFill>
              <a:srgbClr val="FFFFFF"/>
            </a:solidFill>
            <a:prstDash val="solid"/>
          </a:ln>
        </p:spPr>
        <p:txBody>
          <a:bodyPr/>
          <a:lstStyle/>
          <a:p>
            <a:endParaRPr lang="uk-UA"/>
          </a:p>
        </p:txBody>
      </p:sp>
      <p:sp>
        <p:nvSpPr>
          <p:cNvPr id="501" name="line501"/>
          <p:cNvSpPr/>
          <p:nvPr/>
        </p:nvSpPr>
        <p:spPr>
          <a:xfrm flipH="1" flipV="1">
            <a:off x="5395046" y="2015391"/>
            <a:ext cx="63759" cy="131274"/>
          </a:xfrm>
          <a:prstGeom prst="line">
            <a:avLst/>
          </a:prstGeom>
          <a:noFill/>
          <a:ln w="14604">
            <a:solidFill>
              <a:srgbClr val="F0C84B"/>
            </a:solidFill>
            <a:prstDash val="solid"/>
          </a:ln>
        </p:spPr>
        <p:txBody>
          <a:bodyPr/>
          <a:lstStyle/>
          <a:p>
            <a:endParaRPr lang="uk-UA"/>
          </a:p>
        </p:txBody>
      </p:sp>
      <p:sp>
        <p:nvSpPr>
          <p:cNvPr id="502" name="line502"/>
          <p:cNvSpPr/>
          <p:nvPr/>
        </p:nvSpPr>
        <p:spPr>
          <a:xfrm>
            <a:off x="5401119" y="2027894"/>
            <a:ext cx="49696" cy="2903"/>
          </a:xfrm>
          <a:prstGeom prst="line">
            <a:avLst/>
          </a:prstGeom>
          <a:noFill/>
          <a:ln w="13335">
            <a:solidFill>
              <a:srgbClr val="F0C84B"/>
            </a:solidFill>
            <a:prstDash val="solid"/>
          </a:ln>
        </p:spPr>
        <p:txBody>
          <a:bodyPr/>
          <a:lstStyle/>
          <a:p>
            <a:endParaRPr lang="uk-UA"/>
          </a:p>
        </p:txBody>
      </p:sp>
      <p:sp>
        <p:nvSpPr>
          <p:cNvPr id="503" name="line503"/>
          <p:cNvSpPr/>
          <p:nvPr/>
        </p:nvSpPr>
        <p:spPr>
          <a:xfrm>
            <a:off x="5410986" y="2048210"/>
            <a:ext cx="49696" cy="2903"/>
          </a:xfrm>
          <a:prstGeom prst="line">
            <a:avLst/>
          </a:prstGeom>
          <a:noFill/>
          <a:ln w="13335">
            <a:solidFill>
              <a:srgbClr val="F0C84B"/>
            </a:solidFill>
            <a:prstDash val="solid"/>
          </a:ln>
        </p:spPr>
        <p:txBody>
          <a:bodyPr/>
          <a:lstStyle/>
          <a:p>
            <a:endParaRPr lang="uk-UA"/>
          </a:p>
        </p:txBody>
      </p:sp>
      <p:sp>
        <p:nvSpPr>
          <p:cNvPr id="504" name="line504"/>
          <p:cNvSpPr/>
          <p:nvPr/>
        </p:nvSpPr>
        <p:spPr>
          <a:xfrm flipH="1" flipV="1">
            <a:off x="5406471" y="2224003"/>
            <a:ext cx="40910" cy="140087"/>
          </a:xfrm>
          <a:prstGeom prst="line">
            <a:avLst/>
          </a:prstGeom>
          <a:noFill/>
          <a:ln w="14604">
            <a:solidFill>
              <a:srgbClr val="FFFFFF"/>
            </a:solidFill>
            <a:prstDash val="solid"/>
          </a:ln>
        </p:spPr>
        <p:txBody>
          <a:bodyPr/>
          <a:lstStyle/>
          <a:p>
            <a:endParaRPr lang="uk-UA"/>
          </a:p>
        </p:txBody>
      </p:sp>
      <p:sp>
        <p:nvSpPr>
          <p:cNvPr id="505" name="line505"/>
          <p:cNvSpPr/>
          <p:nvPr/>
        </p:nvSpPr>
        <p:spPr>
          <a:xfrm>
            <a:off x="5410367" y="2237345"/>
            <a:ext cx="48511" cy="11172"/>
          </a:xfrm>
          <a:prstGeom prst="line">
            <a:avLst/>
          </a:prstGeom>
          <a:noFill/>
          <a:ln w="13335">
            <a:solidFill>
              <a:srgbClr val="FFFFFF"/>
            </a:solidFill>
            <a:prstDash val="solid"/>
          </a:ln>
        </p:spPr>
        <p:txBody>
          <a:bodyPr/>
          <a:lstStyle/>
          <a:p>
            <a:endParaRPr lang="uk-UA"/>
          </a:p>
        </p:txBody>
      </p:sp>
      <p:sp>
        <p:nvSpPr>
          <p:cNvPr id="506" name="line506"/>
          <p:cNvSpPr/>
          <p:nvPr/>
        </p:nvSpPr>
        <p:spPr>
          <a:xfrm>
            <a:off x="5416698" y="2259025"/>
            <a:ext cx="48511" cy="11172"/>
          </a:xfrm>
          <a:prstGeom prst="line">
            <a:avLst/>
          </a:prstGeom>
          <a:noFill/>
          <a:ln w="13335">
            <a:solidFill>
              <a:srgbClr val="FFFFFF"/>
            </a:solidFill>
            <a:prstDash val="solid"/>
          </a:ln>
        </p:spPr>
        <p:txBody>
          <a:bodyPr/>
          <a:lstStyle/>
          <a:p>
            <a:endParaRPr lang="uk-UA"/>
          </a:p>
        </p:txBody>
      </p:sp>
      <p:sp>
        <p:nvSpPr>
          <p:cNvPr id="507" name="line507"/>
          <p:cNvSpPr/>
          <p:nvPr/>
        </p:nvSpPr>
        <p:spPr>
          <a:xfrm flipH="1" flipV="1">
            <a:off x="5367893" y="2430891"/>
            <a:ext cx="118067" cy="85780"/>
          </a:xfrm>
          <a:prstGeom prst="line">
            <a:avLst/>
          </a:prstGeom>
          <a:noFill/>
          <a:ln w="14604">
            <a:solidFill>
              <a:srgbClr val="FFFFFF"/>
            </a:solidFill>
            <a:prstDash val="solid"/>
          </a:ln>
        </p:spPr>
        <p:txBody>
          <a:bodyPr/>
          <a:lstStyle/>
          <a:p>
            <a:endParaRPr lang="uk-UA"/>
          </a:p>
        </p:txBody>
      </p:sp>
      <p:sp>
        <p:nvSpPr>
          <p:cNvPr id="508" name="line508"/>
          <p:cNvSpPr/>
          <p:nvPr/>
        </p:nvSpPr>
        <p:spPr>
          <a:xfrm flipV="1">
            <a:off x="5379137" y="2418218"/>
            <a:ext cx="45208" cy="20842"/>
          </a:xfrm>
          <a:prstGeom prst="line">
            <a:avLst/>
          </a:prstGeom>
          <a:noFill/>
          <a:ln w="13335">
            <a:solidFill>
              <a:srgbClr val="FFFFFF"/>
            </a:solidFill>
            <a:prstDash val="solid"/>
          </a:ln>
        </p:spPr>
        <p:txBody>
          <a:bodyPr/>
          <a:lstStyle/>
          <a:p>
            <a:endParaRPr lang="uk-UA"/>
          </a:p>
        </p:txBody>
      </p:sp>
      <p:sp>
        <p:nvSpPr>
          <p:cNvPr id="509" name="line509"/>
          <p:cNvSpPr/>
          <p:nvPr/>
        </p:nvSpPr>
        <p:spPr>
          <a:xfrm flipH="1" flipV="1">
            <a:off x="5885713" y="2015347"/>
            <a:ext cx="63577" cy="131362"/>
          </a:xfrm>
          <a:prstGeom prst="line">
            <a:avLst/>
          </a:prstGeom>
          <a:noFill/>
          <a:ln w="14604">
            <a:solidFill>
              <a:srgbClr val="FFFFFF"/>
            </a:solidFill>
            <a:prstDash val="solid"/>
          </a:ln>
        </p:spPr>
        <p:txBody>
          <a:bodyPr/>
          <a:lstStyle/>
          <a:p>
            <a:endParaRPr lang="uk-UA"/>
          </a:p>
        </p:txBody>
      </p:sp>
      <p:sp>
        <p:nvSpPr>
          <p:cNvPr id="510" name="line510"/>
          <p:cNvSpPr/>
          <p:nvPr/>
        </p:nvSpPr>
        <p:spPr>
          <a:xfrm>
            <a:off x="5891768" y="2027858"/>
            <a:ext cx="49692" cy="2972"/>
          </a:xfrm>
          <a:prstGeom prst="line">
            <a:avLst/>
          </a:prstGeom>
          <a:noFill/>
          <a:ln w="13335">
            <a:solidFill>
              <a:srgbClr val="FFFFFF"/>
            </a:solidFill>
            <a:prstDash val="solid"/>
          </a:ln>
        </p:spPr>
        <p:txBody>
          <a:bodyPr/>
          <a:lstStyle/>
          <a:p>
            <a:endParaRPr lang="uk-UA"/>
          </a:p>
        </p:txBody>
      </p:sp>
      <p:sp>
        <p:nvSpPr>
          <p:cNvPr id="511" name="line511"/>
          <p:cNvSpPr/>
          <p:nvPr/>
        </p:nvSpPr>
        <p:spPr>
          <a:xfrm>
            <a:off x="5901607" y="2048188"/>
            <a:ext cx="49692" cy="2972"/>
          </a:xfrm>
          <a:prstGeom prst="line">
            <a:avLst/>
          </a:prstGeom>
          <a:noFill/>
          <a:ln w="13335">
            <a:solidFill>
              <a:srgbClr val="FFFFFF"/>
            </a:solidFill>
            <a:prstDash val="solid"/>
          </a:ln>
        </p:spPr>
        <p:txBody>
          <a:bodyPr/>
          <a:lstStyle/>
          <a:p>
            <a:endParaRPr lang="uk-UA"/>
          </a:p>
        </p:txBody>
      </p:sp>
      <p:sp>
        <p:nvSpPr>
          <p:cNvPr id="512" name="line512"/>
          <p:cNvSpPr/>
          <p:nvPr/>
        </p:nvSpPr>
        <p:spPr>
          <a:xfrm flipV="1">
            <a:off x="5890567" y="2226230"/>
            <a:ext cx="53868" cy="135632"/>
          </a:xfrm>
          <a:prstGeom prst="line">
            <a:avLst/>
          </a:prstGeom>
          <a:noFill/>
          <a:ln w="14604">
            <a:solidFill>
              <a:srgbClr val="FFFFFF"/>
            </a:solidFill>
            <a:prstDash val="solid"/>
          </a:ln>
        </p:spPr>
        <p:txBody>
          <a:bodyPr/>
          <a:lstStyle/>
          <a:p>
            <a:endParaRPr lang="uk-UA"/>
          </a:p>
        </p:txBody>
      </p:sp>
      <p:sp>
        <p:nvSpPr>
          <p:cNvPr id="513" name="line513"/>
          <p:cNvSpPr/>
          <p:nvPr/>
        </p:nvSpPr>
        <p:spPr>
          <a:xfrm>
            <a:off x="5939305" y="2239148"/>
            <a:ext cx="31389" cy="38638"/>
          </a:xfrm>
          <a:prstGeom prst="line">
            <a:avLst/>
          </a:prstGeom>
          <a:noFill/>
          <a:ln w="13335">
            <a:solidFill>
              <a:srgbClr val="FFFFFF"/>
            </a:solidFill>
            <a:prstDash val="solid"/>
          </a:ln>
        </p:spPr>
        <p:txBody>
          <a:bodyPr/>
          <a:lstStyle/>
          <a:p>
            <a:endParaRPr lang="uk-UA"/>
          </a:p>
        </p:txBody>
      </p:sp>
      <p:sp>
        <p:nvSpPr>
          <p:cNvPr id="514" name="line514"/>
          <p:cNvSpPr/>
          <p:nvPr/>
        </p:nvSpPr>
        <p:spPr>
          <a:xfrm flipH="1" flipV="1">
            <a:off x="5890167" y="2406125"/>
            <a:ext cx="54669" cy="135312"/>
          </a:xfrm>
          <a:prstGeom prst="line">
            <a:avLst/>
          </a:prstGeom>
          <a:noFill/>
          <a:ln w="14604">
            <a:solidFill>
              <a:srgbClr val="FFFFFF"/>
            </a:solidFill>
            <a:prstDash val="solid"/>
          </a:ln>
        </p:spPr>
        <p:txBody>
          <a:bodyPr/>
          <a:lstStyle/>
          <a:p>
            <a:endParaRPr lang="uk-UA"/>
          </a:p>
        </p:txBody>
      </p:sp>
      <p:sp>
        <p:nvSpPr>
          <p:cNvPr id="515" name="line515"/>
          <p:cNvSpPr/>
          <p:nvPr/>
        </p:nvSpPr>
        <p:spPr>
          <a:xfrm>
            <a:off x="5895373" y="2419012"/>
            <a:ext cx="49383" cy="6281"/>
          </a:xfrm>
          <a:prstGeom prst="line">
            <a:avLst/>
          </a:prstGeom>
          <a:noFill/>
          <a:ln w="13335">
            <a:solidFill>
              <a:srgbClr val="FFFFFF"/>
            </a:solidFill>
            <a:prstDash val="solid"/>
          </a:ln>
        </p:spPr>
        <p:txBody>
          <a:bodyPr/>
          <a:lstStyle/>
          <a:p>
            <a:endParaRPr lang="uk-UA"/>
          </a:p>
        </p:txBody>
      </p:sp>
      <p:sp>
        <p:nvSpPr>
          <p:cNvPr id="516" name="line516"/>
          <p:cNvSpPr/>
          <p:nvPr/>
        </p:nvSpPr>
        <p:spPr>
          <a:xfrm flipH="1" flipV="1">
            <a:off x="6370495" y="2018481"/>
            <a:ext cx="75164" cy="125093"/>
          </a:xfrm>
          <a:prstGeom prst="line">
            <a:avLst/>
          </a:prstGeom>
          <a:noFill/>
          <a:ln w="14604">
            <a:solidFill>
              <a:srgbClr val="FFFFFF"/>
            </a:solidFill>
            <a:prstDash val="solid"/>
          </a:ln>
        </p:spPr>
        <p:txBody>
          <a:bodyPr/>
          <a:lstStyle/>
          <a:p>
            <a:endParaRPr lang="uk-UA"/>
          </a:p>
        </p:txBody>
      </p:sp>
      <p:sp>
        <p:nvSpPr>
          <p:cNvPr id="517" name="line517"/>
          <p:cNvSpPr/>
          <p:nvPr/>
        </p:nvSpPr>
        <p:spPr>
          <a:xfrm flipV="1">
            <a:off x="6377654" y="2028874"/>
            <a:ext cx="49757" cy="1521"/>
          </a:xfrm>
          <a:prstGeom prst="line">
            <a:avLst/>
          </a:prstGeom>
          <a:noFill/>
          <a:ln w="13335">
            <a:solidFill>
              <a:srgbClr val="FFFFFF"/>
            </a:solidFill>
            <a:prstDash val="solid"/>
          </a:ln>
        </p:spPr>
        <p:txBody>
          <a:bodyPr/>
          <a:lstStyle/>
          <a:p>
            <a:endParaRPr lang="uk-UA"/>
          </a:p>
        </p:txBody>
      </p:sp>
      <p:sp>
        <p:nvSpPr>
          <p:cNvPr id="518" name="line518"/>
          <p:cNvSpPr/>
          <p:nvPr/>
        </p:nvSpPr>
        <p:spPr>
          <a:xfrm flipV="1">
            <a:off x="6389286" y="2048233"/>
            <a:ext cx="49757" cy="1521"/>
          </a:xfrm>
          <a:prstGeom prst="line">
            <a:avLst/>
          </a:prstGeom>
          <a:noFill/>
          <a:ln w="13335">
            <a:solidFill>
              <a:srgbClr val="FFFFFF"/>
            </a:solidFill>
            <a:prstDash val="solid"/>
          </a:ln>
        </p:spPr>
        <p:txBody>
          <a:bodyPr/>
          <a:lstStyle/>
          <a:p>
            <a:endParaRPr lang="uk-UA"/>
          </a:p>
        </p:txBody>
      </p:sp>
      <p:sp>
        <p:nvSpPr>
          <p:cNvPr id="519" name="line519"/>
          <p:cNvSpPr/>
          <p:nvPr/>
        </p:nvSpPr>
        <p:spPr>
          <a:xfrm flipH="1" flipV="1">
            <a:off x="6352283" y="2247019"/>
            <a:ext cx="111587" cy="94055"/>
          </a:xfrm>
          <a:prstGeom prst="line">
            <a:avLst/>
          </a:prstGeom>
          <a:noFill/>
          <a:ln w="14604">
            <a:solidFill>
              <a:srgbClr val="FFFFFF"/>
            </a:solidFill>
            <a:prstDash val="solid"/>
          </a:ln>
        </p:spPr>
        <p:txBody>
          <a:bodyPr/>
          <a:lstStyle/>
          <a:p>
            <a:endParaRPr lang="uk-UA"/>
          </a:p>
        </p:txBody>
      </p:sp>
      <p:sp>
        <p:nvSpPr>
          <p:cNvPr id="520" name="line520"/>
          <p:cNvSpPr/>
          <p:nvPr/>
        </p:nvSpPr>
        <p:spPr>
          <a:xfrm flipV="1">
            <a:off x="6362911" y="2238442"/>
            <a:ext cx="46590" cy="17535"/>
          </a:xfrm>
          <a:prstGeom prst="line">
            <a:avLst/>
          </a:prstGeom>
          <a:noFill/>
          <a:ln w="13335">
            <a:solidFill>
              <a:srgbClr val="FFFFFF"/>
            </a:solidFill>
            <a:prstDash val="solid"/>
          </a:ln>
        </p:spPr>
        <p:txBody>
          <a:bodyPr/>
          <a:lstStyle/>
          <a:p>
            <a:endParaRPr lang="uk-UA"/>
          </a:p>
        </p:txBody>
      </p:sp>
      <p:sp>
        <p:nvSpPr>
          <p:cNvPr id="521" name="line521"/>
          <p:cNvSpPr/>
          <p:nvPr/>
        </p:nvSpPr>
        <p:spPr>
          <a:xfrm>
            <a:off x="6367273" y="2413287"/>
            <a:ext cx="81608" cy="120988"/>
          </a:xfrm>
          <a:prstGeom prst="line">
            <a:avLst/>
          </a:prstGeom>
          <a:noFill/>
          <a:ln w="14604">
            <a:solidFill>
              <a:srgbClr val="FFFFFF"/>
            </a:solidFill>
            <a:prstDash val="solid"/>
          </a:ln>
        </p:spPr>
        <p:txBody>
          <a:bodyPr/>
          <a:lstStyle/>
          <a:p>
            <a:endParaRPr lang="uk-UA"/>
          </a:p>
        </p:txBody>
      </p:sp>
      <p:sp>
        <p:nvSpPr>
          <p:cNvPr id="522" name="line522"/>
          <p:cNvSpPr/>
          <p:nvPr/>
        </p:nvSpPr>
        <p:spPr>
          <a:xfrm flipH="1">
            <a:off x="6391499" y="2522753"/>
            <a:ext cx="49610" cy="4123"/>
          </a:xfrm>
          <a:prstGeom prst="line">
            <a:avLst/>
          </a:prstGeom>
          <a:noFill/>
          <a:ln w="13335">
            <a:solidFill>
              <a:srgbClr val="FFFFFF"/>
            </a:solidFill>
            <a:prstDash val="solid"/>
          </a:ln>
        </p:spPr>
        <p:txBody>
          <a:bodyPr/>
          <a:lstStyle/>
          <a:p>
            <a:endParaRPr lang="uk-UA"/>
          </a:p>
        </p:txBody>
      </p:sp>
      <p:sp>
        <p:nvSpPr>
          <p:cNvPr id="523" name="line523"/>
          <p:cNvSpPr/>
          <p:nvPr/>
        </p:nvSpPr>
        <p:spPr>
          <a:xfrm flipH="1" flipV="1">
            <a:off x="6825709" y="2079084"/>
            <a:ext cx="145886" cy="3889"/>
          </a:xfrm>
          <a:prstGeom prst="line">
            <a:avLst/>
          </a:prstGeom>
          <a:noFill/>
          <a:ln w="14604">
            <a:solidFill>
              <a:srgbClr val="FFFFFF"/>
            </a:solidFill>
            <a:prstDash val="solid"/>
          </a:ln>
        </p:spPr>
        <p:txBody>
          <a:bodyPr/>
          <a:lstStyle/>
          <a:p>
            <a:endParaRPr lang="uk-UA"/>
          </a:p>
        </p:txBody>
      </p:sp>
      <p:sp>
        <p:nvSpPr>
          <p:cNvPr id="524" name="line524"/>
          <p:cNvSpPr/>
          <p:nvPr/>
        </p:nvSpPr>
        <p:spPr>
          <a:xfrm flipV="1">
            <a:off x="6839603" y="2036684"/>
            <a:ext cx="25472" cy="42770"/>
          </a:xfrm>
          <a:prstGeom prst="line">
            <a:avLst/>
          </a:prstGeom>
          <a:noFill/>
          <a:ln w="13335">
            <a:solidFill>
              <a:srgbClr val="FFFFFF"/>
            </a:solidFill>
            <a:prstDash val="solid"/>
          </a:ln>
        </p:spPr>
        <p:txBody>
          <a:bodyPr/>
          <a:lstStyle/>
          <a:p>
            <a:endParaRPr lang="uk-UA"/>
          </a:p>
        </p:txBody>
      </p:sp>
      <p:sp>
        <p:nvSpPr>
          <p:cNvPr id="525" name="line525"/>
          <p:cNvSpPr/>
          <p:nvPr/>
        </p:nvSpPr>
        <p:spPr>
          <a:xfrm flipH="1">
            <a:off x="6825684" y="2294047"/>
            <a:ext cx="145938" cy="0"/>
          </a:xfrm>
          <a:prstGeom prst="line">
            <a:avLst/>
          </a:prstGeom>
          <a:noFill/>
          <a:ln w="14604">
            <a:solidFill>
              <a:srgbClr val="FFFFFF"/>
            </a:solidFill>
            <a:prstDash val="solid"/>
          </a:ln>
        </p:spPr>
        <p:txBody>
          <a:bodyPr/>
          <a:lstStyle/>
          <a:p>
            <a:endParaRPr lang="uk-UA"/>
          </a:p>
        </p:txBody>
      </p:sp>
      <p:sp>
        <p:nvSpPr>
          <p:cNvPr id="526" name="line526"/>
          <p:cNvSpPr/>
          <p:nvPr/>
        </p:nvSpPr>
        <p:spPr>
          <a:xfrm flipV="1">
            <a:off x="6839582" y="2250613"/>
            <a:ext cx="24323" cy="43434"/>
          </a:xfrm>
          <a:prstGeom prst="line">
            <a:avLst/>
          </a:prstGeom>
          <a:noFill/>
          <a:ln w="13335">
            <a:solidFill>
              <a:srgbClr val="FFFFFF"/>
            </a:solidFill>
            <a:prstDash val="solid"/>
          </a:ln>
        </p:spPr>
        <p:txBody>
          <a:bodyPr/>
          <a:lstStyle/>
          <a:p>
            <a:endParaRPr lang="uk-UA"/>
          </a:p>
        </p:txBody>
      </p:sp>
      <p:sp>
        <p:nvSpPr>
          <p:cNvPr id="527" name="line527"/>
          <p:cNvSpPr/>
          <p:nvPr/>
        </p:nvSpPr>
        <p:spPr>
          <a:xfrm flipH="1">
            <a:off x="6825684" y="2473781"/>
            <a:ext cx="145938" cy="0"/>
          </a:xfrm>
          <a:prstGeom prst="line">
            <a:avLst/>
          </a:prstGeom>
          <a:noFill/>
          <a:ln w="14604">
            <a:solidFill>
              <a:srgbClr val="FFFFFF"/>
            </a:solidFill>
            <a:prstDash val="solid"/>
          </a:ln>
        </p:spPr>
        <p:txBody>
          <a:bodyPr/>
          <a:lstStyle/>
          <a:p>
            <a:endParaRPr lang="uk-UA"/>
          </a:p>
        </p:txBody>
      </p:sp>
      <p:sp>
        <p:nvSpPr>
          <p:cNvPr id="528" name="line528"/>
          <p:cNvSpPr/>
          <p:nvPr/>
        </p:nvSpPr>
        <p:spPr>
          <a:xfrm flipV="1">
            <a:off x="6839582" y="2430347"/>
            <a:ext cx="24323" cy="43434"/>
          </a:xfrm>
          <a:prstGeom prst="line">
            <a:avLst/>
          </a:prstGeom>
          <a:noFill/>
          <a:ln w="13335">
            <a:solidFill>
              <a:srgbClr val="FFFFFF"/>
            </a:solidFill>
            <a:prstDash val="solid"/>
          </a:ln>
        </p:spPr>
        <p:txBody>
          <a:bodyPr/>
          <a:lstStyle/>
          <a:p>
            <a:endParaRPr lang="uk-UA"/>
          </a:p>
        </p:txBody>
      </p:sp>
      <p:sp>
        <p:nvSpPr>
          <p:cNvPr id="529" name="line529"/>
          <p:cNvSpPr/>
          <p:nvPr/>
        </p:nvSpPr>
        <p:spPr>
          <a:xfrm flipH="1" flipV="1">
            <a:off x="7328701" y="2040273"/>
            <a:ext cx="121054" cy="81510"/>
          </a:xfrm>
          <a:prstGeom prst="line">
            <a:avLst/>
          </a:prstGeom>
          <a:noFill/>
          <a:ln w="14604">
            <a:solidFill>
              <a:srgbClr val="FFFFFF"/>
            </a:solidFill>
            <a:prstDash val="solid"/>
          </a:ln>
        </p:spPr>
        <p:txBody>
          <a:bodyPr/>
          <a:lstStyle/>
          <a:p>
            <a:endParaRPr lang="uk-UA"/>
          </a:p>
        </p:txBody>
      </p:sp>
      <p:sp>
        <p:nvSpPr>
          <p:cNvPr id="530" name="line530"/>
          <p:cNvSpPr/>
          <p:nvPr/>
        </p:nvSpPr>
        <p:spPr>
          <a:xfrm flipV="1">
            <a:off x="7340230" y="2025593"/>
            <a:ext cx="44435" cy="22443"/>
          </a:xfrm>
          <a:prstGeom prst="line">
            <a:avLst/>
          </a:prstGeom>
          <a:noFill/>
          <a:ln w="13335">
            <a:solidFill>
              <a:srgbClr val="FFFFFF"/>
            </a:solidFill>
            <a:prstDash val="solid"/>
          </a:ln>
        </p:spPr>
        <p:txBody>
          <a:bodyPr/>
          <a:lstStyle/>
          <a:p>
            <a:endParaRPr lang="uk-UA"/>
          </a:p>
        </p:txBody>
      </p:sp>
      <p:sp>
        <p:nvSpPr>
          <p:cNvPr id="531" name="line531"/>
          <p:cNvSpPr/>
          <p:nvPr/>
        </p:nvSpPr>
        <p:spPr>
          <a:xfrm flipH="1">
            <a:off x="7323325" y="2262722"/>
            <a:ext cx="131807" cy="62649"/>
          </a:xfrm>
          <a:prstGeom prst="line">
            <a:avLst/>
          </a:prstGeom>
          <a:noFill/>
          <a:ln w="14604">
            <a:solidFill>
              <a:srgbClr val="FFFFFF"/>
            </a:solidFill>
            <a:prstDash val="solid"/>
          </a:ln>
        </p:spPr>
        <p:txBody>
          <a:bodyPr/>
          <a:lstStyle/>
          <a:p>
            <a:endParaRPr lang="uk-UA"/>
          </a:p>
        </p:txBody>
      </p:sp>
      <p:sp>
        <p:nvSpPr>
          <p:cNvPr id="532" name="line532"/>
          <p:cNvSpPr/>
          <p:nvPr/>
        </p:nvSpPr>
        <p:spPr>
          <a:xfrm flipV="1">
            <a:off x="7335878" y="2269735"/>
            <a:ext cx="3322" cy="49670"/>
          </a:xfrm>
          <a:prstGeom prst="line">
            <a:avLst/>
          </a:prstGeom>
          <a:noFill/>
          <a:ln w="13335">
            <a:solidFill>
              <a:srgbClr val="FFFFFF"/>
            </a:solidFill>
            <a:prstDash val="solid"/>
          </a:ln>
        </p:spPr>
        <p:txBody>
          <a:bodyPr/>
          <a:lstStyle/>
          <a:p>
            <a:endParaRPr lang="uk-UA"/>
          </a:p>
        </p:txBody>
      </p:sp>
      <p:sp>
        <p:nvSpPr>
          <p:cNvPr id="533" name="line533"/>
          <p:cNvSpPr/>
          <p:nvPr/>
        </p:nvSpPr>
        <p:spPr>
          <a:xfrm flipH="1">
            <a:off x="7352744" y="2410588"/>
            <a:ext cx="72969" cy="126386"/>
          </a:xfrm>
          <a:prstGeom prst="line">
            <a:avLst/>
          </a:prstGeom>
          <a:noFill/>
          <a:ln w="14604">
            <a:solidFill>
              <a:srgbClr val="FFFFFF"/>
            </a:solidFill>
            <a:prstDash val="solid"/>
          </a:ln>
        </p:spPr>
        <p:txBody>
          <a:bodyPr/>
          <a:lstStyle/>
          <a:p>
            <a:endParaRPr lang="uk-UA"/>
          </a:p>
        </p:txBody>
      </p:sp>
      <p:sp>
        <p:nvSpPr>
          <p:cNvPr id="534" name="line534"/>
          <p:cNvSpPr/>
          <p:nvPr/>
        </p:nvSpPr>
        <p:spPr>
          <a:xfrm flipH="1" flipV="1">
            <a:off x="7334240" y="2482156"/>
            <a:ext cx="25453" cy="42781"/>
          </a:xfrm>
          <a:prstGeom prst="line">
            <a:avLst/>
          </a:prstGeom>
          <a:noFill/>
          <a:ln w="13335">
            <a:solidFill>
              <a:srgbClr val="FFFFFF"/>
            </a:solidFill>
            <a:prstDash val="solid"/>
          </a:ln>
        </p:spPr>
        <p:txBody>
          <a:bodyPr/>
          <a:lstStyle/>
          <a:p>
            <a:endParaRPr lang="uk-UA"/>
          </a:p>
        </p:txBody>
      </p:sp>
      <p:sp>
        <p:nvSpPr>
          <p:cNvPr id="535" name="line535"/>
          <p:cNvSpPr/>
          <p:nvPr/>
        </p:nvSpPr>
        <p:spPr>
          <a:xfrm flipH="1" flipV="1">
            <a:off x="7807555" y="2070800"/>
            <a:ext cx="144498" cy="20455"/>
          </a:xfrm>
          <a:prstGeom prst="line">
            <a:avLst/>
          </a:prstGeom>
          <a:noFill/>
          <a:ln w="14604">
            <a:solidFill>
              <a:srgbClr val="FFFFFF"/>
            </a:solidFill>
            <a:prstDash val="solid"/>
          </a:ln>
        </p:spPr>
        <p:txBody>
          <a:bodyPr/>
          <a:lstStyle/>
          <a:p>
            <a:endParaRPr lang="uk-UA"/>
          </a:p>
        </p:txBody>
      </p:sp>
      <p:sp>
        <p:nvSpPr>
          <p:cNvPr id="536" name="line536"/>
          <p:cNvSpPr/>
          <p:nvPr/>
        </p:nvSpPr>
        <p:spPr>
          <a:xfrm flipV="1">
            <a:off x="7821317" y="2033153"/>
            <a:ext cx="30171" cy="39596"/>
          </a:xfrm>
          <a:prstGeom prst="line">
            <a:avLst/>
          </a:prstGeom>
          <a:noFill/>
          <a:ln w="13335">
            <a:solidFill>
              <a:srgbClr val="FFFFFF"/>
            </a:solidFill>
            <a:prstDash val="solid"/>
          </a:ln>
        </p:spPr>
        <p:txBody>
          <a:bodyPr/>
          <a:lstStyle/>
          <a:p>
            <a:endParaRPr lang="uk-UA"/>
          </a:p>
        </p:txBody>
      </p:sp>
      <p:sp>
        <p:nvSpPr>
          <p:cNvPr id="537" name="line537"/>
          <p:cNvSpPr/>
          <p:nvPr/>
        </p:nvSpPr>
        <p:spPr>
          <a:xfrm flipH="1">
            <a:off x="7808853" y="2277003"/>
            <a:ext cx="141901" cy="34088"/>
          </a:xfrm>
          <a:prstGeom prst="line">
            <a:avLst/>
          </a:prstGeom>
          <a:noFill/>
          <a:ln w="14604">
            <a:solidFill>
              <a:srgbClr val="FFFFFF"/>
            </a:solidFill>
            <a:prstDash val="solid"/>
          </a:ln>
        </p:spPr>
        <p:txBody>
          <a:bodyPr/>
          <a:lstStyle/>
          <a:p>
            <a:endParaRPr lang="uk-UA"/>
          </a:p>
        </p:txBody>
      </p:sp>
      <p:sp>
        <p:nvSpPr>
          <p:cNvPr id="538" name="line538"/>
          <p:cNvSpPr/>
          <p:nvPr/>
        </p:nvSpPr>
        <p:spPr>
          <a:xfrm flipV="1">
            <a:off x="7822368" y="2259930"/>
            <a:ext cx="13505" cy="47914"/>
          </a:xfrm>
          <a:prstGeom prst="line">
            <a:avLst/>
          </a:prstGeom>
          <a:noFill/>
          <a:ln w="13335">
            <a:solidFill>
              <a:srgbClr val="FFFFFF"/>
            </a:solidFill>
            <a:prstDash val="solid"/>
          </a:ln>
        </p:spPr>
        <p:txBody>
          <a:bodyPr/>
          <a:lstStyle/>
          <a:p>
            <a:endParaRPr lang="uk-UA"/>
          </a:p>
        </p:txBody>
      </p:sp>
      <p:sp>
        <p:nvSpPr>
          <p:cNvPr id="539" name="line539"/>
          <p:cNvSpPr/>
          <p:nvPr/>
        </p:nvSpPr>
        <p:spPr>
          <a:xfrm flipH="1">
            <a:off x="7828207" y="2422184"/>
            <a:ext cx="103194" cy="103194"/>
          </a:xfrm>
          <a:prstGeom prst="line">
            <a:avLst/>
          </a:prstGeom>
          <a:noFill/>
          <a:ln w="14604">
            <a:solidFill>
              <a:srgbClr val="FFFFFF"/>
            </a:solidFill>
            <a:prstDash val="solid"/>
          </a:ln>
        </p:spPr>
        <p:txBody>
          <a:bodyPr/>
          <a:lstStyle/>
          <a:p>
            <a:endParaRPr lang="uk-UA"/>
          </a:p>
        </p:txBody>
      </p:sp>
      <p:sp>
        <p:nvSpPr>
          <p:cNvPr id="540" name="line540"/>
          <p:cNvSpPr/>
          <p:nvPr/>
        </p:nvSpPr>
        <p:spPr>
          <a:xfrm flipH="1" flipV="1">
            <a:off x="7824521" y="2467639"/>
            <a:ext cx="13513" cy="47911"/>
          </a:xfrm>
          <a:prstGeom prst="line">
            <a:avLst/>
          </a:prstGeom>
          <a:noFill/>
          <a:ln w="13335">
            <a:solidFill>
              <a:srgbClr val="FFFFFF"/>
            </a:solidFill>
            <a:prstDash val="solid"/>
          </a:ln>
        </p:spPr>
        <p:txBody>
          <a:bodyPr/>
          <a:lstStyle/>
          <a:p>
            <a:endParaRPr lang="uk-UA"/>
          </a:p>
        </p:txBody>
      </p:sp>
      <p:sp>
        <p:nvSpPr>
          <p:cNvPr id="541" name="line541"/>
          <p:cNvSpPr/>
          <p:nvPr/>
        </p:nvSpPr>
        <p:spPr>
          <a:xfrm flipH="1">
            <a:off x="8297804" y="2073464"/>
            <a:ext cx="145152" cy="15128"/>
          </a:xfrm>
          <a:prstGeom prst="line">
            <a:avLst/>
          </a:prstGeom>
          <a:noFill/>
          <a:ln w="14604">
            <a:solidFill>
              <a:srgbClr val="FFFFFF"/>
            </a:solidFill>
            <a:prstDash val="solid"/>
          </a:ln>
        </p:spPr>
        <p:txBody>
          <a:bodyPr/>
          <a:lstStyle/>
          <a:p>
            <a:endParaRPr lang="uk-UA"/>
          </a:p>
        </p:txBody>
      </p:sp>
      <p:sp>
        <p:nvSpPr>
          <p:cNvPr id="542" name="line542"/>
          <p:cNvSpPr/>
          <p:nvPr/>
        </p:nvSpPr>
        <p:spPr>
          <a:xfrm flipV="1">
            <a:off x="8311628" y="2041430"/>
            <a:ext cx="19690" cy="45721"/>
          </a:xfrm>
          <a:prstGeom prst="line">
            <a:avLst/>
          </a:prstGeom>
          <a:noFill/>
          <a:ln w="13335">
            <a:solidFill>
              <a:srgbClr val="FFFFFF"/>
            </a:solidFill>
            <a:prstDash val="solid"/>
          </a:ln>
        </p:spPr>
        <p:txBody>
          <a:bodyPr/>
          <a:lstStyle/>
          <a:p>
            <a:endParaRPr lang="uk-UA"/>
          </a:p>
        </p:txBody>
      </p:sp>
      <p:sp>
        <p:nvSpPr>
          <p:cNvPr id="543" name="line543"/>
          <p:cNvSpPr/>
          <p:nvPr/>
        </p:nvSpPr>
        <p:spPr>
          <a:xfrm flipH="1">
            <a:off x="8308634" y="2255163"/>
            <a:ext cx="123491" cy="77768"/>
          </a:xfrm>
          <a:prstGeom prst="line">
            <a:avLst/>
          </a:prstGeom>
          <a:noFill/>
          <a:ln w="14604">
            <a:solidFill>
              <a:srgbClr val="FFFFFF"/>
            </a:solidFill>
            <a:prstDash val="solid"/>
          </a:ln>
        </p:spPr>
        <p:txBody>
          <a:bodyPr/>
          <a:lstStyle/>
          <a:p>
            <a:endParaRPr lang="uk-UA"/>
          </a:p>
        </p:txBody>
      </p:sp>
      <p:sp>
        <p:nvSpPr>
          <p:cNvPr id="544" name="line544"/>
          <p:cNvSpPr/>
          <p:nvPr/>
        </p:nvSpPr>
        <p:spPr>
          <a:xfrm flipH="1" flipV="1">
            <a:off x="8317832" y="2275809"/>
            <a:ext cx="2563" cy="49715"/>
          </a:xfrm>
          <a:prstGeom prst="line">
            <a:avLst/>
          </a:prstGeom>
          <a:noFill/>
          <a:ln w="13335">
            <a:solidFill>
              <a:srgbClr val="FFFFFF"/>
            </a:solidFill>
            <a:prstDash val="solid"/>
          </a:ln>
        </p:spPr>
        <p:txBody>
          <a:bodyPr/>
          <a:lstStyle/>
          <a:p>
            <a:endParaRPr lang="uk-UA"/>
          </a:p>
        </p:txBody>
      </p:sp>
      <p:sp>
        <p:nvSpPr>
          <p:cNvPr id="545" name="line545"/>
          <p:cNvSpPr/>
          <p:nvPr/>
        </p:nvSpPr>
        <p:spPr>
          <a:xfrm flipH="1">
            <a:off x="8356456" y="2402153"/>
            <a:ext cx="27846" cy="143257"/>
          </a:xfrm>
          <a:prstGeom prst="line">
            <a:avLst/>
          </a:prstGeom>
          <a:noFill/>
          <a:ln w="14604">
            <a:solidFill>
              <a:srgbClr val="FFFFFF"/>
            </a:solidFill>
            <a:prstDash val="solid"/>
          </a:ln>
        </p:spPr>
        <p:txBody>
          <a:bodyPr/>
          <a:lstStyle/>
          <a:p>
            <a:endParaRPr lang="uk-UA"/>
          </a:p>
        </p:txBody>
      </p:sp>
      <p:sp>
        <p:nvSpPr>
          <p:cNvPr id="546" name="line546"/>
          <p:cNvSpPr/>
          <p:nvPr/>
        </p:nvSpPr>
        <p:spPr>
          <a:xfrm flipH="1" flipV="1">
            <a:off x="8321113" y="2499602"/>
            <a:ext cx="37995" cy="32164"/>
          </a:xfrm>
          <a:prstGeom prst="line">
            <a:avLst/>
          </a:prstGeom>
          <a:noFill/>
          <a:ln w="13335">
            <a:solidFill>
              <a:srgbClr val="FFFFFF"/>
            </a:solidFill>
            <a:prstDash val="solid"/>
          </a:ln>
        </p:spPr>
        <p:txBody>
          <a:bodyPr/>
          <a:lstStyle/>
          <a:p>
            <a:endParaRPr lang="uk-UA"/>
          </a:p>
        </p:txBody>
      </p:sp>
      <p:sp>
        <p:nvSpPr>
          <p:cNvPr id="547" name="line547"/>
          <p:cNvSpPr/>
          <p:nvPr/>
        </p:nvSpPr>
        <p:spPr>
          <a:xfrm flipH="1">
            <a:off x="8811559" y="2027320"/>
            <a:ext cx="98792" cy="107416"/>
          </a:xfrm>
          <a:prstGeom prst="line">
            <a:avLst/>
          </a:prstGeom>
          <a:noFill/>
          <a:ln w="14604">
            <a:solidFill>
              <a:srgbClr val="FFFFFF"/>
            </a:solidFill>
            <a:prstDash val="solid"/>
          </a:ln>
        </p:spPr>
        <p:txBody>
          <a:bodyPr/>
          <a:lstStyle/>
          <a:p>
            <a:endParaRPr lang="uk-UA"/>
          </a:p>
        </p:txBody>
      </p:sp>
      <p:sp>
        <p:nvSpPr>
          <p:cNvPr id="548" name="line548"/>
          <p:cNvSpPr/>
          <p:nvPr/>
        </p:nvSpPr>
        <p:spPr>
          <a:xfrm flipH="1" flipV="1">
            <a:off x="8805464" y="2077201"/>
            <a:ext cx="15504" cy="47305"/>
          </a:xfrm>
          <a:prstGeom prst="line">
            <a:avLst/>
          </a:prstGeom>
          <a:noFill/>
          <a:ln w="13335">
            <a:solidFill>
              <a:srgbClr val="FFFFFF"/>
            </a:solidFill>
            <a:prstDash val="solid"/>
          </a:ln>
        </p:spPr>
        <p:txBody>
          <a:bodyPr/>
          <a:lstStyle/>
          <a:p>
            <a:endParaRPr lang="uk-UA"/>
          </a:p>
        </p:txBody>
      </p:sp>
      <p:sp>
        <p:nvSpPr>
          <p:cNvPr id="549" name="line549"/>
          <p:cNvSpPr/>
          <p:nvPr/>
        </p:nvSpPr>
        <p:spPr>
          <a:xfrm flipH="1">
            <a:off x="8820856" y="2233083"/>
            <a:ext cx="80199" cy="121926"/>
          </a:xfrm>
          <a:prstGeom prst="line">
            <a:avLst/>
          </a:prstGeom>
          <a:noFill/>
          <a:ln w="14604">
            <a:solidFill>
              <a:srgbClr val="FFFFFF"/>
            </a:solidFill>
            <a:prstDash val="solid"/>
          </a:ln>
        </p:spPr>
        <p:txBody>
          <a:bodyPr/>
          <a:lstStyle/>
          <a:p>
            <a:endParaRPr lang="uk-UA"/>
          </a:p>
        </p:txBody>
      </p:sp>
      <p:sp>
        <p:nvSpPr>
          <p:cNvPr id="550" name="line550"/>
          <p:cNvSpPr/>
          <p:nvPr/>
        </p:nvSpPr>
        <p:spPr>
          <a:xfrm flipH="1" flipV="1">
            <a:off x="8805572" y="2299208"/>
            <a:ext cx="22921" cy="44190"/>
          </a:xfrm>
          <a:prstGeom prst="line">
            <a:avLst/>
          </a:prstGeom>
          <a:noFill/>
          <a:ln w="13335">
            <a:solidFill>
              <a:srgbClr val="FFFFFF"/>
            </a:solidFill>
            <a:prstDash val="solid"/>
          </a:ln>
        </p:spPr>
        <p:txBody>
          <a:bodyPr/>
          <a:lstStyle/>
          <a:p>
            <a:endParaRPr lang="uk-UA"/>
          </a:p>
        </p:txBody>
      </p:sp>
      <p:sp>
        <p:nvSpPr>
          <p:cNvPr id="551" name="line551"/>
          <p:cNvSpPr/>
          <p:nvPr/>
        </p:nvSpPr>
        <p:spPr>
          <a:xfrm flipH="1">
            <a:off x="8823373" y="2411234"/>
            <a:ext cx="75164" cy="125093"/>
          </a:xfrm>
          <a:prstGeom prst="line">
            <a:avLst/>
          </a:prstGeom>
          <a:noFill/>
          <a:ln w="14604">
            <a:solidFill>
              <a:srgbClr val="FFFFFF"/>
            </a:solidFill>
            <a:prstDash val="solid"/>
          </a:ln>
        </p:spPr>
        <p:txBody>
          <a:bodyPr/>
          <a:lstStyle/>
          <a:p>
            <a:endParaRPr lang="uk-UA"/>
          </a:p>
        </p:txBody>
      </p:sp>
      <p:sp>
        <p:nvSpPr>
          <p:cNvPr id="552" name="line552"/>
          <p:cNvSpPr/>
          <p:nvPr/>
        </p:nvSpPr>
        <p:spPr>
          <a:xfrm flipH="1" flipV="1">
            <a:off x="8805829" y="2481195"/>
            <a:ext cx="24703" cy="43219"/>
          </a:xfrm>
          <a:prstGeom prst="line">
            <a:avLst/>
          </a:prstGeom>
          <a:noFill/>
          <a:ln w="13335">
            <a:solidFill>
              <a:srgbClr val="FFFFFF"/>
            </a:solidFill>
            <a:prstDash val="solid"/>
          </a:ln>
        </p:spPr>
        <p:txBody>
          <a:bodyPr/>
          <a:lstStyle/>
          <a:p>
            <a:endParaRPr lang="uk-UA"/>
          </a:p>
        </p:txBody>
      </p:sp>
      <p:sp>
        <p:nvSpPr>
          <p:cNvPr id="553" name="line553"/>
          <p:cNvSpPr/>
          <p:nvPr/>
        </p:nvSpPr>
        <p:spPr>
          <a:xfrm flipH="1">
            <a:off x="9298220" y="2031204"/>
            <a:ext cx="106622" cy="99648"/>
          </a:xfrm>
          <a:prstGeom prst="line">
            <a:avLst/>
          </a:prstGeom>
          <a:noFill/>
          <a:ln w="14604">
            <a:solidFill>
              <a:srgbClr val="FFFFFF"/>
            </a:solidFill>
            <a:prstDash val="solid"/>
          </a:ln>
        </p:spPr>
        <p:txBody>
          <a:bodyPr/>
          <a:lstStyle/>
          <a:p>
            <a:endParaRPr lang="uk-UA"/>
          </a:p>
        </p:txBody>
      </p:sp>
      <p:sp>
        <p:nvSpPr>
          <p:cNvPr id="554" name="line554"/>
          <p:cNvSpPr/>
          <p:nvPr/>
        </p:nvSpPr>
        <p:spPr>
          <a:xfrm flipH="1" flipV="1">
            <a:off x="9296487" y="2073021"/>
            <a:ext cx="11887" cy="48341"/>
          </a:xfrm>
          <a:prstGeom prst="line">
            <a:avLst/>
          </a:prstGeom>
          <a:noFill/>
          <a:ln w="13335">
            <a:solidFill>
              <a:srgbClr val="FFFFFF"/>
            </a:solidFill>
            <a:prstDash val="solid"/>
          </a:ln>
        </p:spPr>
        <p:txBody>
          <a:bodyPr/>
          <a:lstStyle/>
          <a:p>
            <a:endParaRPr lang="uk-UA"/>
          </a:p>
        </p:txBody>
      </p:sp>
      <p:sp>
        <p:nvSpPr>
          <p:cNvPr id="555" name="line555"/>
          <p:cNvSpPr/>
          <p:nvPr/>
        </p:nvSpPr>
        <p:spPr>
          <a:xfrm flipH="1" flipV="1">
            <a:off x="9312988" y="2057599"/>
            <a:ext cx="11887" cy="48341"/>
          </a:xfrm>
          <a:prstGeom prst="line">
            <a:avLst/>
          </a:prstGeom>
          <a:noFill/>
          <a:ln w="13335">
            <a:solidFill>
              <a:srgbClr val="FFFFFF"/>
            </a:solidFill>
            <a:prstDash val="solid"/>
          </a:ln>
        </p:spPr>
        <p:txBody>
          <a:bodyPr/>
          <a:lstStyle/>
          <a:p>
            <a:endParaRPr lang="uk-UA"/>
          </a:p>
        </p:txBody>
      </p:sp>
      <p:sp>
        <p:nvSpPr>
          <p:cNvPr id="556" name="line556"/>
          <p:cNvSpPr/>
          <p:nvPr/>
        </p:nvSpPr>
        <p:spPr>
          <a:xfrm flipH="1">
            <a:off x="9312223" y="2232570"/>
            <a:ext cx="78615" cy="122954"/>
          </a:xfrm>
          <a:prstGeom prst="line">
            <a:avLst/>
          </a:prstGeom>
          <a:noFill/>
          <a:ln w="14604">
            <a:solidFill>
              <a:srgbClr val="FFFFFF"/>
            </a:solidFill>
            <a:prstDash val="solid"/>
          </a:ln>
        </p:spPr>
        <p:txBody>
          <a:bodyPr/>
          <a:lstStyle/>
          <a:p>
            <a:endParaRPr lang="uk-UA"/>
          </a:p>
        </p:txBody>
      </p:sp>
      <p:sp>
        <p:nvSpPr>
          <p:cNvPr id="557" name="line557"/>
          <p:cNvSpPr/>
          <p:nvPr/>
        </p:nvSpPr>
        <p:spPr>
          <a:xfrm flipH="1" flipV="1">
            <a:off x="9296219" y="2299924"/>
            <a:ext cx="23491" cy="43890"/>
          </a:xfrm>
          <a:prstGeom prst="line">
            <a:avLst/>
          </a:prstGeom>
          <a:noFill/>
          <a:ln w="13335">
            <a:solidFill>
              <a:srgbClr val="FFFFFF"/>
            </a:solidFill>
            <a:prstDash val="solid"/>
          </a:ln>
        </p:spPr>
        <p:txBody>
          <a:bodyPr/>
          <a:lstStyle/>
          <a:p>
            <a:endParaRPr lang="uk-UA"/>
          </a:p>
        </p:txBody>
      </p:sp>
      <p:sp>
        <p:nvSpPr>
          <p:cNvPr id="558" name="line558"/>
          <p:cNvSpPr/>
          <p:nvPr/>
        </p:nvSpPr>
        <p:spPr>
          <a:xfrm flipH="1">
            <a:off x="9330197" y="2404000"/>
            <a:ext cx="42668" cy="139561"/>
          </a:xfrm>
          <a:prstGeom prst="line">
            <a:avLst/>
          </a:prstGeom>
          <a:noFill/>
          <a:ln w="14604">
            <a:solidFill>
              <a:srgbClr val="FFFFFF"/>
            </a:solidFill>
            <a:prstDash val="solid"/>
          </a:ln>
        </p:spPr>
        <p:txBody>
          <a:bodyPr/>
          <a:lstStyle/>
          <a:p>
            <a:endParaRPr lang="uk-UA"/>
          </a:p>
        </p:txBody>
      </p:sp>
      <p:sp>
        <p:nvSpPr>
          <p:cNvPr id="559" name="line559"/>
          <p:cNvSpPr/>
          <p:nvPr/>
        </p:nvSpPr>
        <p:spPr>
          <a:xfrm flipH="1" flipV="1">
            <a:off x="9299835" y="2494311"/>
            <a:ext cx="34425" cy="35959"/>
          </a:xfrm>
          <a:prstGeom prst="line">
            <a:avLst/>
          </a:prstGeom>
          <a:noFill/>
          <a:ln w="13335">
            <a:solidFill>
              <a:srgbClr val="FFFFFF"/>
            </a:solidFill>
            <a:prstDash val="solid"/>
          </a:ln>
        </p:spPr>
        <p:txBody>
          <a:bodyPr/>
          <a:lstStyle/>
          <a:p>
            <a:endParaRPr lang="uk-UA"/>
          </a:p>
        </p:txBody>
      </p:sp>
      <p:sp>
        <p:nvSpPr>
          <p:cNvPr id="560" name="line560"/>
          <p:cNvSpPr/>
          <p:nvPr/>
        </p:nvSpPr>
        <p:spPr>
          <a:xfrm flipH="1">
            <a:off x="9774337" y="2053976"/>
            <a:ext cx="135539" cy="54103"/>
          </a:xfrm>
          <a:prstGeom prst="line">
            <a:avLst/>
          </a:prstGeom>
          <a:noFill/>
          <a:ln w="14604">
            <a:solidFill>
              <a:srgbClr val="FFFFFF"/>
            </a:solidFill>
            <a:prstDash val="solid"/>
          </a:ln>
        </p:spPr>
        <p:txBody>
          <a:bodyPr/>
          <a:lstStyle/>
          <a:p>
            <a:endParaRPr lang="uk-UA"/>
          </a:p>
        </p:txBody>
      </p:sp>
      <p:sp>
        <p:nvSpPr>
          <p:cNvPr id="561" name="line561"/>
          <p:cNvSpPr/>
          <p:nvPr/>
        </p:nvSpPr>
        <p:spPr>
          <a:xfrm flipV="1">
            <a:off x="9787245" y="2053571"/>
            <a:ext cx="6488" cy="49356"/>
          </a:xfrm>
          <a:prstGeom prst="line">
            <a:avLst/>
          </a:prstGeom>
          <a:noFill/>
          <a:ln w="13335">
            <a:solidFill>
              <a:srgbClr val="FFFFFF"/>
            </a:solidFill>
            <a:prstDash val="solid"/>
          </a:ln>
        </p:spPr>
        <p:txBody>
          <a:bodyPr/>
          <a:lstStyle/>
          <a:p>
            <a:endParaRPr lang="uk-UA"/>
          </a:p>
        </p:txBody>
      </p:sp>
      <p:sp>
        <p:nvSpPr>
          <p:cNvPr id="562" name="line562"/>
          <p:cNvSpPr/>
          <p:nvPr/>
        </p:nvSpPr>
        <p:spPr>
          <a:xfrm flipV="1">
            <a:off x="9808222" y="2045198"/>
            <a:ext cx="6488" cy="49356"/>
          </a:xfrm>
          <a:prstGeom prst="line">
            <a:avLst/>
          </a:prstGeom>
          <a:noFill/>
          <a:ln w="13335">
            <a:solidFill>
              <a:srgbClr val="FFFFFF"/>
            </a:solidFill>
            <a:prstDash val="solid"/>
          </a:ln>
        </p:spPr>
        <p:txBody>
          <a:bodyPr/>
          <a:lstStyle/>
          <a:p>
            <a:endParaRPr lang="uk-UA"/>
          </a:p>
        </p:txBody>
      </p:sp>
      <p:sp>
        <p:nvSpPr>
          <p:cNvPr id="563" name="line563"/>
          <p:cNvSpPr/>
          <p:nvPr/>
        </p:nvSpPr>
        <p:spPr>
          <a:xfrm flipH="1">
            <a:off x="9777873" y="2259427"/>
            <a:ext cx="128468" cy="69239"/>
          </a:xfrm>
          <a:prstGeom prst="line">
            <a:avLst/>
          </a:prstGeom>
          <a:noFill/>
          <a:ln w="14604">
            <a:solidFill>
              <a:srgbClr val="FFFFFF"/>
            </a:solidFill>
            <a:prstDash val="solid"/>
          </a:ln>
        </p:spPr>
        <p:txBody>
          <a:bodyPr/>
          <a:lstStyle/>
          <a:p>
            <a:endParaRPr lang="uk-UA"/>
          </a:p>
        </p:txBody>
      </p:sp>
      <p:sp>
        <p:nvSpPr>
          <p:cNvPr id="564" name="line564"/>
          <p:cNvSpPr/>
          <p:nvPr/>
        </p:nvSpPr>
        <p:spPr>
          <a:xfrm flipV="1">
            <a:off x="9790108" y="2272298"/>
            <a:ext cx="804" cy="49774"/>
          </a:xfrm>
          <a:prstGeom prst="line">
            <a:avLst/>
          </a:prstGeom>
          <a:noFill/>
          <a:ln w="13335">
            <a:solidFill>
              <a:srgbClr val="FFFFFF"/>
            </a:solidFill>
            <a:prstDash val="solid"/>
          </a:ln>
        </p:spPr>
        <p:txBody>
          <a:bodyPr/>
          <a:lstStyle/>
          <a:p>
            <a:endParaRPr lang="uk-UA"/>
          </a:p>
        </p:txBody>
      </p:sp>
      <p:sp>
        <p:nvSpPr>
          <p:cNvPr id="565" name="line565"/>
          <p:cNvSpPr/>
          <p:nvPr/>
        </p:nvSpPr>
        <p:spPr>
          <a:xfrm flipV="1">
            <a:off x="9809989" y="2261582"/>
            <a:ext cx="804" cy="49774"/>
          </a:xfrm>
          <a:prstGeom prst="line">
            <a:avLst/>
          </a:prstGeom>
          <a:noFill/>
          <a:ln w="13335">
            <a:solidFill>
              <a:srgbClr val="FFFFFF"/>
            </a:solidFill>
            <a:prstDash val="solid"/>
          </a:ln>
        </p:spPr>
        <p:txBody>
          <a:bodyPr/>
          <a:lstStyle/>
          <a:p>
            <a:endParaRPr lang="uk-UA"/>
          </a:p>
        </p:txBody>
      </p:sp>
      <p:sp>
        <p:nvSpPr>
          <p:cNvPr id="566" name="line566"/>
          <p:cNvSpPr/>
          <p:nvPr/>
        </p:nvSpPr>
        <p:spPr>
          <a:xfrm flipH="1">
            <a:off x="9798192" y="2415505"/>
            <a:ext cx="87828" cy="116551"/>
          </a:xfrm>
          <a:prstGeom prst="line">
            <a:avLst/>
          </a:prstGeom>
          <a:noFill/>
          <a:ln w="14604">
            <a:solidFill>
              <a:srgbClr val="FFFFFF"/>
            </a:solidFill>
            <a:prstDash val="solid"/>
          </a:ln>
        </p:spPr>
        <p:txBody>
          <a:bodyPr/>
          <a:lstStyle/>
          <a:p>
            <a:endParaRPr lang="uk-UA"/>
          </a:p>
        </p:txBody>
      </p:sp>
      <p:sp>
        <p:nvSpPr>
          <p:cNvPr id="567" name="line567"/>
          <p:cNvSpPr/>
          <p:nvPr/>
        </p:nvSpPr>
        <p:spPr>
          <a:xfrm flipH="1" flipV="1">
            <a:off x="9786507" y="2475392"/>
            <a:ext cx="20050" cy="45564"/>
          </a:xfrm>
          <a:prstGeom prst="line">
            <a:avLst/>
          </a:prstGeom>
          <a:noFill/>
          <a:ln w="13335">
            <a:solidFill>
              <a:srgbClr val="FFFFFF"/>
            </a:solidFill>
            <a:prstDash val="solid"/>
          </a:ln>
        </p:spPr>
        <p:txBody>
          <a:bodyPr/>
          <a:lstStyle/>
          <a:p>
            <a:endParaRPr lang="uk-UA"/>
          </a:p>
        </p:txBody>
      </p:sp>
      <p:sp>
        <p:nvSpPr>
          <p:cNvPr id="568" name="line568"/>
          <p:cNvSpPr/>
          <p:nvPr/>
        </p:nvSpPr>
        <p:spPr>
          <a:xfrm flipH="1">
            <a:off x="10277563" y="2033212"/>
            <a:ext cx="110237" cy="95633"/>
          </a:xfrm>
          <a:prstGeom prst="line">
            <a:avLst/>
          </a:prstGeom>
          <a:noFill/>
          <a:ln w="14604">
            <a:solidFill>
              <a:srgbClr val="FFFFFF"/>
            </a:solidFill>
            <a:prstDash val="solid"/>
          </a:ln>
        </p:spPr>
        <p:txBody>
          <a:bodyPr/>
          <a:lstStyle/>
          <a:p>
            <a:endParaRPr lang="uk-UA"/>
          </a:p>
        </p:txBody>
      </p:sp>
      <p:sp>
        <p:nvSpPr>
          <p:cNvPr id="569" name="line569"/>
          <p:cNvSpPr/>
          <p:nvPr/>
        </p:nvSpPr>
        <p:spPr>
          <a:xfrm flipH="1" flipV="1">
            <a:off x="10277973" y="2070989"/>
            <a:ext cx="10089" cy="48748"/>
          </a:xfrm>
          <a:prstGeom prst="line">
            <a:avLst/>
          </a:prstGeom>
          <a:noFill/>
          <a:ln w="13335">
            <a:solidFill>
              <a:srgbClr val="FFFFFF"/>
            </a:solidFill>
            <a:prstDash val="solid"/>
          </a:ln>
        </p:spPr>
        <p:txBody>
          <a:bodyPr/>
          <a:lstStyle/>
          <a:p>
            <a:endParaRPr lang="uk-UA"/>
          </a:p>
        </p:txBody>
      </p:sp>
      <p:sp>
        <p:nvSpPr>
          <p:cNvPr id="570" name="line570"/>
          <p:cNvSpPr/>
          <p:nvPr/>
        </p:nvSpPr>
        <p:spPr>
          <a:xfrm flipH="1" flipV="1">
            <a:off x="10295033" y="2056189"/>
            <a:ext cx="10089" cy="48748"/>
          </a:xfrm>
          <a:prstGeom prst="line">
            <a:avLst/>
          </a:prstGeom>
          <a:noFill/>
          <a:ln w="13335">
            <a:solidFill>
              <a:srgbClr val="FFFFFF"/>
            </a:solidFill>
            <a:prstDash val="solid"/>
          </a:ln>
        </p:spPr>
        <p:txBody>
          <a:bodyPr/>
          <a:lstStyle/>
          <a:p>
            <a:endParaRPr lang="uk-UA"/>
          </a:p>
        </p:txBody>
      </p:sp>
      <p:sp>
        <p:nvSpPr>
          <p:cNvPr id="571" name="line571"/>
          <p:cNvSpPr/>
          <p:nvPr/>
        </p:nvSpPr>
        <p:spPr>
          <a:xfrm flipH="1">
            <a:off x="10271656" y="2254043"/>
            <a:ext cx="122052" cy="80008"/>
          </a:xfrm>
          <a:prstGeom prst="line">
            <a:avLst/>
          </a:prstGeom>
          <a:noFill/>
          <a:ln w="14604">
            <a:solidFill>
              <a:srgbClr val="FFFFFF"/>
            </a:solidFill>
            <a:prstDash val="solid"/>
          </a:ln>
        </p:spPr>
        <p:txBody>
          <a:bodyPr/>
          <a:lstStyle/>
          <a:p>
            <a:endParaRPr lang="uk-UA"/>
          </a:p>
        </p:txBody>
      </p:sp>
      <p:sp>
        <p:nvSpPr>
          <p:cNvPr id="572" name="line572"/>
          <p:cNvSpPr/>
          <p:nvPr/>
        </p:nvSpPr>
        <p:spPr>
          <a:xfrm flipH="1" flipV="1">
            <a:off x="10279810" y="2276771"/>
            <a:ext cx="3470" cy="49660"/>
          </a:xfrm>
          <a:prstGeom prst="line">
            <a:avLst/>
          </a:prstGeom>
          <a:noFill/>
          <a:ln w="13335">
            <a:solidFill>
              <a:srgbClr val="FFFFFF"/>
            </a:solidFill>
            <a:prstDash val="solid"/>
          </a:ln>
        </p:spPr>
        <p:txBody>
          <a:bodyPr/>
          <a:lstStyle/>
          <a:p>
            <a:endParaRPr lang="uk-UA"/>
          </a:p>
        </p:txBody>
      </p:sp>
      <p:sp>
        <p:nvSpPr>
          <p:cNvPr id="573" name="line573"/>
          <p:cNvSpPr/>
          <p:nvPr/>
        </p:nvSpPr>
        <p:spPr>
          <a:xfrm flipH="1" flipV="1">
            <a:off x="10298699" y="2264389"/>
            <a:ext cx="3470" cy="49660"/>
          </a:xfrm>
          <a:prstGeom prst="line">
            <a:avLst/>
          </a:prstGeom>
          <a:noFill/>
          <a:ln w="13335">
            <a:solidFill>
              <a:srgbClr val="FFFFFF"/>
            </a:solidFill>
            <a:prstDash val="solid"/>
          </a:ln>
        </p:spPr>
        <p:txBody>
          <a:bodyPr/>
          <a:lstStyle/>
          <a:p>
            <a:endParaRPr lang="uk-UA"/>
          </a:p>
        </p:txBody>
      </p:sp>
      <p:sp>
        <p:nvSpPr>
          <p:cNvPr id="574" name="line574"/>
          <p:cNvSpPr/>
          <p:nvPr/>
        </p:nvSpPr>
        <p:spPr>
          <a:xfrm flipH="1">
            <a:off x="10301844" y="2407649"/>
            <a:ext cx="61676" cy="132265"/>
          </a:xfrm>
          <a:prstGeom prst="line">
            <a:avLst/>
          </a:prstGeom>
          <a:noFill/>
          <a:ln w="14604">
            <a:solidFill>
              <a:srgbClr val="FFFFFF"/>
            </a:solidFill>
            <a:prstDash val="solid"/>
          </a:ln>
        </p:spPr>
        <p:txBody>
          <a:bodyPr/>
          <a:lstStyle/>
          <a:p>
            <a:endParaRPr lang="uk-UA"/>
          </a:p>
        </p:txBody>
      </p:sp>
      <p:sp>
        <p:nvSpPr>
          <p:cNvPr id="575" name="line575"/>
          <p:cNvSpPr/>
          <p:nvPr/>
        </p:nvSpPr>
        <p:spPr>
          <a:xfrm flipH="1" flipV="1">
            <a:off x="10278633" y="2486917"/>
            <a:ext cx="29085" cy="40400"/>
          </a:xfrm>
          <a:prstGeom prst="line">
            <a:avLst/>
          </a:prstGeom>
          <a:noFill/>
          <a:ln w="13335">
            <a:solidFill>
              <a:srgbClr val="FFFFFF"/>
            </a:solidFill>
            <a:prstDash val="solid"/>
          </a:ln>
        </p:spPr>
        <p:txBody>
          <a:bodyPr/>
          <a:lstStyle/>
          <a:p>
            <a:endParaRPr lang="uk-UA"/>
          </a:p>
        </p:txBody>
      </p:sp>
      <p:sp>
        <p:nvSpPr>
          <p:cNvPr id="576" name="line576"/>
          <p:cNvSpPr/>
          <p:nvPr/>
        </p:nvSpPr>
        <p:spPr>
          <a:xfrm flipH="1">
            <a:off x="10804239" y="2010581"/>
            <a:ext cx="38037" cy="140894"/>
          </a:xfrm>
          <a:prstGeom prst="line">
            <a:avLst/>
          </a:prstGeom>
          <a:noFill/>
          <a:ln w="14604">
            <a:solidFill>
              <a:srgbClr val="FFFFFF"/>
            </a:solidFill>
            <a:prstDash val="solid"/>
          </a:ln>
        </p:spPr>
        <p:txBody>
          <a:bodyPr/>
          <a:lstStyle/>
          <a:p>
            <a:endParaRPr lang="uk-UA"/>
          </a:p>
        </p:txBody>
      </p:sp>
      <p:sp>
        <p:nvSpPr>
          <p:cNvPr id="577" name="line577"/>
          <p:cNvSpPr/>
          <p:nvPr/>
        </p:nvSpPr>
        <p:spPr>
          <a:xfrm flipH="1" flipV="1">
            <a:off x="10772268" y="2103254"/>
            <a:ext cx="35593" cy="34803"/>
          </a:xfrm>
          <a:prstGeom prst="line">
            <a:avLst/>
          </a:prstGeom>
          <a:noFill/>
          <a:ln w="13335">
            <a:solidFill>
              <a:srgbClr val="FFFFFF"/>
            </a:solidFill>
            <a:prstDash val="solid"/>
          </a:ln>
        </p:spPr>
        <p:txBody>
          <a:bodyPr/>
          <a:lstStyle/>
          <a:p>
            <a:endParaRPr lang="uk-UA"/>
          </a:p>
        </p:txBody>
      </p:sp>
      <p:sp>
        <p:nvSpPr>
          <p:cNvPr id="578" name="line578"/>
          <p:cNvSpPr/>
          <p:nvPr/>
        </p:nvSpPr>
        <p:spPr>
          <a:xfrm flipH="1">
            <a:off x="10807848" y="2222723"/>
            <a:ext cx="30818" cy="142647"/>
          </a:xfrm>
          <a:prstGeom prst="line">
            <a:avLst/>
          </a:prstGeom>
          <a:noFill/>
          <a:ln w="14604">
            <a:solidFill>
              <a:srgbClr val="FFFFFF"/>
            </a:solidFill>
            <a:prstDash val="solid"/>
          </a:ln>
        </p:spPr>
        <p:txBody>
          <a:bodyPr/>
          <a:lstStyle/>
          <a:p>
            <a:endParaRPr lang="uk-UA"/>
          </a:p>
        </p:txBody>
      </p:sp>
      <p:sp>
        <p:nvSpPr>
          <p:cNvPr id="579" name="line579"/>
          <p:cNvSpPr/>
          <p:nvPr/>
        </p:nvSpPr>
        <p:spPr>
          <a:xfrm flipH="1" flipV="1">
            <a:off x="10773465" y="2318838"/>
            <a:ext cx="37318" cy="32947"/>
          </a:xfrm>
          <a:prstGeom prst="line">
            <a:avLst/>
          </a:prstGeom>
          <a:noFill/>
          <a:ln w="13335">
            <a:solidFill>
              <a:srgbClr val="FFFFFF"/>
            </a:solidFill>
            <a:prstDash val="solid"/>
          </a:ln>
        </p:spPr>
        <p:txBody>
          <a:bodyPr/>
          <a:lstStyle/>
          <a:p>
            <a:endParaRPr lang="uk-UA"/>
          </a:p>
        </p:txBody>
      </p:sp>
      <p:sp>
        <p:nvSpPr>
          <p:cNvPr id="580" name="line580"/>
          <p:cNvSpPr/>
          <p:nvPr/>
        </p:nvSpPr>
        <p:spPr>
          <a:xfrm flipH="1">
            <a:off x="10809334" y="2402153"/>
            <a:ext cx="27846" cy="143257"/>
          </a:xfrm>
          <a:prstGeom prst="line">
            <a:avLst/>
          </a:prstGeom>
          <a:noFill/>
          <a:ln w="14604">
            <a:solidFill>
              <a:srgbClr val="FFFFFF"/>
            </a:solidFill>
            <a:prstDash val="solid"/>
          </a:ln>
        </p:spPr>
        <p:txBody>
          <a:bodyPr/>
          <a:lstStyle/>
          <a:p>
            <a:endParaRPr lang="uk-UA"/>
          </a:p>
        </p:txBody>
      </p:sp>
      <p:sp>
        <p:nvSpPr>
          <p:cNvPr id="581" name="line581"/>
          <p:cNvSpPr/>
          <p:nvPr/>
        </p:nvSpPr>
        <p:spPr>
          <a:xfrm flipH="1" flipV="1">
            <a:off x="10773991" y="2499602"/>
            <a:ext cx="37995" cy="32164"/>
          </a:xfrm>
          <a:prstGeom prst="line">
            <a:avLst/>
          </a:prstGeom>
          <a:noFill/>
          <a:ln w="13335">
            <a:solidFill>
              <a:srgbClr val="FFFFFF"/>
            </a:solidFill>
            <a:prstDash val="solid"/>
          </a:ln>
        </p:spPr>
        <p:txBody>
          <a:bodyPr/>
          <a:lstStyle/>
          <a:p>
            <a:endParaRPr lang="uk-UA"/>
          </a:p>
        </p:txBody>
      </p:sp>
      <p:sp>
        <p:nvSpPr>
          <p:cNvPr id="582" name="shape582"/>
          <p:cNvSpPr/>
          <p:nvPr/>
        </p:nvSpPr>
        <p:spPr>
          <a:xfrm>
            <a:off x="1216152" y="2889504"/>
            <a:ext cx="9811512" cy="804672"/>
          </a:xfrm>
          <a:prstGeom prst="rect">
            <a:avLst/>
          </a:prstGeom>
          <a:solidFill>
            <a:srgbClr val="050505"/>
          </a:solidFill>
          <a:ln w="12700">
            <a:solidFill>
              <a:srgbClr val="303030"/>
            </a:solidFill>
          </a:ln>
        </p:spPr>
        <p:txBody>
          <a:bodyPr/>
          <a:lstStyle/>
          <a:p>
            <a:endParaRPr lang="uk-UA"/>
          </a:p>
        </p:txBody>
      </p:sp>
      <p:sp>
        <p:nvSpPr>
          <p:cNvPr id="583" name="text583"/>
          <p:cNvSpPr txBox="1"/>
          <p:nvPr/>
        </p:nvSpPr>
        <p:spPr>
          <a:xfrm>
            <a:off x="530352" y="2930652"/>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Коптери</a:t>
            </a:r>
          </a:p>
        </p:txBody>
      </p:sp>
      <p:sp>
        <p:nvSpPr>
          <p:cNvPr id="584" name="shape584"/>
          <p:cNvSpPr/>
          <p:nvPr/>
        </p:nvSpPr>
        <p:spPr>
          <a:xfrm>
            <a:off x="1216152" y="2889504"/>
            <a:ext cx="83591" cy="202997"/>
          </a:xfrm>
          <a:prstGeom prst="rect">
            <a:avLst/>
          </a:prstGeom>
          <a:solidFill>
            <a:srgbClr val="0D8D56"/>
          </a:solidFill>
          <a:ln>
            <a:noFill/>
          </a:ln>
        </p:spPr>
        <p:txBody>
          <a:bodyPr/>
          <a:lstStyle/>
          <a:p>
            <a:endParaRPr lang="uk-UA"/>
          </a:p>
        </p:txBody>
      </p:sp>
      <p:sp>
        <p:nvSpPr>
          <p:cNvPr id="585" name="shape585"/>
          <p:cNvSpPr/>
          <p:nvPr/>
        </p:nvSpPr>
        <p:spPr>
          <a:xfrm>
            <a:off x="1297915" y="2889504"/>
            <a:ext cx="83591" cy="202997"/>
          </a:xfrm>
          <a:prstGeom prst="rect">
            <a:avLst/>
          </a:prstGeom>
          <a:solidFill>
            <a:srgbClr val="0D8D56"/>
          </a:solidFill>
          <a:ln>
            <a:noFill/>
          </a:ln>
        </p:spPr>
        <p:txBody>
          <a:bodyPr/>
          <a:lstStyle/>
          <a:p>
            <a:endParaRPr lang="uk-UA"/>
          </a:p>
        </p:txBody>
      </p:sp>
      <p:sp>
        <p:nvSpPr>
          <p:cNvPr id="586" name="shape586"/>
          <p:cNvSpPr/>
          <p:nvPr/>
        </p:nvSpPr>
        <p:spPr>
          <a:xfrm>
            <a:off x="1379677" y="2889504"/>
            <a:ext cx="83591" cy="202997"/>
          </a:xfrm>
          <a:prstGeom prst="rect">
            <a:avLst/>
          </a:prstGeom>
          <a:solidFill>
            <a:srgbClr val="0D8D56"/>
          </a:solidFill>
          <a:ln>
            <a:noFill/>
          </a:ln>
        </p:spPr>
        <p:txBody>
          <a:bodyPr/>
          <a:lstStyle/>
          <a:p>
            <a:endParaRPr lang="uk-UA"/>
          </a:p>
        </p:txBody>
      </p:sp>
      <p:sp>
        <p:nvSpPr>
          <p:cNvPr id="587" name="shape587"/>
          <p:cNvSpPr/>
          <p:nvPr/>
        </p:nvSpPr>
        <p:spPr>
          <a:xfrm>
            <a:off x="1461440" y="2889504"/>
            <a:ext cx="83591" cy="202997"/>
          </a:xfrm>
          <a:prstGeom prst="rect">
            <a:avLst/>
          </a:prstGeom>
          <a:solidFill>
            <a:srgbClr val="0D8D56"/>
          </a:solidFill>
          <a:ln>
            <a:noFill/>
          </a:ln>
        </p:spPr>
        <p:txBody>
          <a:bodyPr/>
          <a:lstStyle/>
          <a:p>
            <a:endParaRPr lang="uk-UA"/>
          </a:p>
        </p:txBody>
      </p:sp>
      <p:sp>
        <p:nvSpPr>
          <p:cNvPr id="588" name="shape588"/>
          <p:cNvSpPr/>
          <p:nvPr/>
        </p:nvSpPr>
        <p:spPr>
          <a:xfrm>
            <a:off x="1543202" y="2889504"/>
            <a:ext cx="83591" cy="202997"/>
          </a:xfrm>
          <a:prstGeom prst="rect">
            <a:avLst/>
          </a:prstGeom>
          <a:solidFill>
            <a:srgbClr val="0D8D56"/>
          </a:solidFill>
          <a:ln>
            <a:noFill/>
          </a:ln>
        </p:spPr>
        <p:txBody>
          <a:bodyPr/>
          <a:lstStyle/>
          <a:p>
            <a:endParaRPr lang="uk-UA"/>
          </a:p>
        </p:txBody>
      </p:sp>
      <p:sp>
        <p:nvSpPr>
          <p:cNvPr id="589" name="shape589"/>
          <p:cNvSpPr/>
          <p:nvPr/>
        </p:nvSpPr>
        <p:spPr>
          <a:xfrm>
            <a:off x="1624965" y="2889504"/>
            <a:ext cx="83591" cy="202997"/>
          </a:xfrm>
          <a:prstGeom prst="rect">
            <a:avLst/>
          </a:prstGeom>
          <a:solidFill>
            <a:srgbClr val="0D8D56"/>
          </a:solidFill>
          <a:ln>
            <a:noFill/>
          </a:ln>
        </p:spPr>
        <p:txBody>
          <a:bodyPr/>
          <a:lstStyle/>
          <a:p>
            <a:endParaRPr lang="uk-UA"/>
          </a:p>
        </p:txBody>
      </p:sp>
      <p:sp>
        <p:nvSpPr>
          <p:cNvPr id="590" name="shape590"/>
          <p:cNvSpPr/>
          <p:nvPr/>
        </p:nvSpPr>
        <p:spPr>
          <a:xfrm>
            <a:off x="1706728" y="2889504"/>
            <a:ext cx="83591" cy="202997"/>
          </a:xfrm>
          <a:prstGeom prst="rect">
            <a:avLst/>
          </a:prstGeom>
          <a:solidFill>
            <a:srgbClr val="0D8D56"/>
          </a:solidFill>
          <a:ln>
            <a:noFill/>
          </a:ln>
        </p:spPr>
        <p:txBody>
          <a:bodyPr/>
          <a:lstStyle/>
          <a:p>
            <a:endParaRPr lang="uk-UA"/>
          </a:p>
        </p:txBody>
      </p:sp>
      <p:sp>
        <p:nvSpPr>
          <p:cNvPr id="591" name="shape591"/>
          <p:cNvSpPr/>
          <p:nvPr/>
        </p:nvSpPr>
        <p:spPr>
          <a:xfrm>
            <a:off x="1788490" y="2889504"/>
            <a:ext cx="83591" cy="202997"/>
          </a:xfrm>
          <a:prstGeom prst="rect">
            <a:avLst/>
          </a:prstGeom>
          <a:solidFill>
            <a:srgbClr val="0D8D56"/>
          </a:solidFill>
          <a:ln>
            <a:noFill/>
          </a:ln>
        </p:spPr>
        <p:txBody>
          <a:bodyPr/>
          <a:lstStyle/>
          <a:p>
            <a:endParaRPr lang="uk-UA"/>
          </a:p>
        </p:txBody>
      </p:sp>
      <p:sp>
        <p:nvSpPr>
          <p:cNvPr id="592" name="shape592"/>
          <p:cNvSpPr/>
          <p:nvPr/>
        </p:nvSpPr>
        <p:spPr>
          <a:xfrm>
            <a:off x="1870253" y="2889504"/>
            <a:ext cx="83591" cy="202997"/>
          </a:xfrm>
          <a:prstGeom prst="rect">
            <a:avLst/>
          </a:prstGeom>
          <a:solidFill>
            <a:srgbClr val="0D8D56"/>
          </a:solidFill>
          <a:ln>
            <a:noFill/>
          </a:ln>
        </p:spPr>
        <p:txBody>
          <a:bodyPr/>
          <a:lstStyle/>
          <a:p>
            <a:endParaRPr lang="uk-UA"/>
          </a:p>
        </p:txBody>
      </p:sp>
      <p:sp>
        <p:nvSpPr>
          <p:cNvPr id="593" name="shape593"/>
          <p:cNvSpPr/>
          <p:nvPr/>
        </p:nvSpPr>
        <p:spPr>
          <a:xfrm>
            <a:off x="1952015" y="2889504"/>
            <a:ext cx="83591" cy="202997"/>
          </a:xfrm>
          <a:prstGeom prst="rect">
            <a:avLst/>
          </a:prstGeom>
          <a:solidFill>
            <a:srgbClr val="0D8D56"/>
          </a:solidFill>
          <a:ln>
            <a:noFill/>
          </a:ln>
        </p:spPr>
        <p:txBody>
          <a:bodyPr/>
          <a:lstStyle/>
          <a:p>
            <a:endParaRPr lang="uk-UA"/>
          </a:p>
        </p:txBody>
      </p:sp>
      <p:sp>
        <p:nvSpPr>
          <p:cNvPr id="594" name="shape594"/>
          <p:cNvSpPr/>
          <p:nvPr/>
        </p:nvSpPr>
        <p:spPr>
          <a:xfrm>
            <a:off x="2033778" y="2889504"/>
            <a:ext cx="83591" cy="202997"/>
          </a:xfrm>
          <a:prstGeom prst="rect">
            <a:avLst/>
          </a:prstGeom>
          <a:solidFill>
            <a:srgbClr val="0D8D56"/>
          </a:solidFill>
          <a:ln>
            <a:noFill/>
          </a:ln>
        </p:spPr>
        <p:txBody>
          <a:bodyPr/>
          <a:lstStyle/>
          <a:p>
            <a:endParaRPr lang="uk-UA"/>
          </a:p>
        </p:txBody>
      </p:sp>
      <p:sp>
        <p:nvSpPr>
          <p:cNvPr id="595" name="shape595"/>
          <p:cNvSpPr/>
          <p:nvPr/>
        </p:nvSpPr>
        <p:spPr>
          <a:xfrm>
            <a:off x="2115541" y="2889504"/>
            <a:ext cx="83591" cy="202997"/>
          </a:xfrm>
          <a:prstGeom prst="rect">
            <a:avLst/>
          </a:prstGeom>
          <a:solidFill>
            <a:srgbClr val="0D8D56"/>
          </a:solidFill>
          <a:ln>
            <a:noFill/>
          </a:ln>
        </p:spPr>
        <p:txBody>
          <a:bodyPr/>
          <a:lstStyle/>
          <a:p>
            <a:endParaRPr lang="uk-UA"/>
          </a:p>
        </p:txBody>
      </p:sp>
      <p:sp>
        <p:nvSpPr>
          <p:cNvPr id="596" name="shape596"/>
          <p:cNvSpPr/>
          <p:nvPr/>
        </p:nvSpPr>
        <p:spPr>
          <a:xfrm>
            <a:off x="2197303" y="2889504"/>
            <a:ext cx="83591" cy="202997"/>
          </a:xfrm>
          <a:prstGeom prst="rect">
            <a:avLst/>
          </a:prstGeom>
          <a:solidFill>
            <a:srgbClr val="0D8D56"/>
          </a:solidFill>
          <a:ln>
            <a:noFill/>
          </a:ln>
        </p:spPr>
        <p:txBody>
          <a:bodyPr/>
          <a:lstStyle/>
          <a:p>
            <a:endParaRPr lang="uk-UA"/>
          </a:p>
        </p:txBody>
      </p:sp>
      <p:sp>
        <p:nvSpPr>
          <p:cNvPr id="597" name="shape597"/>
          <p:cNvSpPr/>
          <p:nvPr/>
        </p:nvSpPr>
        <p:spPr>
          <a:xfrm>
            <a:off x="2279066" y="2889504"/>
            <a:ext cx="83591" cy="202997"/>
          </a:xfrm>
          <a:prstGeom prst="rect">
            <a:avLst/>
          </a:prstGeom>
          <a:solidFill>
            <a:srgbClr val="0D8D56"/>
          </a:solidFill>
          <a:ln>
            <a:noFill/>
          </a:ln>
        </p:spPr>
        <p:txBody>
          <a:bodyPr/>
          <a:lstStyle/>
          <a:p>
            <a:endParaRPr lang="uk-UA"/>
          </a:p>
        </p:txBody>
      </p:sp>
      <p:sp>
        <p:nvSpPr>
          <p:cNvPr id="598" name="shape598"/>
          <p:cNvSpPr/>
          <p:nvPr/>
        </p:nvSpPr>
        <p:spPr>
          <a:xfrm>
            <a:off x="2360828" y="2889504"/>
            <a:ext cx="83591" cy="202997"/>
          </a:xfrm>
          <a:prstGeom prst="rect">
            <a:avLst/>
          </a:prstGeom>
          <a:solidFill>
            <a:srgbClr val="0D8D56"/>
          </a:solidFill>
          <a:ln>
            <a:noFill/>
          </a:ln>
        </p:spPr>
        <p:txBody>
          <a:bodyPr/>
          <a:lstStyle/>
          <a:p>
            <a:endParaRPr lang="uk-UA"/>
          </a:p>
        </p:txBody>
      </p:sp>
      <p:sp>
        <p:nvSpPr>
          <p:cNvPr id="599" name="shape599"/>
          <p:cNvSpPr/>
          <p:nvPr/>
        </p:nvSpPr>
        <p:spPr>
          <a:xfrm>
            <a:off x="2442591" y="2889504"/>
            <a:ext cx="83591" cy="202997"/>
          </a:xfrm>
          <a:prstGeom prst="rect">
            <a:avLst/>
          </a:prstGeom>
          <a:solidFill>
            <a:srgbClr val="0D8D56"/>
          </a:solidFill>
          <a:ln>
            <a:noFill/>
          </a:ln>
        </p:spPr>
        <p:txBody>
          <a:bodyPr/>
          <a:lstStyle/>
          <a:p>
            <a:endParaRPr lang="uk-UA"/>
          </a:p>
        </p:txBody>
      </p:sp>
      <p:sp>
        <p:nvSpPr>
          <p:cNvPr id="600" name="shape600"/>
          <p:cNvSpPr/>
          <p:nvPr/>
        </p:nvSpPr>
        <p:spPr>
          <a:xfrm>
            <a:off x="2524354" y="2889504"/>
            <a:ext cx="83591" cy="202997"/>
          </a:xfrm>
          <a:prstGeom prst="rect">
            <a:avLst/>
          </a:prstGeom>
          <a:solidFill>
            <a:srgbClr val="0D8D56"/>
          </a:solidFill>
          <a:ln>
            <a:noFill/>
          </a:ln>
        </p:spPr>
        <p:txBody>
          <a:bodyPr/>
          <a:lstStyle/>
          <a:p>
            <a:endParaRPr lang="uk-UA"/>
          </a:p>
        </p:txBody>
      </p:sp>
      <p:sp>
        <p:nvSpPr>
          <p:cNvPr id="601" name="shape601"/>
          <p:cNvSpPr/>
          <p:nvPr/>
        </p:nvSpPr>
        <p:spPr>
          <a:xfrm>
            <a:off x="2606116" y="2889504"/>
            <a:ext cx="83591" cy="202997"/>
          </a:xfrm>
          <a:prstGeom prst="rect">
            <a:avLst/>
          </a:prstGeom>
          <a:solidFill>
            <a:srgbClr val="0D8D56"/>
          </a:solidFill>
          <a:ln>
            <a:noFill/>
          </a:ln>
        </p:spPr>
        <p:txBody>
          <a:bodyPr/>
          <a:lstStyle/>
          <a:p>
            <a:endParaRPr lang="uk-UA"/>
          </a:p>
        </p:txBody>
      </p:sp>
      <p:sp>
        <p:nvSpPr>
          <p:cNvPr id="602" name="shape602"/>
          <p:cNvSpPr/>
          <p:nvPr/>
        </p:nvSpPr>
        <p:spPr>
          <a:xfrm>
            <a:off x="2687879" y="2889504"/>
            <a:ext cx="83591" cy="202997"/>
          </a:xfrm>
          <a:prstGeom prst="rect">
            <a:avLst/>
          </a:prstGeom>
          <a:solidFill>
            <a:srgbClr val="0D8D56"/>
          </a:solidFill>
          <a:ln>
            <a:noFill/>
          </a:ln>
        </p:spPr>
        <p:txBody>
          <a:bodyPr/>
          <a:lstStyle/>
          <a:p>
            <a:endParaRPr lang="uk-UA"/>
          </a:p>
        </p:txBody>
      </p:sp>
      <p:sp>
        <p:nvSpPr>
          <p:cNvPr id="603" name="shape603"/>
          <p:cNvSpPr/>
          <p:nvPr/>
        </p:nvSpPr>
        <p:spPr>
          <a:xfrm>
            <a:off x="2769641" y="2889504"/>
            <a:ext cx="83591" cy="202997"/>
          </a:xfrm>
          <a:prstGeom prst="rect">
            <a:avLst/>
          </a:prstGeom>
          <a:solidFill>
            <a:srgbClr val="0D8D56"/>
          </a:solidFill>
          <a:ln>
            <a:noFill/>
          </a:ln>
        </p:spPr>
        <p:txBody>
          <a:bodyPr/>
          <a:lstStyle/>
          <a:p>
            <a:endParaRPr lang="uk-UA"/>
          </a:p>
        </p:txBody>
      </p:sp>
      <p:sp>
        <p:nvSpPr>
          <p:cNvPr id="604" name="shape604"/>
          <p:cNvSpPr/>
          <p:nvPr/>
        </p:nvSpPr>
        <p:spPr>
          <a:xfrm>
            <a:off x="2851404" y="2889504"/>
            <a:ext cx="83591" cy="202997"/>
          </a:xfrm>
          <a:prstGeom prst="rect">
            <a:avLst/>
          </a:prstGeom>
          <a:solidFill>
            <a:srgbClr val="0D8D56"/>
          </a:solidFill>
          <a:ln>
            <a:noFill/>
          </a:ln>
        </p:spPr>
        <p:txBody>
          <a:bodyPr/>
          <a:lstStyle/>
          <a:p>
            <a:endParaRPr lang="uk-UA"/>
          </a:p>
        </p:txBody>
      </p:sp>
      <p:sp>
        <p:nvSpPr>
          <p:cNvPr id="605" name="shape605"/>
          <p:cNvSpPr/>
          <p:nvPr/>
        </p:nvSpPr>
        <p:spPr>
          <a:xfrm>
            <a:off x="2933167" y="2889504"/>
            <a:ext cx="83591" cy="202997"/>
          </a:xfrm>
          <a:prstGeom prst="rect">
            <a:avLst/>
          </a:prstGeom>
          <a:solidFill>
            <a:srgbClr val="0D8D56"/>
          </a:solidFill>
          <a:ln>
            <a:noFill/>
          </a:ln>
        </p:spPr>
        <p:txBody>
          <a:bodyPr/>
          <a:lstStyle/>
          <a:p>
            <a:endParaRPr lang="uk-UA"/>
          </a:p>
        </p:txBody>
      </p:sp>
      <p:sp>
        <p:nvSpPr>
          <p:cNvPr id="606" name="shape606"/>
          <p:cNvSpPr/>
          <p:nvPr/>
        </p:nvSpPr>
        <p:spPr>
          <a:xfrm>
            <a:off x="3014929" y="2889504"/>
            <a:ext cx="83591" cy="202997"/>
          </a:xfrm>
          <a:prstGeom prst="rect">
            <a:avLst/>
          </a:prstGeom>
          <a:solidFill>
            <a:srgbClr val="0D8D56"/>
          </a:solidFill>
          <a:ln>
            <a:noFill/>
          </a:ln>
        </p:spPr>
        <p:txBody>
          <a:bodyPr/>
          <a:lstStyle/>
          <a:p>
            <a:endParaRPr lang="uk-UA"/>
          </a:p>
        </p:txBody>
      </p:sp>
      <p:sp>
        <p:nvSpPr>
          <p:cNvPr id="607" name="shape607"/>
          <p:cNvSpPr/>
          <p:nvPr/>
        </p:nvSpPr>
        <p:spPr>
          <a:xfrm>
            <a:off x="3096692" y="2889504"/>
            <a:ext cx="83591" cy="202997"/>
          </a:xfrm>
          <a:prstGeom prst="rect">
            <a:avLst/>
          </a:prstGeom>
          <a:solidFill>
            <a:srgbClr val="0D8D56"/>
          </a:solidFill>
          <a:ln>
            <a:noFill/>
          </a:ln>
        </p:spPr>
        <p:txBody>
          <a:bodyPr/>
          <a:lstStyle/>
          <a:p>
            <a:endParaRPr lang="uk-UA"/>
          </a:p>
        </p:txBody>
      </p:sp>
      <p:sp>
        <p:nvSpPr>
          <p:cNvPr id="608" name="shape608"/>
          <p:cNvSpPr/>
          <p:nvPr/>
        </p:nvSpPr>
        <p:spPr>
          <a:xfrm>
            <a:off x="3178454" y="2889504"/>
            <a:ext cx="83591" cy="202997"/>
          </a:xfrm>
          <a:prstGeom prst="rect">
            <a:avLst/>
          </a:prstGeom>
          <a:solidFill>
            <a:srgbClr val="0D8D56"/>
          </a:solidFill>
          <a:ln>
            <a:noFill/>
          </a:ln>
        </p:spPr>
        <p:txBody>
          <a:bodyPr/>
          <a:lstStyle/>
          <a:p>
            <a:endParaRPr lang="uk-UA"/>
          </a:p>
        </p:txBody>
      </p:sp>
      <p:sp>
        <p:nvSpPr>
          <p:cNvPr id="609" name="shape609"/>
          <p:cNvSpPr/>
          <p:nvPr/>
        </p:nvSpPr>
        <p:spPr>
          <a:xfrm>
            <a:off x="3260217" y="2889504"/>
            <a:ext cx="83591" cy="202997"/>
          </a:xfrm>
          <a:prstGeom prst="rect">
            <a:avLst/>
          </a:prstGeom>
          <a:solidFill>
            <a:srgbClr val="0D8D56"/>
          </a:solidFill>
          <a:ln>
            <a:noFill/>
          </a:ln>
        </p:spPr>
        <p:txBody>
          <a:bodyPr/>
          <a:lstStyle/>
          <a:p>
            <a:endParaRPr lang="uk-UA"/>
          </a:p>
        </p:txBody>
      </p:sp>
      <p:sp>
        <p:nvSpPr>
          <p:cNvPr id="610" name="shape610"/>
          <p:cNvSpPr/>
          <p:nvPr/>
        </p:nvSpPr>
        <p:spPr>
          <a:xfrm>
            <a:off x="3341980" y="2889504"/>
            <a:ext cx="83591" cy="202997"/>
          </a:xfrm>
          <a:prstGeom prst="rect">
            <a:avLst/>
          </a:prstGeom>
          <a:solidFill>
            <a:srgbClr val="0D8D56"/>
          </a:solidFill>
          <a:ln>
            <a:noFill/>
          </a:ln>
        </p:spPr>
        <p:txBody>
          <a:bodyPr/>
          <a:lstStyle/>
          <a:p>
            <a:endParaRPr lang="uk-UA"/>
          </a:p>
        </p:txBody>
      </p:sp>
      <p:sp>
        <p:nvSpPr>
          <p:cNvPr id="611" name="shape611"/>
          <p:cNvSpPr/>
          <p:nvPr/>
        </p:nvSpPr>
        <p:spPr>
          <a:xfrm>
            <a:off x="3423742" y="2889504"/>
            <a:ext cx="83591" cy="202997"/>
          </a:xfrm>
          <a:prstGeom prst="rect">
            <a:avLst/>
          </a:prstGeom>
          <a:solidFill>
            <a:srgbClr val="0D8D56"/>
          </a:solidFill>
          <a:ln>
            <a:noFill/>
          </a:ln>
        </p:spPr>
        <p:txBody>
          <a:bodyPr/>
          <a:lstStyle/>
          <a:p>
            <a:endParaRPr lang="uk-UA"/>
          </a:p>
        </p:txBody>
      </p:sp>
      <p:sp>
        <p:nvSpPr>
          <p:cNvPr id="612" name="shape612"/>
          <p:cNvSpPr/>
          <p:nvPr/>
        </p:nvSpPr>
        <p:spPr>
          <a:xfrm>
            <a:off x="3505505" y="2889504"/>
            <a:ext cx="83591" cy="202997"/>
          </a:xfrm>
          <a:prstGeom prst="rect">
            <a:avLst/>
          </a:prstGeom>
          <a:solidFill>
            <a:srgbClr val="0D8D56"/>
          </a:solidFill>
          <a:ln>
            <a:noFill/>
          </a:ln>
        </p:spPr>
        <p:txBody>
          <a:bodyPr/>
          <a:lstStyle/>
          <a:p>
            <a:endParaRPr lang="uk-UA"/>
          </a:p>
        </p:txBody>
      </p:sp>
      <p:sp>
        <p:nvSpPr>
          <p:cNvPr id="613" name="shape613"/>
          <p:cNvSpPr/>
          <p:nvPr/>
        </p:nvSpPr>
        <p:spPr>
          <a:xfrm>
            <a:off x="3587267" y="2889504"/>
            <a:ext cx="83591" cy="202997"/>
          </a:xfrm>
          <a:prstGeom prst="rect">
            <a:avLst/>
          </a:prstGeom>
          <a:solidFill>
            <a:srgbClr val="0D8D56"/>
          </a:solidFill>
          <a:ln>
            <a:noFill/>
          </a:ln>
        </p:spPr>
        <p:txBody>
          <a:bodyPr/>
          <a:lstStyle/>
          <a:p>
            <a:endParaRPr lang="uk-UA"/>
          </a:p>
        </p:txBody>
      </p:sp>
      <p:sp>
        <p:nvSpPr>
          <p:cNvPr id="614" name="shape614"/>
          <p:cNvSpPr/>
          <p:nvPr/>
        </p:nvSpPr>
        <p:spPr>
          <a:xfrm>
            <a:off x="3669030" y="2889504"/>
            <a:ext cx="83591" cy="202997"/>
          </a:xfrm>
          <a:prstGeom prst="rect">
            <a:avLst/>
          </a:prstGeom>
          <a:solidFill>
            <a:srgbClr val="0D8D56"/>
          </a:solidFill>
          <a:ln>
            <a:noFill/>
          </a:ln>
        </p:spPr>
        <p:txBody>
          <a:bodyPr/>
          <a:lstStyle/>
          <a:p>
            <a:endParaRPr lang="uk-UA"/>
          </a:p>
        </p:txBody>
      </p:sp>
      <p:sp>
        <p:nvSpPr>
          <p:cNvPr id="615" name="shape615"/>
          <p:cNvSpPr/>
          <p:nvPr/>
        </p:nvSpPr>
        <p:spPr>
          <a:xfrm>
            <a:off x="3750793" y="2889504"/>
            <a:ext cx="83591" cy="202997"/>
          </a:xfrm>
          <a:prstGeom prst="rect">
            <a:avLst/>
          </a:prstGeom>
          <a:solidFill>
            <a:srgbClr val="0D8D56"/>
          </a:solidFill>
          <a:ln>
            <a:noFill/>
          </a:ln>
        </p:spPr>
        <p:txBody>
          <a:bodyPr/>
          <a:lstStyle/>
          <a:p>
            <a:endParaRPr lang="uk-UA"/>
          </a:p>
        </p:txBody>
      </p:sp>
      <p:sp>
        <p:nvSpPr>
          <p:cNvPr id="616" name="shape616"/>
          <p:cNvSpPr/>
          <p:nvPr/>
        </p:nvSpPr>
        <p:spPr>
          <a:xfrm>
            <a:off x="3832555" y="2889504"/>
            <a:ext cx="83591" cy="202997"/>
          </a:xfrm>
          <a:prstGeom prst="rect">
            <a:avLst/>
          </a:prstGeom>
          <a:solidFill>
            <a:srgbClr val="0D8D56"/>
          </a:solidFill>
          <a:ln>
            <a:noFill/>
          </a:ln>
        </p:spPr>
        <p:txBody>
          <a:bodyPr/>
          <a:lstStyle/>
          <a:p>
            <a:endParaRPr lang="uk-UA"/>
          </a:p>
        </p:txBody>
      </p:sp>
      <p:sp>
        <p:nvSpPr>
          <p:cNvPr id="617" name="shape617"/>
          <p:cNvSpPr/>
          <p:nvPr/>
        </p:nvSpPr>
        <p:spPr>
          <a:xfrm>
            <a:off x="3914318" y="2889504"/>
            <a:ext cx="83591" cy="202997"/>
          </a:xfrm>
          <a:prstGeom prst="rect">
            <a:avLst/>
          </a:prstGeom>
          <a:solidFill>
            <a:srgbClr val="0D8D56"/>
          </a:solidFill>
          <a:ln>
            <a:noFill/>
          </a:ln>
        </p:spPr>
        <p:txBody>
          <a:bodyPr/>
          <a:lstStyle/>
          <a:p>
            <a:endParaRPr lang="uk-UA"/>
          </a:p>
        </p:txBody>
      </p:sp>
      <p:sp>
        <p:nvSpPr>
          <p:cNvPr id="618" name="shape618"/>
          <p:cNvSpPr/>
          <p:nvPr/>
        </p:nvSpPr>
        <p:spPr>
          <a:xfrm>
            <a:off x="3996080" y="2889504"/>
            <a:ext cx="83591" cy="202997"/>
          </a:xfrm>
          <a:prstGeom prst="rect">
            <a:avLst/>
          </a:prstGeom>
          <a:solidFill>
            <a:srgbClr val="0D8D56"/>
          </a:solidFill>
          <a:ln>
            <a:noFill/>
          </a:ln>
        </p:spPr>
        <p:txBody>
          <a:bodyPr/>
          <a:lstStyle/>
          <a:p>
            <a:endParaRPr lang="uk-UA"/>
          </a:p>
        </p:txBody>
      </p:sp>
      <p:sp>
        <p:nvSpPr>
          <p:cNvPr id="619" name="shape619"/>
          <p:cNvSpPr/>
          <p:nvPr/>
        </p:nvSpPr>
        <p:spPr>
          <a:xfrm>
            <a:off x="4077843" y="2889504"/>
            <a:ext cx="83591" cy="202997"/>
          </a:xfrm>
          <a:prstGeom prst="rect">
            <a:avLst/>
          </a:prstGeom>
          <a:solidFill>
            <a:srgbClr val="0D8D56"/>
          </a:solidFill>
          <a:ln>
            <a:noFill/>
          </a:ln>
        </p:spPr>
        <p:txBody>
          <a:bodyPr/>
          <a:lstStyle/>
          <a:p>
            <a:endParaRPr lang="uk-UA"/>
          </a:p>
        </p:txBody>
      </p:sp>
      <p:sp>
        <p:nvSpPr>
          <p:cNvPr id="620" name="shape620"/>
          <p:cNvSpPr/>
          <p:nvPr/>
        </p:nvSpPr>
        <p:spPr>
          <a:xfrm>
            <a:off x="4159606" y="2889504"/>
            <a:ext cx="83591" cy="202997"/>
          </a:xfrm>
          <a:prstGeom prst="rect">
            <a:avLst/>
          </a:prstGeom>
          <a:solidFill>
            <a:srgbClr val="0D8D56"/>
          </a:solidFill>
          <a:ln>
            <a:noFill/>
          </a:ln>
        </p:spPr>
        <p:txBody>
          <a:bodyPr/>
          <a:lstStyle/>
          <a:p>
            <a:endParaRPr lang="uk-UA"/>
          </a:p>
        </p:txBody>
      </p:sp>
      <p:sp>
        <p:nvSpPr>
          <p:cNvPr id="621" name="shape621"/>
          <p:cNvSpPr/>
          <p:nvPr/>
        </p:nvSpPr>
        <p:spPr>
          <a:xfrm>
            <a:off x="4241368" y="2889504"/>
            <a:ext cx="83591" cy="202997"/>
          </a:xfrm>
          <a:prstGeom prst="rect">
            <a:avLst/>
          </a:prstGeom>
          <a:solidFill>
            <a:srgbClr val="0D8D56"/>
          </a:solidFill>
          <a:ln>
            <a:noFill/>
          </a:ln>
        </p:spPr>
        <p:txBody>
          <a:bodyPr/>
          <a:lstStyle/>
          <a:p>
            <a:endParaRPr lang="uk-UA"/>
          </a:p>
        </p:txBody>
      </p:sp>
      <p:sp>
        <p:nvSpPr>
          <p:cNvPr id="622" name="shape622"/>
          <p:cNvSpPr/>
          <p:nvPr/>
        </p:nvSpPr>
        <p:spPr>
          <a:xfrm>
            <a:off x="4323131" y="2889504"/>
            <a:ext cx="83591" cy="202997"/>
          </a:xfrm>
          <a:prstGeom prst="rect">
            <a:avLst/>
          </a:prstGeom>
          <a:solidFill>
            <a:srgbClr val="0D8D56"/>
          </a:solidFill>
          <a:ln>
            <a:noFill/>
          </a:ln>
        </p:spPr>
        <p:txBody>
          <a:bodyPr/>
          <a:lstStyle/>
          <a:p>
            <a:endParaRPr lang="uk-UA"/>
          </a:p>
        </p:txBody>
      </p:sp>
      <p:sp>
        <p:nvSpPr>
          <p:cNvPr id="623" name="shape623"/>
          <p:cNvSpPr/>
          <p:nvPr/>
        </p:nvSpPr>
        <p:spPr>
          <a:xfrm>
            <a:off x="4404893" y="2889504"/>
            <a:ext cx="83591" cy="202997"/>
          </a:xfrm>
          <a:prstGeom prst="rect">
            <a:avLst/>
          </a:prstGeom>
          <a:solidFill>
            <a:srgbClr val="0D8D56"/>
          </a:solidFill>
          <a:ln>
            <a:noFill/>
          </a:ln>
        </p:spPr>
        <p:txBody>
          <a:bodyPr/>
          <a:lstStyle/>
          <a:p>
            <a:endParaRPr lang="uk-UA"/>
          </a:p>
        </p:txBody>
      </p:sp>
      <p:sp>
        <p:nvSpPr>
          <p:cNvPr id="624" name="shape624"/>
          <p:cNvSpPr/>
          <p:nvPr/>
        </p:nvSpPr>
        <p:spPr>
          <a:xfrm>
            <a:off x="4486656" y="2889504"/>
            <a:ext cx="83591" cy="202997"/>
          </a:xfrm>
          <a:prstGeom prst="rect">
            <a:avLst/>
          </a:prstGeom>
          <a:solidFill>
            <a:srgbClr val="0D8D56"/>
          </a:solidFill>
          <a:ln>
            <a:noFill/>
          </a:ln>
        </p:spPr>
        <p:txBody>
          <a:bodyPr/>
          <a:lstStyle/>
          <a:p>
            <a:endParaRPr lang="uk-UA"/>
          </a:p>
        </p:txBody>
      </p:sp>
      <p:sp>
        <p:nvSpPr>
          <p:cNvPr id="625" name="shape625"/>
          <p:cNvSpPr/>
          <p:nvPr/>
        </p:nvSpPr>
        <p:spPr>
          <a:xfrm>
            <a:off x="4568419" y="2889504"/>
            <a:ext cx="83591" cy="202997"/>
          </a:xfrm>
          <a:prstGeom prst="rect">
            <a:avLst/>
          </a:prstGeom>
          <a:solidFill>
            <a:srgbClr val="0D8D56"/>
          </a:solidFill>
          <a:ln>
            <a:noFill/>
          </a:ln>
        </p:spPr>
        <p:txBody>
          <a:bodyPr/>
          <a:lstStyle/>
          <a:p>
            <a:endParaRPr lang="uk-UA"/>
          </a:p>
        </p:txBody>
      </p:sp>
      <p:sp>
        <p:nvSpPr>
          <p:cNvPr id="626" name="shape626"/>
          <p:cNvSpPr/>
          <p:nvPr/>
        </p:nvSpPr>
        <p:spPr>
          <a:xfrm>
            <a:off x="4650181" y="2889504"/>
            <a:ext cx="83591" cy="202997"/>
          </a:xfrm>
          <a:prstGeom prst="rect">
            <a:avLst/>
          </a:prstGeom>
          <a:solidFill>
            <a:srgbClr val="0D8D56"/>
          </a:solidFill>
          <a:ln>
            <a:noFill/>
          </a:ln>
        </p:spPr>
        <p:txBody>
          <a:bodyPr/>
          <a:lstStyle/>
          <a:p>
            <a:endParaRPr lang="uk-UA"/>
          </a:p>
        </p:txBody>
      </p:sp>
      <p:sp>
        <p:nvSpPr>
          <p:cNvPr id="627" name="shape627"/>
          <p:cNvSpPr/>
          <p:nvPr/>
        </p:nvSpPr>
        <p:spPr>
          <a:xfrm>
            <a:off x="4731944" y="2889504"/>
            <a:ext cx="83591" cy="202997"/>
          </a:xfrm>
          <a:prstGeom prst="rect">
            <a:avLst/>
          </a:prstGeom>
          <a:solidFill>
            <a:srgbClr val="0D8D56"/>
          </a:solidFill>
          <a:ln>
            <a:noFill/>
          </a:ln>
        </p:spPr>
        <p:txBody>
          <a:bodyPr/>
          <a:lstStyle/>
          <a:p>
            <a:endParaRPr lang="uk-UA"/>
          </a:p>
        </p:txBody>
      </p:sp>
      <p:sp>
        <p:nvSpPr>
          <p:cNvPr id="628" name="shape628"/>
          <p:cNvSpPr/>
          <p:nvPr/>
        </p:nvSpPr>
        <p:spPr>
          <a:xfrm>
            <a:off x="4813706" y="2889504"/>
            <a:ext cx="83591" cy="202997"/>
          </a:xfrm>
          <a:prstGeom prst="rect">
            <a:avLst/>
          </a:prstGeom>
          <a:solidFill>
            <a:srgbClr val="0D8D56"/>
          </a:solidFill>
          <a:ln>
            <a:noFill/>
          </a:ln>
        </p:spPr>
        <p:txBody>
          <a:bodyPr/>
          <a:lstStyle/>
          <a:p>
            <a:endParaRPr lang="uk-UA"/>
          </a:p>
        </p:txBody>
      </p:sp>
      <p:sp>
        <p:nvSpPr>
          <p:cNvPr id="629" name="shape629"/>
          <p:cNvSpPr/>
          <p:nvPr/>
        </p:nvSpPr>
        <p:spPr>
          <a:xfrm>
            <a:off x="4895469" y="2889504"/>
            <a:ext cx="83591" cy="202997"/>
          </a:xfrm>
          <a:prstGeom prst="rect">
            <a:avLst/>
          </a:prstGeom>
          <a:solidFill>
            <a:srgbClr val="0D8D56"/>
          </a:solidFill>
          <a:ln>
            <a:noFill/>
          </a:ln>
        </p:spPr>
        <p:txBody>
          <a:bodyPr/>
          <a:lstStyle/>
          <a:p>
            <a:endParaRPr lang="uk-UA"/>
          </a:p>
        </p:txBody>
      </p:sp>
      <p:sp>
        <p:nvSpPr>
          <p:cNvPr id="630" name="shape630"/>
          <p:cNvSpPr/>
          <p:nvPr/>
        </p:nvSpPr>
        <p:spPr>
          <a:xfrm>
            <a:off x="4977232" y="2889504"/>
            <a:ext cx="83591" cy="202997"/>
          </a:xfrm>
          <a:prstGeom prst="rect">
            <a:avLst/>
          </a:prstGeom>
          <a:solidFill>
            <a:srgbClr val="0D8D56"/>
          </a:solidFill>
          <a:ln>
            <a:noFill/>
          </a:ln>
        </p:spPr>
        <p:txBody>
          <a:bodyPr/>
          <a:lstStyle/>
          <a:p>
            <a:endParaRPr lang="uk-UA"/>
          </a:p>
        </p:txBody>
      </p:sp>
      <p:sp>
        <p:nvSpPr>
          <p:cNvPr id="631" name="shape631"/>
          <p:cNvSpPr/>
          <p:nvPr/>
        </p:nvSpPr>
        <p:spPr>
          <a:xfrm>
            <a:off x="5058994" y="2889504"/>
            <a:ext cx="83591" cy="202997"/>
          </a:xfrm>
          <a:prstGeom prst="rect">
            <a:avLst/>
          </a:prstGeom>
          <a:solidFill>
            <a:srgbClr val="0D8D56"/>
          </a:solidFill>
          <a:ln>
            <a:noFill/>
          </a:ln>
        </p:spPr>
        <p:txBody>
          <a:bodyPr/>
          <a:lstStyle/>
          <a:p>
            <a:endParaRPr lang="uk-UA"/>
          </a:p>
        </p:txBody>
      </p:sp>
      <p:sp>
        <p:nvSpPr>
          <p:cNvPr id="632" name="shape632"/>
          <p:cNvSpPr/>
          <p:nvPr/>
        </p:nvSpPr>
        <p:spPr>
          <a:xfrm>
            <a:off x="5140757" y="2889504"/>
            <a:ext cx="83591" cy="202997"/>
          </a:xfrm>
          <a:prstGeom prst="rect">
            <a:avLst/>
          </a:prstGeom>
          <a:solidFill>
            <a:srgbClr val="0D8D56"/>
          </a:solidFill>
          <a:ln>
            <a:noFill/>
          </a:ln>
        </p:spPr>
        <p:txBody>
          <a:bodyPr/>
          <a:lstStyle/>
          <a:p>
            <a:endParaRPr lang="uk-UA"/>
          </a:p>
        </p:txBody>
      </p:sp>
      <p:sp>
        <p:nvSpPr>
          <p:cNvPr id="633" name="shape633"/>
          <p:cNvSpPr/>
          <p:nvPr/>
        </p:nvSpPr>
        <p:spPr>
          <a:xfrm>
            <a:off x="5222519" y="2889504"/>
            <a:ext cx="83591" cy="202997"/>
          </a:xfrm>
          <a:prstGeom prst="rect">
            <a:avLst/>
          </a:prstGeom>
          <a:solidFill>
            <a:srgbClr val="0D8D56"/>
          </a:solidFill>
          <a:ln>
            <a:noFill/>
          </a:ln>
        </p:spPr>
        <p:txBody>
          <a:bodyPr/>
          <a:lstStyle/>
          <a:p>
            <a:endParaRPr lang="uk-UA"/>
          </a:p>
        </p:txBody>
      </p:sp>
      <p:sp>
        <p:nvSpPr>
          <p:cNvPr id="634" name="shape634"/>
          <p:cNvSpPr/>
          <p:nvPr/>
        </p:nvSpPr>
        <p:spPr>
          <a:xfrm>
            <a:off x="5304282" y="2889504"/>
            <a:ext cx="83591" cy="202997"/>
          </a:xfrm>
          <a:prstGeom prst="rect">
            <a:avLst/>
          </a:prstGeom>
          <a:solidFill>
            <a:srgbClr val="0D8D56"/>
          </a:solidFill>
          <a:ln>
            <a:noFill/>
          </a:ln>
        </p:spPr>
        <p:txBody>
          <a:bodyPr/>
          <a:lstStyle/>
          <a:p>
            <a:endParaRPr lang="uk-UA"/>
          </a:p>
        </p:txBody>
      </p:sp>
      <p:sp>
        <p:nvSpPr>
          <p:cNvPr id="635" name="shape635"/>
          <p:cNvSpPr/>
          <p:nvPr/>
        </p:nvSpPr>
        <p:spPr>
          <a:xfrm>
            <a:off x="5386045" y="2889504"/>
            <a:ext cx="83591" cy="202997"/>
          </a:xfrm>
          <a:prstGeom prst="rect">
            <a:avLst/>
          </a:prstGeom>
          <a:solidFill>
            <a:srgbClr val="0D8D56"/>
          </a:solidFill>
          <a:ln>
            <a:noFill/>
          </a:ln>
        </p:spPr>
        <p:txBody>
          <a:bodyPr/>
          <a:lstStyle/>
          <a:p>
            <a:endParaRPr lang="uk-UA"/>
          </a:p>
        </p:txBody>
      </p:sp>
      <p:sp>
        <p:nvSpPr>
          <p:cNvPr id="636" name="shape636"/>
          <p:cNvSpPr/>
          <p:nvPr/>
        </p:nvSpPr>
        <p:spPr>
          <a:xfrm>
            <a:off x="5467807" y="2889504"/>
            <a:ext cx="83591" cy="202997"/>
          </a:xfrm>
          <a:prstGeom prst="rect">
            <a:avLst/>
          </a:prstGeom>
          <a:solidFill>
            <a:srgbClr val="0D8D56"/>
          </a:solidFill>
          <a:ln>
            <a:noFill/>
          </a:ln>
        </p:spPr>
        <p:txBody>
          <a:bodyPr/>
          <a:lstStyle/>
          <a:p>
            <a:endParaRPr lang="uk-UA"/>
          </a:p>
        </p:txBody>
      </p:sp>
      <p:sp>
        <p:nvSpPr>
          <p:cNvPr id="637" name="shape637"/>
          <p:cNvSpPr/>
          <p:nvPr/>
        </p:nvSpPr>
        <p:spPr>
          <a:xfrm>
            <a:off x="5549570" y="2889504"/>
            <a:ext cx="83591" cy="202997"/>
          </a:xfrm>
          <a:prstGeom prst="rect">
            <a:avLst/>
          </a:prstGeom>
          <a:solidFill>
            <a:srgbClr val="0D8D56"/>
          </a:solidFill>
          <a:ln>
            <a:noFill/>
          </a:ln>
        </p:spPr>
        <p:txBody>
          <a:bodyPr/>
          <a:lstStyle/>
          <a:p>
            <a:endParaRPr lang="uk-UA"/>
          </a:p>
        </p:txBody>
      </p:sp>
      <p:sp>
        <p:nvSpPr>
          <p:cNvPr id="638" name="shape638"/>
          <p:cNvSpPr/>
          <p:nvPr/>
        </p:nvSpPr>
        <p:spPr>
          <a:xfrm>
            <a:off x="5631332" y="2889504"/>
            <a:ext cx="83591" cy="202997"/>
          </a:xfrm>
          <a:prstGeom prst="rect">
            <a:avLst/>
          </a:prstGeom>
          <a:solidFill>
            <a:srgbClr val="0D8D56"/>
          </a:solidFill>
          <a:ln>
            <a:noFill/>
          </a:ln>
        </p:spPr>
        <p:txBody>
          <a:bodyPr/>
          <a:lstStyle/>
          <a:p>
            <a:endParaRPr lang="uk-UA"/>
          </a:p>
        </p:txBody>
      </p:sp>
      <p:sp>
        <p:nvSpPr>
          <p:cNvPr id="639" name="shape639"/>
          <p:cNvSpPr/>
          <p:nvPr/>
        </p:nvSpPr>
        <p:spPr>
          <a:xfrm>
            <a:off x="5713095" y="2889504"/>
            <a:ext cx="83591" cy="202997"/>
          </a:xfrm>
          <a:prstGeom prst="rect">
            <a:avLst/>
          </a:prstGeom>
          <a:solidFill>
            <a:srgbClr val="0D8D56"/>
          </a:solidFill>
          <a:ln>
            <a:noFill/>
          </a:ln>
        </p:spPr>
        <p:txBody>
          <a:bodyPr/>
          <a:lstStyle/>
          <a:p>
            <a:endParaRPr lang="uk-UA"/>
          </a:p>
        </p:txBody>
      </p:sp>
      <p:sp>
        <p:nvSpPr>
          <p:cNvPr id="640" name="shape640"/>
          <p:cNvSpPr/>
          <p:nvPr/>
        </p:nvSpPr>
        <p:spPr>
          <a:xfrm>
            <a:off x="5794858" y="2889504"/>
            <a:ext cx="83591" cy="202997"/>
          </a:xfrm>
          <a:prstGeom prst="rect">
            <a:avLst/>
          </a:prstGeom>
          <a:solidFill>
            <a:srgbClr val="0D8D56"/>
          </a:solidFill>
          <a:ln>
            <a:noFill/>
          </a:ln>
        </p:spPr>
        <p:txBody>
          <a:bodyPr/>
          <a:lstStyle/>
          <a:p>
            <a:endParaRPr lang="uk-UA"/>
          </a:p>
        </p:txBody>
      </p:sp>
      <p:sp>
        <p:nvSpPr>
          <p:cNvPr id="641" name="shape641"/>
          <p:cNvSpPr/>
          <p:nvPr/>
        </p:nvSpPr>
        <p:spPr>
          <a:xfrm>
            <a:off x="5876620" y="2889504"/>
            <a:ext cx="83591" cy="202997"/>
          </a:xfrm>
          <a:prstGeom prst="rect">
            <a:avLst/>
          </a:prstGeom>
          <a:solidFill>
            <a:srgbClr val="0D8D56"/>
          </a:solidFill>
          <a:ln>
            <a:noFill/>
          </a:ln>
        </p:spPr>
        <p:txBody>
          <a:bodyPr/>
          <a:lstStyle/>
          <a:p>
            <a:endParaRPr lang="uk-UA"/>
          </a:p>
        </p:txBody>
      </p:sp>
      <p:sp>
        <p:nvSpPr>
          <p:cNvPr id="642" name="shape642"/>
          <p:cNvSpPr/>
          <p:nvPr/>
        </p:nvSpPr>
        <p:spPr>
          <a:xfrm>
            <a:off x="5958383" y="2889504"/>
            <a:ext cx="83591" cy="202997"/>
          </a:xfrm>
          <a:prstGeom prst="rect">
            <a:avLst/>
          </a:prstGeom>
          <a:solidFill>
            <a:srgbClr val="0D8D56"/>
          </a:solidFill>
          <a:ln>
            <a:noFill/>
          </a:ln>
        </p:spPr>
        <p:txBody>
          <a:bodyPr/>
          <a:lstStyle/>
          <a:p>
            <a:endParaRPr lang="uk-UA"/>
          </a:p>
        </p:txBody>
      </p:sp>
      <p:sp>
        <p:nvSpPr>
          <p:cNvPr id="643" name="shape643"/>
          <p:cNvSpPr/>
          <p:nvPr/>
        </p:nvSpPr>
        <p:spPr>
          <a:xfrm>
            <a:off x="6040145" y="2889504"/>
            <a:ext cx="83591" cy="202997"/>
          </a:xfrm>
          <a:prstGeom prst="rect">
            <a:avLst/>
          </a:prstGeom>
          <a:solidFill>
            <a:srgbClr val="0D8D56"/>
          </a:solidFill>
          <a:ln>
            <a:noFill/>
          </a:ln>
        </p:spPr>
        <p:txBody>
          <a:bodyPr/>
          <a:lstStyle/>
          <a:p>
            <a:endParaRPr lang="uk-UA"/>
          </a:p>
        </p:txBody>
      </p:sp>
      <p:sp>
        <p:nvSpPr>
          <p:cNvPr id="644" name="shape644"/>
          <p:cNvSpPr/>
          <p:nvPr/>
        </p:nvSpPr>
        <p:spPr>
          <a:xfrm>
            <a:off x="6121908" y="2889504"/>
            <a:ext cx="83591" cy="202997"/>
          </a:xfrm>
          <a:prstGeom prst="rect">
            <a:avLst/>
          </a:prstGeom>
          <a:solidFill>
            <a:srgbClr val="0D8D56"/>
          </a:solidFill>
          <a:ln>
            <a:noFill/>
          </a:ln>
        </p:spPr>
        <p:txBody>
          <a:bodyPr/>
          <a:lstStyle/>
          <a:p>
            <a:endParaRPr lang="uk-UA"/>
          </a:p>
        </p:txBody>
      </p:sp>
      <p:sp>
        <p:nvSpPr>
          <p:cNvPr id="645" name="shape645"/>
          <p:cNvSpPr/>
          <p:nvPr/>
        </p:nvSpPr>
        <p:spPr>
          <a:xfrm>
            <a:off x="6203671" y="2889504"/>
            <a:ext cx="83591" cy="202997"/>
          </a:xfrm>
          <a:prstGeom prst="rect">
            <a:avLst/>
          </a:prstGeom>
          <a:solidFill>
            <a:srgbClr val="0D8D56"/>
          </a:solidFill>
          <a:ln>
            <a:noFill/>
          </a:ln>
        </p:spPr>
        <p:txBody>
          <a:bodyPr/>
          <a:lstStyle/>
          <a:p>
            <a:endParaRPr lang="uk-UA"/>
          </a:p>
        </p:txBody>
      </p:sp>
      <p:sp>
        <p:nvSpPr>
          <p:cNvPr id="646" name="shape646"/>
          <p:cNvSpPr/>
          <p:nvPr/>
        </p:nvSpPr>
        <p:spPr>
          <a:xfrm>
            <a:off x="6285433" y="2889504"/>
            <a:ext cx="83591" cy="202997"/>
          </a:xfrm>
          <a:prstGeom prst="rect">
            <a:avLst/>
          </a:prstGeom>
          <a:solidFill>
            <a:srgbClr val="0D8D56"/>
          </a:solidFill>
          <a:ln>
            <a:noFill/>
          </a:ln>
        </p:spPr>
        <p:txBody>
          <a:bodyPr/>
          <a:lstStyle/>
          <a:p>
            <a:endParaRPr lang="uk-UA"/>
          </a:p>
        </p:txBody>
      </p:sp>
      <p:sp>
        <p:nvSpPr>
          <p:cNvPr id="647" name="shape647"/>
          <p:cNvSpPr/>
          <p:nvPr/>
        </p:nvSpPr>
        <p:spPr>
          <a:xfrm>
            <a:off x="6367196" y="2889504"/>
            <a:ext cx="83591" cy="202997"/>
          </a:xfrm>
          <a:prstGeom prst="rect">
            <a:avLst/>
          </a:prstGeom>
          <a:solidFill>
            <a:srgbClr val="0D8D56"/>
          </a:solidFill>
          <a:ln>
            <a:noFill/>
          </a:ln>
        </p:spPr>
        <p:txBody>
          <a:bodyPr/>
          <a:lstStyle/>
          <a:p>
            <a:endParaRPr lang="uk-UA"/>
          </a:p>
        </p:txBody>
      </p:sp>
      <p:sp>
        <p:nvSpPr>
          <p:cNvPr id="648" name="shape648"/>
          <p:cNvSpPr/>
          <p:nvPr/>
        </p:nvSpPr>
        <p:spPr>
          <a:xfrm>
            <a:off x="6448958" y="2889504"/>
            <a:ext cx="83591" cy="202997"/>
          </a:xfrm>
          <a:prstGeom prst="rect">
            <a:avLst/>
          </a:prstGeom>
          <a:solidFill>
            <a:srgbClr val="0D8D56"/>
          </a:solidFill>
          <a:ln>
            <a:noFill/>
          </a:ln>
        </p:spPr>
        <p:txBody>
          <a:bodyPr/>
          <a:lstStyle/>
          <a:p>
            <a:endParaRPr lang="uk-UA"/>
          </a:p>
        </p:txBody>
      </p:sp>
      <p:sp>
        <p:nvSpPr>
          <p:cNvPr id="649" name="shape649"/>
          <p:cNvSpPr/>
          <p:nvPr/>
        </p:nvSpPr>
        <p:spPr>
          <a:xfrm>
            <a:off x="6530721" y="2889504"/>
            <a:ext cx="83591" cy="202997"/>
          </a:xfrm>
          <a:prstGeom prst="rect">
            <a:avLst/>
          </a:prstGeom>
          <a:solidFill>
            <a:srgbClr val="0D8D56"/>
          </a:solidFill>
          <a:ln>
            <a:noFill/>
          </a:ln>
        </p:spPr>
        <p:txBody>
          <a:bodyPr/>
          <a:lstStyle/>
          <a:p>
            <a:endParaRPr lang="uk-UA"/>
          </a:p>
        </p:txBody>
      </p:sp>
      <p:sp>
        <p:nvSpPr>
          <p:cNvPr id="650" name="shape650"/>
          <p:cNvSpPr/>
          <p:nvPr/>
        </p:nvSpPr>
        <p:spPr>
          <a:xfrm>
            <a:off x="6612484" y="2889504"/>
            <a:ext cx="83591" cy="202997"/>
          </a:xfrm>
          <a:prstGeom prst="rect">
            <a:avLst/>
          </a:prstGeom>
          <a:solidFill>
            <a:srgbClr val="0D8D56"/>
          </a:solidFill>
          <a:ln>
            <a:noFill/>
          </a:ln>
        </p:spPr>
        <p:txBody>
          <a:bodyPr/>
          <a:lstStyle/>
          <a:p>
            <a:endParaRPr lang="uk-UA"/>
          </a:p>
        </p:txBody>
      </p:sp>
      <p:sp>
        <p:nvSpPr>
          <p:cNvPr id="651" name="shape651"/>
          <p:cNvSpPr/>
          <p:nvPr/>
        </p:nvSpPr>
        <p:spPr>
          <a:xfrm>
            <a:off x="6694246" y="2889504"/>
            <a:ext cx="83591" cy="202997"/>
          </a:xfrm>
          <a:prstGeom prst="rect">
            <a:avLst/>
          </a:prstGeom>
          <a:solidFill>
            <a:srgbClr val="0D8D56"/>
          </a:solidFill>
          <a:ln>
            <a:noFill/>
          </a:ln>
        </p:spPr>
        <p:txBody>
          <a:bodyPr/>
          <a:lstStyle/>
          <a:p>
            <a:endParaRPr lang="uk-UA"/>
          </a:p>
        </p:txBody>
      </p:sp>
      <p:sp>
        <p:nvSpPr>
          <p:cNvPr id="652" name="shape652"/>
          <p:cNvSpPr/>
          <p:nvPr/>
        </p:nvSpPr>
        <p:spPr>
          <a:xfrm>
            <a:off x="6776009" y="2889504"/>
            <a:ext cx="83591" cy="202997"/>
          </a:xfrm>
          <a:prstGeom prst="rect">
            <a:avLst/>
          </a:prstGeom>
          <a:solidFill>
            <a:srgbClr val="0D8D56"/>
          </a:solidFill>
          <a:ln>
            <a:noFill/>
          </a:ln>
        </p:spPr>
        <p:txBody>
          <a:bodyPr/>
          <a:lstStyle/>
          <a:p>
            <a:endParaRPr lang="uk-UA"/>
          </a:p>
        </p:txBody>
      </p:sp>
      <p:sp>
        <p:nvSpPr>
          <p:cNvPr id="653" name="shape653"/>
          <p:cNvSpPr/>
          <p:nvPr/>
        </p:nvSpPr>
        <p:spPr>
          <a:xfrm>
            <a:off x="6857771" y="2889504"/>
            <a:ext cx="83591" cy="202997"/>
          </a:xfrm>
          <a:prstGeom prst="rect">
            <a:avLst/>
          </a:prstGeom>
          <a:solidFill>
            <a:srgbClr val="0D8D56"/>
          </a:solidFill>
          <a:ln>
            <a:noFill/>
          </a:ln>
        </p:spPr>
        <p:txBody>
          <a:bodyPr/>
          <a:lstStyle/>
          <a:p>
            <a:endParaRPr lang="uk-UA"/>
          </a:p>
        </p:txBody>
      </p:sp>
      <p:sp>
        <p:nvSpPr>
          <p:cNvPr id="654" name="shape654"/>
          <p:cNvSpPr/>
          <p:nvPr/>
        </p:nvSpPr>
        <p:spPr>
          <a:xfrm>
            <a:off x="6939534" y="2889504"/>
            <a:ext cx="83591" cy="202997"/>
          </a:xfrm>
          <a:prstGeom prst="rect">
            <a:avLst/>
          </a:prstGeom>
          <a:solidFill>
            <a:srgbClr val="0D8D56"/>
          </a:solidFill>
          <a:ln>
            <a:noFill/>
          </a:ln>
        </p:spPr>
        <p:txBody>
          <a:bodyPr/>
          <a:lstStyle/>
          <a:p>
            <a:endParaRPr lang="uk-UA"/>
          </a:p>
        </p:txBody>
      </p:sp>
      <p:sp>
        <p:nvSpPr>
          <p:cNvPr id="655" name="shape655"/>
          <p:cNvSpPr/>
          <p:nvPr/>
        </p:nvSpPr>
        <p:spPr>
          <a:xfrm>
            <a:off x="7021297" y="2889504"/>
            <a:ext cx="83591" cy="202997"/>
          </a:xfrm>
          <a:prstGeom prst="rect">
            <a:avLst/>
          </a:prstGeom>
          <a:solidFill>
            <a:srgbClr val="0D8D56"/>
          </a:solidFill>
          <a:ln>
            <a:noFill/>
          </a:ln>
        </p:spPr>
        <p:txBody>
          <a:bodyPr/>
          <a:lstStyle/>
          <a:p>
            <a:endParaRPr lang="uk-UA"/>
          </a:p>
        </p:txBody>
      </p:sp>
      <p:sp>
        <p:nvSpPr>
          <p:cNvPr id="656" name="shape656"/>
          <p:cNvSpPr/>
          <p:nvPr/>
        </p:nvSpPr>
        <p:spPr>
          <a:xfrm>
            <a:off x="7103059" y="2889504"/>
            <a:ext cx="83591" cy="202997"/>
          </a:xfrm>
          <a:prstGeom prst="rect">
            <a:avLst/>
          </a:prstGeom>
          <a:solidFill>
            <a:srgbClr val="0D8D56"/>
          </a:solidFill>
          <a:ln>
            <a:noFill/>
          </a:ln>
        </p:spPr>
        <p:txBody>
          <a:bodyPr/>
          <a:lstStyle/>
          <a:p>
            <a:endParaRPr lang="uk-UA"/>
          </a:p>
        </p:txBody>
      </p:sp>
      <p:sp>
        <p:nvSpPr>
          <p:cNvPr id="657" name="shape657"/>
          <p:cNvSpPr/>
          <p:nvPr/>
        </p:nvSpPr>
        <p:spPr>
          <a:xfrm>
            <a:off x="7184822" y="2889504"/>
            <a:ext cx="83591" cy="202997"/>
          </a:xfrm>
          <a:prstGeom prst="rect">
            <a:avLst/>
          </a:prstGeom>
          <a:solidFill>
            <a:srgbClr val="0D8D56"/>
          </a:solidFill>
          <a:ln>
            <a:noFill/>
          </a:ln>
        </p:spPr>
        <p:txBody>
          <a:bodyPr/>
          <a:lstStyle/>
          <a:p>
            <a:endParaRPr lang="uk-UA"/>
          </a:p>
        </p:txBody>
      </p:sp>
      <p:sp>
        <p:nvSpPr>
          <p:cNvPr id="658" name="shape658"/>
          <p:cNvSpPr/>
          <p:nvPr/>
        </p:nvSpPr>
        <p:spPr>
          <a:xfrm>
            <a:off x="7266584" y="2889504"/>
            <a:ext cx="83591" cy="202997"/>
          </a:xfrm>
          <a:prstGeom prst="rect">
            <a:avLst/>
          </a:prstGeom>
          <a:solidFill>
            <a:srgbClr val="0D8D56"/>
          </a:solidFill>
          <a:ln>
            <a:noFill/>
          </a:ln>
        </p:spPr>
        <p:txBody>
          <a:bodyPr/>
          <a:lstStyle/>
          <a:p>
            <a:endParaRPr lang="uk-UA"/>
          </a:p>
        </p:txBody>
      </p:sp>
      <p:sp>
        <p:nvSpPr>
          <p:cNvPr id="659" name="shape659"/>
          <p:cNvSpPr/>
          <p:nvPr/>
        </p:nvSpPr>
        <p:spPr>
          <a:xfrm>
            <a:off x="7348347" y="2889504"/>
            <a:ext cx="83591" cy="202997"/>
          </a:xfrm>
          <a:prstGeom prst="rect">
            <a:avLst/>
          </a:prstGeom>
          <a:solidFill>
            <a:srgbClr val="0D8D56"/>
          </a:solidFill>
          <a:ln>
            <a:noFill/>
          </a:ln>
        </p:spPr>
        <p:txBody>
          <a:bodyPr/>
          <a:lstStyle/>
          <a:p>
            <a:endParaRPr lang="uk-UA"/>
          </a:p>
        </p:txBody>
      </p:sp>
      <p:sp>
        <p:nvSpPr>
          <p:cNvPr id="660" name="shape660"/>
          <p:cNvSpPr/>
          <p:nvPr/>
        </p:nvSpPr>
        <p:spPr>
          <a:xfrm>
            <a:off x="7430110" y="2889504"/>
            <a:ext cx="83591" cy="202997"/>
          </a:xfrm>
          <a:prstGeom prst="rect">
            <a:avLst/>
          </a:prstGeom>
          <a:solidFill>
            <a:srgbClr val="0D8D56"/>
          </a:solidFill>
          <a:ln>
            <a:noFill/>
          </a:ln>
        </p:spPr>
        <p:txBody>
          <a:bodyPr/>
          <a:lstStyle/>
          <a:p>
            <a:endParaRPr lang="uk-UA"/>
          </a:p>
        </p:txBody>
      </p:sp>
      <p:sp>
        <p:nvSpPr>
          <p:cNvPr id="661" name="shape661"/>
          <p:cNvSpPr/>
          <p:nvPr/>
        </p:nvSpPr>
        <p:spPr>
          <a:xfrm>
            <a:off x="7511872" y="2889504"/>
            <a:ext cx="83591" cy="202997"/>
          </a:xfrm>
          <a:prstGeom prst="rect">
            <a:avLst/>
          </a:prstGeom>
          <a:solidFill>
            <a:srgbClr val="0D8D56"/>
          </a:solidFill>
          <a:ln>
            <a:noFill/>
          </a:ln>
        </p:spPr>
        <p:txBody>
          <a:bodyPr/>
          <a:lstStyle/>
          <a:p>
            <a:endParaRPr lang="uk-UA"/>
          </a:p>
        </p:txBody>
      </p:sp>
      <p:sp>
        <p:nvSpPr>
          <p:cNvPr id="662" name="shape662"/>
          <p:cNvSpPr/>
          <p:nvPr/>
        </p:nvSpPr>
        <p:spPr>
          <a:xfrm>
            <a:off x="7593635" y="2889504"/>
            <a:ext cx="83591" cy="202997"/>
          </a:xfrm>
          <a:prstGeom prst="rect">
            <a:avLst/>
          </a:prstGeom>
          <a:solidFill>
            <a:srgbClr val="0D8D56"/>
          </a:solidFill>
          <a:ln>
            <a:noFill/>
          </a:ln>
        </p:spPr>
        <p:txBody>
          <a:bodyPr/>
          <a:lstStyle/>
          <a:p>
            <a:endParaRPr lang="uk-UA"/>
          </a:p>
        </p:txBody>
      </p:sp>
      <p:sp>
        <p:nvSpPr>
          <p:cNvPr id="663" name="shape663"/>
          <p:cNvSpPr/>
          <p:nvPr/>
        </p:nvSpPr>
        <p:spPr>
          <a:xfrm>
            <a:off x="7675397" y="2889504"/>
            <a:ext cx="83591" cy="202997"/>
          </a:xfrm>
          <a:prstGeom prst="rect">
            <a:avLst/>
          </a:prstGeom>
          <a:solidFill>
            <a:srgbClr val="0D8D56"/>
          </a:solidFill>
          <a:ln>
            <a:noFill/>
          </a:ln>
        </p:spPr>
        <p:txBody>
          <a:bodyPr/>
          <a:lstStyle/>
          <a:p>
            <a:endParaRPr lang="uk-UA"/>
          </a:p>
        </p:txBody>
      </p:sp>
      <p:sp>
        <p:nvSpPr>
          <p:cNvPr id="664" name="shape664"/>
          <p:cNvSpPr/>
          <p:nvPr/>
        </p:nvSpPr>
        <p:spPr>
          <a:xfrm>
            <a:off x="7757160" y="2889504"/>
            <a:ext cx="83591" cy="202997"/>
          </a:xfrm>
          <a:prstGeom prst="rect">
            <a:avLst/>
          </a:prstGeom>
          <a:solidFill>
            <a:srgbClr val="0D8D56"/>
          </a:solidFill>
          <a:ln>
            <a:noFill/>
          </a:ln>
        </p:spPr>
        <p:txBody>
          <a:bodyPr/>
          <a:lstStyle/>
          <a:p>
            <a:endParaRPr lang="uk-UA"/>
          </a:p>
        </p:txBody>
      </p:sp>
      <p:sp>
        <p:nvSpPr>
          <p:cNvPr id="665" name="shape665"/>
          <p:cNvSpPr/>
          <p:nvPr/>
        </p:nvSpPr>
        <p:spPr>
          <a:xfrm>
            <a:off x="7838923" y="2889504"/>
            <a:ext cx="83591" cy="202997"/>
          </a:xfrm>
          <a:prstGeom prst="rect">
            <a:avLst/>
          </a:prstGeom>
          <a:solidFill>
            <a:srgbClr val="0D8D56"/>
          </a:solidFill>
          <a:ln>
            <a:noFill/>
          </a:ln>
        </p:spPr>
        <p:txBody>
          <a:bodyPr/>
          <a:lstStyle/>
          <a:p>
            <a:endParaRPr lang="uk-UA"/>
          </a:p>
        </p:txBody>
      </p:sp>
      <p:sp>
        <p:nvSpPr>
          <p:cNvPr id="666" name="shape666"/>
          <p:cNvSpPr/>
          <p:nvPr/>
        </p:nvSpPr>
        <p:spPr>
          <a:xfrm>
            <a:off x="7920685" y="2889504"/>
            <a:ext cx="83591" cy="202997"/>
          </a:xfrm>
          <a:prstGeom prst="rect">
            <a:avLst/>
          </a:prstGeom>
          <a:solidFill>
            <a:srgbClr val="0D8D56"/>
          </a:solidFill>
          <a:ln>
            <a:noFill/>
          </a:ln>
        </p:spPr>
        <p:txBody>
          <a:bodyPr/>
          <a:lstStyle/>
          <a:p>
            <a:endParaRPr lang="uk-UA"/>
          </a:p>
        </p:txBody>
      </p:sp>
      <p:sp>
        <p:nvSpPr>
          <p:cNvPr id="667" name="shape667"/>
          <p:cNvSpPr/>
          <p:nvPr/>
        </p:nvSpPr>
        <p:spPr>
          <a:xfrm>
            <a:off x="8002448" y="2889504"/>
            <a:ext cx="83591" cy="202997"/>
          </a:xfrm>
          <a:prstGeom prst="rect">
            <a:avLst/>
          </a:prstGeom>
          <a:solidFill>
            <a:srgbClr val="0D8D56"/>
          </a:solidFill>
          <a:ln>
            <a:noFill/>
          </a:ln>
        </p:spPr>
        <p:txBody>
          <a:bodyPr/>
          <a:lstStyle/>
          <a:p>
            <a:endParaRPr lang="uk-UA"/>
          </a:p>
        </p:txBody>
      </p:sp>
      <p:sp>
        <p:nvSpPr>
          <p:cNvPr id="668" name="shape668"/>
          <p:cNvSpPr/>
          <p:nvPr/>
        </p:nvSpPr>
        <p:spPr>
          <a:xfrm>
            <a:off x="8084210" y="2889504"/>
            <a:ext cx="83591" cy="202997"/>
          </a:xfrm>
          <a:prstGeom prst="rect">
            <a:avLst/>
          </a:prstGeom>
          <a:solidFill>
            <a:srgbClr val="0D8D56"/>
          </a:solidFill>
          <a:ln>
            <a:noFill/>
          </a:ln>
        </p:spPr>
        <p:txBody>
          <a:bodyPr/>
          <a:lstStyle/>
          <a:p>
            <a:endParaRPr lang="uk-UA"/>
          </a:p>
        </p:txBody>
      </p:sp>
      <p:sp>
        <p:nvSpPr>
          <p:cNvPr id="669" name="shape669"/>
          <p:cNvSpPr/>
          <p:nvPr/>
        </p:nvSpPr>
        <p:spPr>
          <a:xfrm>
            <a:off x="8165973" y="2889504"/>
            <a:ext cx="83591" cy="202997"/>
          </a:xfrm>
          <a:prstGeom prst="rect">
            <a:avLst/>
          </a:prstGeom>
          <a:solidFill>
            <a:srgbClr val="0D8D56"/>
          </a:solidFill>
          <a:ln>
            <a:noFill/>
          </a:ln>
        </p:spPr>
        <p:txBody>
          <a:bodyPr/>
          <a:lstStyle/>
          <a:p>
            <a:endParaRPr lang="uk-UA"/>
          </a:p>
        </p:txBody>
      </p:sp>
      <p:sp>
        <p:nvSpPr>
          <p:cNvPr id="670" name="shape670"/>
          <p:cNvSpPr/>
          <p:nvPr/>
        </p:nvSpPr>
        <p:spPr>
          <a:xfrm>
            <a:off x="8247736" y="2889504"/>
            <a:ext cx="83591" cy="202997"/>
          </a:xfrm>
          <a:prstGeom prst="rect">
            <a:avLst/>
          </a:prstGeom>
          <a:solidFill>
            <a:srgbClr val="0D8D56"/>
          </a:solidFill>
          <a:ln>
            <a:noFill/>
          </a:ln>
        </p:spPr>
        <p:txBody>
          <a:bodyPr/>
          <a:lstStyle/>
          <a:p>
            <a:endParaRPr lang="uk-UA"/>
          </a:p>
        </p:txBody>
      </p:sp>
      <p:sp>
        <p:nvSpPr>
          <p:cNvPr id="671" name="shape671"/>
          <p:cNvSpPr/>
          <p:nvPr/>
        </p:nvSpPr>
        <p:spPr>
          <a:xfrm>
            <a:off x="8329498" y="2889504"/>
            <a:ext cx="83591" cy="202997"/>
          </a:xfrm>
          <a:prstGeom prst="rect">
            <a:avLst/>
          </a:prstGeom>
          <a:solidFill>
            <a:srgbClr val="0D8D56"/>
          </a:solidFill>
          <a:ln>
            <a:noFill/>
          </a:ln>
        </p:spPr>
        <p:txBody>
          <a:bodyPr/>
          <a:lstStyle/>
          <a:p>
            <a:endParaRPr lang="uk-UA"/>
          </a:p>
        </p:txBody>
      </p:sp>
      <p:sp>
        <p:nvSpPr>
          <p:cNvPr id="672" name="shape672"/>
          <p:cNvSpPr/>
          <p:nvPr/>
        </p:nvSpPr>
        <p:spPr>
          <a:xfrm>
            <a:off x="8411261" y="2889504"/>
            <a:ext cx="83591" cy="202997"/>
          </a:xfrm>
          <a:prstGeom prst="rect">
            <a:avLst/>
          </a:prstGeom>
          <a:solidFill>
            <a:srgbClr val="0D8D56"/>
          </a:solidFill>
          <a:ln>
            <a:noFill/>
          </a:ln>
        </p:spPr>
        <p:txBody>
          <a:bodyPr/>
          <a:lstStyle/>
          <a:p>
            <a:endParaRPr lang="uk-UA"/>
          </a:p>
        </p:txBody>
      </p:sp>
      <p:sp>
        <p:nvSpPr>
          <p:cNvPr id="673" name="shape673"/>
          <p:cNvSpPr/>
          <p:nvPr/>
        </p:nvSpPr>
        <p:spPr>
          <a:xfrm>
            <a:off x="8493023" y="2889504"/>
            <a:ext cx="83591" cy="202997"/>
          </a:xfrm>
          <a:prstGeom prst="rect">
            <a:avLst/>
          </a:prstGeom>
          <a:solidFill>
            <a:srgbClr val="0D8D56"/>
          </a:solidFill>
          <a:ln>
            <a:noFill/>
          </a:ln>
        </p:spPr>
        <p:txBody>
          <a:bodyPr/>
          <a:lstStyle/>
          <a:p>
            <a:endParaRPr lang="uk-UA"/>
          </a:p>
        </p:txBody>
      </p:sp>
      <p:sp>
        <p:nvSpPr>
          <p:cNvPr id="674" name="shape674"/>
          <p:cNvSpPr/>
          <p:nvPr/>
        </p:nvSpPr>
        <p:spPr>
          <a:xfrm>
            <a:off x="8574786" y="2889504"/>
            <a:ext cx="83591" cy="202997"/>
          </a:xfrm>
          <a:prstGeom prst="rect">
            <a:avLst/>
          </a:prstGeom>
          <a:solidFill>
            <a:srgbClr val="0D8D56"/>
          </a:solidFill>
          <a:ln>
            <a:noFill/>
          </a:ln>
        </p:spPr>
        <p:txBody>
          <a:bodyPr/>
          <a:lstStyle/>
          <a:p>
            <a:endParaRPr lang="uk-UA"/>
          </a:p>
        </p:txBody>
      </p:sp>
      <p:sp>
        <p:nvSpPr>
          <p:cNvPr id="675" name="shape675"/>
          <p:cNvSpPr/>
          <p:nvPr/>
        </p:nvSpPr>
        <p:spPr>
          <a:xfrm>
            <a:off x="8656549" y="2889504"/>
            <a:ext cx="83591" cy="202997"/>
          </a:xfrm>
          <a:prstGeom prst="rect">
            <a:avLst/>
          </a:prstGeom>
          <a:solidFill>
            <a:srgbClr val="0D8D56"/>
          </a:solidFill>
          <a:ln>
            <a:noFill/>
          </a:ln>
        </p:spPr>
        <p:txBody>
          <a:bodyPr/>
          <a:lstStyle/>
          <a:p>
            <a:endParaRPr lang="uk-UA"/>
          </a:p>
        </p:txBody>
      </p:sp>
      <p:sp>
        <p:nvSpPr>
          <p:cNvPr id="676" name="shape676"/>
          <p:cNvSpPr/>
          <p:nvPr/>
        </p:nvSpPr>
        <p:spPr>
          <a:xfrm>
            <a:off x="8738311" y="2889504"/>
            <a:ext cx="83591" cy="202997"/>
          </a:xfrm>
          <a:prstGeom prst="rect">
            <a:avLst/>
          </a:prstGeom>
          <a:solidFill>
            <a:srgbClr val="0D8D56"/>
          </a:solidFill>
          <a:ln>
            <a:noFill/>
          </a:ln>
        </p:spPr>
        <p:txBody>
          <a:bodyPr/>
          <a:lstStyle/>
          <a:p>
            <a:endParaRPr lang="uk-UA"/>
          </a:p>
        </p:txBody>
      </p:sp>
      <p:sp>
        <p:nvSpPr>
          <p:cNvPr id="677" name="shape677"/>
          <p:cNvSpPr/>
          <p:nvPr/>
        </p:nvSpPr>
        <p:spPr>
          <a:xfrm>
            <a:off x="8820074" y="2889504"/>
            <a:ext cx="83591" cy="202997"/>
          </a:xfrm>
          <a:prstGeom prst="rect">
            <a:avLst/>
          </a:prstGeom>
          <a:solidFill>
            <a:srgbClr val="0D8D56"/>
          </a:solidFill>
          <a:ln>
            <a:noFill/>
          </a:ln>
        </p:spPr>
        <p:txBody>
          <a:bodyPr/>
          <a:lstStyle/>
          <a:p>
            <a:endParaRPr lang="uk-UA"/>
          </a:p>
        </p:txBody>
      </p:sp>
      <p:sp>
        <p:nvSpPr>
          <p:cNvPr id="678" name="shape678"/>
          <p:cNvSpPr/>
          <p:nvPr/>
        </p:nvSpPr>
        <p:spPr>
          <a:xfrm>
            <a:off x="8901836" y="2889504"/>
            <a:ext cx="83591" cy="202997"/>
          </a:xfrm>
          <a:prstGeom prst="rect">
            <a:avLst/>
          </a:prstGeom>
          <a:solidFill>
            <a:srgbClr val="0D8D56"/>
          </a:solidFill>
          <a:ln>
            <a:noFill/>
          </a:ln>
        </p:spPr>
        <p:txBody>
          <a:bodyPr/>
          <a:lstStyle/>
          <a:p>
            <a:endParaRPr lang="uk-UA"/>
          </a:p>
        </p:txBody>
      </p:sp>
      <p:sp>
        <p:nvSpPr>
          <p:cNvPr id="679" name="shape679"/>
          <p:cNvSpPr/>
          <p:nvPr/>
        </p:nvSpPr>
        <p:spPr>
          <a:xfrm>
            <a:off x="8983599" y="2889504"/>
            <a:ext cx="83591" cy="202997"/>
          </a:xfrm>
          <a:prstGeom prst="rect">
            <a:avLst/>
          </a:prstGeom>
          <a:solidFill>
            <a:srgbClr val="0D8D56"/>
          </a:solidFill>
          <a:ln>
            <a:noFill/>
          </a:ln>
        </p:spPr>
        <p:txBody>
          <a:bodyPr/>
          <a:lstStyle/>
          <a:p>
            <a:endParaRPr lang="uk-UA"/>
          </a:p>
        </p:txBody>
      </p:sp>
      <p:sp>
        <p:nvSpPr>
          <p:cNvPr id="680" name="shape680"/>
          <p:cNvSpPr/>
          <p:nvPr/>
        </p:nvSpPr>
        <p:spPr>
          <a:xfrm>
            <a:off x="9065362" y="2889504"/>
            <a:ext cx="83591" cy="202997"/>
          </a:xfrm>
          <a:prstGeom prst="rect">
            <a:avLst/>
          </a:prstGeom>
          <a:solidFill>
            <a:srgbClr val="0D8D56"/>
          </a:solidFill>
          <a:ln>
            <a:noFill/>
          </a:ln>
        </p:spPr>
        <p:txBody>
          <a:bodyPr/>
          <a:lstStyle/>
          <a:p>
            <a:endParaRPr lang="uk-UA"/>
          </a:p>
        </p:txBody>
      </p:sp>
      <p:sp>
        <p:nvSpPr>
          <p:cNvPr id="681" name="shape681"/>
          <p:cNvSpPr/>
          <p:nvPr/>
        </p:nvSpPr>
        <p:spPr>
          <a:xfrm>
            <a:off x="9147124" y="2889504"/>
            <a:ext cx="83591" cy="202997"/>
          </a:xfrm>
          <a:prstGeom prst="rect">
            <a:avLst/>
          </a:prstGeom>
          <a:solidFill>
            <a:srgbClr val="0D8D56"/>
          </a:solidFill>
          <a:ln>
            <a:noFill/>
          </a:ln>
        </p:spPr>
        <p:txBody>
          <a:bodyPr/>
          <a:lstStyle/>
          <a:p>
            <a:endParaRPr lang="uk-UA"/>
          </a:p>
        </p:txBody>
      </p:sp>
      <p:sp>
        <p:nvSpPr>
          <p:cNvPr id="682" name="shape682"/>
          <p:cNvSpPr/>
          <p:nvPr/>
        </p:nvSpPr>
        <p:spPr>
          <a:xfrm>
            <a:off x="9228887" y="2889504"/>
            <a:ext cx="83591" cy="202997"/>
          </a:xfrm>
          <a:prstGeom prst="rect">
            <a:avLst/>
          </a:prstGeom>
          <a:solidFill>
            <a:srgbClr val="0D8D56"/>
          </a:solidFill>
          <a:ln>
            <a:noFill/>
          </a:ln>
        </p:spPr>
        <p:txBody>
          <a:bodyPr/>
          <a:lstStyle/>
          <a:p>
            <a:endParaRPr lang="uk-UA"/>
          </a:p>
        </p:txBody>
      </p:sp>
      <p:sp>
        <p:nvSpPr>
          <p:cNvPr id="683" name="shape683"/>
          <p:cNvSpPr/>
          <p:nvPr/>
        </p:nvSpPr>
        <p:spPr>
          <a:xfrm>
            <a:off x="9310649" y="2889504"/>
            <a:ext cx="83591" cy="202997"/>
          </a:xfrm>
          <a:prstGeom prst="rect">
            <a:avLst/>
          </a:prstGeom>
          <a:solidFill>
            <a:srgbClr val="0D8D56"/>
          </a:solidFill>
          <a:ln>
            <a:noFill/>
          </a:ln>
        </p:spPr>
        <p:txBody>
          <a:bodyPr/>
          <a:lstStyle/>
          <a:p>
            <a:endParaRPr lang="uk-UA"/>
          </a:p>
        </p:txBody>
      </p:sp>
      <p:sp>
        <p:nvSpPr>
          <p:cNvPr id="684" name="shape684"/>
          <p:cNvSpPr/>
          <p:nvPr/>
        </p:nvSpPr>
        <p:spPr>
          <a:xfrm>
            <a:off x="9392412" y="2889504"/>
            <a:ext cx="83591" cy="202997"/>
          </a:xfrm>
          <a:prstGeom prst="rect">
            <a:avLst/>
          </a:prstGeom>
          <a:solidFill>
            <a:srgbClr val="0D8D56"/>
          </a:solidFill>
          <a:ln>
            <a:noFill/>
          </a:ln>
        </p:spPr>
        <p:txBody>
          <a:bodyPr/>
          <a:lstStyle/>
          <a:p>
            <a:endParaRPr lang="uk-UA"/>
          </a:p>
        </p:txBody>
      </p:sp>
      <p:sp>
        <p:nvSpPr>
          <p:cNvPr id="685" name="shape685"/>
          <p:cNvSpPr/>
          <p:nvPr/>
        </p:nvSpPr>
        <p:spPr>
          <a:xfrm>
            <a:off x="9474175" y="2889504"/>
            <a:ext cx="83591" cy="202997"/>
          </a:xfrm>
          <a:prstGeom prst="rect">
            <a:avLst/>
          </a:prstGeom>
          <a:solidFill>
            <a:srgbClr val="0D8D56"/>
          </a:solidFill>
          <a:ln>
            <a:noFill/>
          </a:ln>
        </p:spPr>
        <p:txBody>
          <a:bodyPr/>
          <a:lstStyle/>
          <a:p>
            <a:endParaRPr lang="uk-UA"/>
          </a:p>
        </p:txBody>
      </p:sp>
      <p:sp>
        <p:nvSpPr>
          <p:cNvPr id="686" name="shape686"/>
          <p:cNvSpPr/>
          <p:nvPr/>
        </p:nvSpPr>
        <p:spPr>
          <a:xfrm>
            <a:off x="9555937" y="2889504"/>
            <a:ext cx="83591" cy="202997"/>
          </a:xfrm>
          <a:prstGeom prst="rect">
            <a:avLst/>
          </a:prstGeom>
          <a:solidFill>
            <a:srgbClr val="0D8D56"/>
          </a:solidFill>
          <a:ln>
            <a:noFill/>
          </a:ln>
        </p:spPr>
        <p:txBody>
          <a:bodyPr/>
          <a:lstStyle/>
          <a:p>
            <a:endParaRPr lang="uk-UA"/>
          </a:p>
        </p:txBody>
      </p:sp>
      <p:sp>
        <p:nvSpPr>
          <p:cNvPr id="687" name="shape687"/>
          <p:cNvSpPr/>
          <p:nvPr/>
        </p:nvSpPr>
        <p:spPr>
          <a:xfrm>
            <a:off x="9637700" y="2889504"/>
            <a:ext cx="83591" cy="202997"/>
          </a:xfrm>
          <a:prstGeom prst="rect">
            <a:avLst/>
          </a:prstGeom>
          <a:solidFill>
            <a:srgbClr val="0D8D56"/>
          </a:solidFill>
          <a:ln>
            <a:noFill/>
          </a:ln>
        </p:spPr>
        <p:txBody>
          <a:bodyPr/>
          <a:lstStyle/>
          <a:p>
            <a:endParaRPr lang="uk-UA"/>
          </a:p>
        </p:txBody>
      </p:sp>
      <p:sp>
        <p:nvSpPr>
          <p:cNvPr id="688" name="shape688"/>
          <p:cNvSpPr/>
          <p:nvPr/>
        </p:nvSpPr>
        <p:spPr>
          <a:xfrm>
            <a:off x="9719462" y="2889504"/>
            <a:ext cx="83591" cy="202997"/>
          </a:xfrm>
          <a:prstGeom prst="rect">
            <a:avLst/>
          </a:prstGeom>
          <a:solidFill>
            <a:srgbClr val="0D8D56"/>
          </a:solidFill>
          <a:ln>
            <a:noFill/>
          </a:ln>
        </p:spPr>
        <p:txBody>
          <a:bodyPr/>
          <a:lstStyle/>
          <a:p>
            <a:endParaRPr lang="uk-UA"/>
          </a:p>
        </p:txBody>
      </p:sp>
      <p:sp>
        <p:nvSpPr>
          <p:cNvPr id="689" name="shape689"/>
          <p:cNvSpPr/>
          <p:nvPr/>
        </p:nvSpPr>
        <p:spPr>
          <a:xfrm>
            <a:off x="9801225" y="2889504"/>
            <a:ext cx="83591" cy="202997"/>
          </a:xfrm>
          <a:prstGeom prst="rect">
            <a:avLst/>
          </a:prstGeom>
          <a:solidFill>
            <a:srgbClr val="0D8D56"/>
          </a:solidFill>
          <a:ln>
            <a:noFill/>
          </a:ln>
        </p:spPr>
        <p:txBody>
          <a:bodyPr/>
          <a:lstStyle/>
          <a:p>
            <a:endParaRPr lang="uk-UA"/>
          </a:p>
        </p:txBody>
      </p:sp>
      <p:sp>
        <p:nvSpPr>
          <p:cNvPr id="690" name="shape690"/>
          <p:cNvSpPr/>
          <p:nvPr/>
        </p:nvSpPr>
        <p:spPr>
          <a:xfrm>
            <a:off x="9882988" y="2889504"/>
            <a:ext cx="83591" cy="202997"/>
          </a:xfrm>
          <a:prstGeom prst="rect">
            <a:avLst/>
          </a:prstGeom>
          <a:solidFill>
            <a:srgbClr val="0D8D56"/>
          </a:solidFill>
          <a:ln>
            <a:noFill/>
          </a:ln>
        </p:spPr>
        <p:txBody>
          <a:bodyPr/>
          <a:lstStyle/>
          <a:p>
            <a:endParaRPr lang="uk-UA"/>
          </a:p>
        </p:txBody>
      </p:sp>
      <p:sp>
        <p:nvSpPr>
          <p:cNvPr id="691" name="shape691"/>
          <p:cNvSpPr/>
          <p:nvPr/>
        </p:nvSpPr>
        <p:spPr>
          <a:xfrm>
            <a:off x="9964750" y="2889504"/>
            <a:ext cx="83591" cy="202997"/>
          </a:xfrm>
          <a:prstGeom prst="rect">
            <a:avLst/>
          </a:prstGeom>
          <a:solidFill>
            <a:srgbClr val="0D8D56"/>
          </a:solidFill>
          <a:ln>
            <a:noFill/>
          </a:ln>
        </p:spPr>
        <p:txBody>
          <a:bodyPr/>
          <a:lstStyle/>
          <a:p>
            <a:endParaRPr lang="uk-UA"/>
          </a:p>
        </p:txBody>
      </p:sp>
      <p:sp>
        <p:nvSpPr>
          <p:cNvPr id="692" name="shape692"/>
          <p:cNvSpPr/>
          <p:nvPr/>
        </p:nvSpPr>
        <p:spPr>
          <a:xfrm>
            <a:off x="10046513" y="2889504"/>
            <a:ext cx="83591" cy="202997"/>
          </a:xfrm>
          <a:prstGeom prst="rect">
            <a:avLst/>
          </a:prstGeom>
          <a:solidFill>
            <a:srgbClr val="0D8D56"/>
          </a:solidFill>
          <a:ln>
            <a:noFill/>
          </a:ln>
        </p:spPr>
        <p:txBody>
          <a:bodyPr/>
          <a:lstStyle/>
          <a:p>
            <a:endParaRPr lang="uk-UA"/>
          </a:p>
        </p:txBody>
      </p:sp>
      <p:sp>
        <p:nvSpPr>
          <p:cNvPr id="693" name="shape693"/>
          <p:cNvSpPr/>
          <p:nvPr/>
        </p:nvSpPr>
        <p:spPr>
          <a:xfrm>
            <a:off x="10128275" y="2889504"/>
            <a:ext cx="83591" cy="202997"/>
          </a:xfrm>
          <a:prstGeom prst="rect">
            <a:avLst/>
          </a:prstGeom>
          <a:solidFill>
            <a:srgbClr val="0D8D56"/>
          </a:solidFill>
          <a:ln>
            <a:noFill/>
          </a:ln>
        </p:spPr>
        <p:txBody>
          <a:bodyPr/>
          <a:lstStyle/>
          <a:p>
            <a:endParaRPr lang="uk-UA"/>
          </a:p>
        </p:txBody>
      </p:sp>
      <p:sp>
        <p:nvSpPr>
          <p:cNvPr id="694" name="shape694"/>
          <p:cNvSpPr/>
          <p:nvPr/>
        </p:nvSpPr>
        <p:spPr>
          <a:xfrm>
            <a:off x="10210038" y="2889504"/>
            <a:ext cx="83591" cy="202997"/>
          </a:xfrm>
          <a:prstGeom prst="rect">
            <a:avLst/>
          </a:prstGeom>
          <a:solidFill>
            <a:srgbClr val="0D8D56"/>
          </a:solidFill>
          <a:ln>
            <a:noFill/>
          </a:ln>
        </p:spPr>
        <p:txBody>
          <a:bodyPr/>
          <a:lstStyle/>
          <a:p>
            <a:endParaRPr lang="uk-UA"/>
          </a:p>
        </p:txBody>
      </p:sp>
      <p:sp>
        <p:nvSpPr>
          <p:cNvPr id="695" name="shape695"/>
          <p:cNvSpPr/>
          <p:nvPr/>
        </p:nvSpPr>
        <p:spPr>
          <a:xfrm>
            <a:off x="10291801" y="2889504"/>
            <a:ext cx="83591" cy="202997"/>
          </a:xfrm>
          <a:prstGeom prst="rect">
            <a:avLst/>
          </a:prstGeom>
          <a:solidFill>
            <a:srgbClr val="0D8D56"/>
          </a:solidFill>
          <a:ln>
            <a:noFill/>
          </a:ln>
        </p:spPr>
        <p:txBody>
          <a:bodyPr/>
          <a:lstStyle/>
          <a:p>
            <a:endParaRPr lang="uk-UA"/>
          </a:p>
        </p:txBody>
      </p:sp>
      <p:sp>
        <p:nvSpPr>
          <p:cNvPr id="696" name="shape696"/>
          <p:cNvSpPr/>
          <p:nvPr/>
        </p:nvSpPr>
        <p:spPr>
          <a:xfrm>
            <a:off x="10373563" y="2889504"/>
            <a:ext cx="83591" cy="202997"/>
          </a:xfrm>
          <a:prstGeom prst="rect">
            <a:avLst/>
          </a:prstGeom>
          <a:solidFill>
            <a:srgbClr val="0D8D56"/>
          </a:solidFill>
          <a:ln>
            <a:noFill/>
          </a:ln>
        </p:spPr>
        <p:txBody>
          <a:bodyPr/>
          <a:lstStyle/>
          <a:p>
            <a:endParaRPr lang="uk-UA"/>
          </a:p>
        </p:txBody>
      </p:sp>
      <p:sp>
        <p:nvSpPr>
          <p:cNvPr id="697" name="shape697"/>
          <p:cNvSpPr/>
          <p:nvPr/>
        </p:nvSpPr>
        <p:spPr>
          <a:xfrm>
            <a:off x="10455326" y="2889504"/>
            <a:ext cx="83591" cy="202997"/>
          </a:xfrm>
          <a:prstGeom prst="rect">
            <a:avLst/>
          </a:prstGeom>
          <a:solidFill>
            <a:srgbClr val="0D8D56"/>
          </a:solidFill>
          <a:ln>
            <a:noFill/>
          </a:ln>
        </p:spPr>
        <p:txBody>
          <a:bodyPr/>
          <a:lstStyle/>
          <a:p>
            <a:endParaRPr lang="uk-UA"/>
          </a:p>
        </p:txBody>
      </p:sp>
      <p:sp>
        <p:nvSpPr>
          <p:cNvPr id="698" name="shape698"/>
          <p:cNvSpPr/>
          <p:nvPr/>
        </p:nvSpPr>
        <p:spPr>
          <a:xfrm>
            <a:off x="10537088" y="2889504"/>
            <a:ext cx="83591" cy="202997"/>
          </a:xfrm>
          <a:prstGeom prst="rect">
            <a:avLst/>
          </a:prstGeom>
          <a:solidFill>
            <a:srgbClr val="0D8D56"/>
          </a:solidFill>
          <a:ln>
            <a:noFill/>
          </a:ln>
        </p:spPr>
        <p:txBody>
          <a:bodyPr/>
          <a:lstStyle/>
          <a:p>
            <a:endParaRPr lang="uk-UA"/>
          </a:p>
        </p:txBody>
      </p:sp>
      <p:sp>
        <p:nvSpPr>
          <p:cNvPr id="699" name="shape699"/>
          <p:cNvSpPr/>
          <p:nvPr/>
        </p:nvSpPr>
        <p:spPr>
          <a:xfrm>
            <a:off x="10618851" y="2889504"/>
            <a:ext cx="83591" cy="202997"/>
          </a:xfrm>
          <a:prstGeom prst="rect">
            <a:avLst/>
          </a:prstGeom>
          <a:solidFill>
            <a:srgbClr val="0D8D56"/>
          </a:solidFill>
          <a:ln>
            <a:noFill/>
          </a:ln>
        </p:spPr>
        <p:txBody>
          <a:bodyPr/>
          <a:lstStyle/>
          <a:p>
            <a:endParaRPr lang="uk-UA"/>
          </a:p>
        </p:txBody>
      </p:sp>
      <p:sp>
        <p:nvSpPr>
          <p:cNvPr id="700" name="shape700"/>
          <p:cNvSpPr/>
          <p:nvPr/>
        </p:nvSpPr>
        <p:spPr>
          <a:xfrm>
            <a:off x="10700614" y="2889504"/>
            <a:ext cx="83591" cy="202997"/>
          </a:xfrm>
          <a:prstGeom prst="rect">
            <a:avLst/>
          </a:prstGeom>
          <a:solidFill>
            <a:srgbClr val="0D8D56"/>
          </a:solidFill>
          <a:ln>
            <a:noFill/>
          </a:ln>
        </p:spPr>
        <p:txBody>
          <a:bodyPr/>
          <a:lstStyle/>
          <a:p>
            <a:endParaRPr lang="uk-UA"/>
          </a:p>
        </p:txBody>
      </p:sp>
      <p:sp>
        <p:nvSpPr>
          <p:cNvPr id="701" name="shape701"/>
          <p:cNvSpPr/>
          <p:nvPr/>
        </p:nvSpPr>
        <p:spPr>
          <a:xfrm>
            <a:off x="10782376" y="2889504"/>
            <a:ext cx="83591" cy="202997"/>
          </a:xfrm>
          <a:prstGeom prst="rect">
            <a:avLst/>
          </a:prstGeom>
          <a:solidFill>
            <a:srgbClr val="0D8D56"/>
          </a:solidFill>
          <a:ln>
            <a:noFill/>
          </a:ln>
        </p:spPr>
        <p:txBody>
          <a:bodyPr/>
          <a:lstStyle/>
          <a:p>
            <a:endParaRPr lang="uk-UA"/>
          </a:p>
        </p:txBody>
      </p:sp>
      <p:sp>
        <p:nvSpPr>
          <p:cNvPr id="702" name="shape702"/>
          <p:cNvSpPr/>
          <p:nvPr/>
        </p:nvSpPr>
        <p:spPr>
          <a:xfrm>
            <a:off x="10864139" y="2889504"/>
            <a:ext cx="83591" cy="202997"/>
          </a:xfrm>
          <a:prstGeom prst="rect">
            <a:avLst/>
          </a:prstGeom>
          <a:solidFill>
            <a:srgbClr val="0D8D56"/>
          </a:solidFill>
          <a:ln>
            <a:noFill/>
          </a:ln>
        </p:spPr>
        <p:txBody>
          <a:bodyPr/>
          <a:lstStyle/>
          <a:p>
            <a:endParaRPr lang="uk-UA"/>
          </a:p>
        </p:txBody>
      </p:sp>
      <p:sp>
        <p:nvSpPr>
          <p:cNvPr id="703" name="shape703"/>
          <p:cNvSpPr/>
          <p:nvPr/>
        </p:nvSpPr>
        <p:spPr>
          <a:xfrm>
            <a:off x="10945901" y="2889504"/>
            <a:ext cx="83591" cy="202997"/>
          </a:xfrm>
          <a:prstGeom prst="rect">
            <a:avLst/>
          </a:prstGeom>
          <a:solidFill>
            <a:srgbClr val="0D8D56"/>
          </a:solidFill>
          <a:ln>
            <a:noFill/>
          </a:ln>
        </p:spPr>
        <p:txBody>
          <a:bodyPr/>
          <a:lstStyle/>
          <a:p>
            <a:endParaRPr lang="uk-UA"/>
          </a:p>
        </p:txBody>
      </p:sp>
      <p:sp>
        <p:nvSpPr>
          <p:cNvPr id="704" name="line704"/>
          <p:cNvSpPr/>
          <p:nvPr/>
        </p:nvSpPr>
        <p:spPr>
          <a:xfrm>
            <a:off x="1216152" y="2889504"/>
            <a:ext cx="9811512" cy="0"/>
          </a:xfrm>
          <a:prstGeom prst="line">
            <a:avLst/>
          </a:prstGeom>
          <a:noFill/>
          <a:ln w="4445">
            <a:solidFill>
              <a:srgbClr val="5A5A5A"/>
            </a:solidFill>
            <a:prstDash val="solid"/>
          </a:ln>
        </p:spPr>
        <p:txBody>
          <a:bodyPr/>
          <a:lstStyle/>
          <a:p>
            <a:endParaRPr lang="uk-UA"/>
          </a:p>
        </p:txBody>
      </p:sp>
      <p:sp>
        <p:nvSpPr>
          <p:cNvPr id="705" name="text705"/>
          <p:cNvSpPr txBox="1"/>
          <p:nvPr/>
        </p:nvSpPr>
        <p:spPr>
          <a:xfrm>
            <a:off x="530352" y="3131820"/>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БПЛА крило</a:t>
            </a:r>
          </a:p>
        </p:txBody>
      </p:sp>
      <p:sp>
        <p:nvSpPr>
          <p:cNvPr id="706" name="shape706"/>
          <p:cNvSpPr/>
          <p:nvPr/>
        </p:nvSpPr>
        <p:spPr>
          <a:xfrm>
            <a:off x="1216152" y="3090672"/>
            <a:ext cx="83591" cy="202997"/>
          </a:xfrm>
          <a:prstGeom prst="rect">
            <a:avLst/>
          </a:prstGeom>
          <a:solidFill>
            <a:srgbClr val="0D8D56"/>
          </a:solidFill>
          <a:ln>
            <a:noFill/>
          </a:ln>
        </p:spPr>
        <p:txBody>
          <a:bodyPr/>
          <a:lstStyle/>
          <a:p>
            <a:endParaRPr lang="uk-UA"/>
          </a:p>
        </p:txBody>
      </p:sp>
      <p:sp>
        <p:nvSpPr>
          <p:cNvPr id="707" name="shape707"/>
          <p:cNvSpPr/>
          <p:nvPr/>
        </p:nvSpPr>
        <p:spPr>
          <a:xfrm>
            <a:off x="1297915" y="3090672"/>
            <a:ext cx="83591" cy="202997"/>
          </a:xfrm>
          <a:prstGeom prst="rect">
            <a:avLst/>
          </a:prstGeom>
          <a:solidFill>
            <a:srgbClr val="0D8D56"/>
          </a:solidFill>
          <a:ln>
            <a:noFill/>
          </a:ln>
        </p:spPr>
        <p:txBody>
          <a:bodyPr/>
          <a:lstStyle/>
          <a:p>
            <a:endParaRPr lang="uk-UA"/>
          </a:p>
        </p:txBody>
      </p:sp>
      <p:sp>
        <p:nvSpPr>
          <p:cNvPr id="708" name="shape708"/>
          <p:cNvSpPr/>
          <p:nvPr/>
        </p:nvSpPr>
        <p:spPr>
          <a:xfrm>
            <a:off x="1379677" y="3090672"/>
            <a:ext cx="83591" cy="202997"/>
          </a:xfrm>
          <a:prstGeom prst="rect">
            <a:avLst/>
          </a:prstGeom>
          <a:solidFill>
            <a:srgbClr val="0D8D56"/>
          </a:solidFill>
          <a:ln>
            <a:noFill/>
          </a:ln>
        </p:spPr>
        <p:txBody>
          <a:bodyPr/>
          <a:lstStyle/>
          <a:p>
            <a:endParaRPr lang="uk-UA"/>
          </a:p>
        </p:txBody>
      </p:sp>
      <p:sp>
        <p:nvSpPr>
          <p:cNvPr id="709" name="shape709"/>
          <p:cNvSpPr/>
          <p:nvPr/>
        </p:nvSpPr>
        <p:spPr>
          <a:xfrm>
            <a:off x="1461440" y="3090672"/>
            <a:ext cx="83591" cy="202997"/>
          </a:xfrm>
          <a:prstGeom prst="rect">
            <a:avLst/>
          </a:prstGeom>
          <a:solidFill>
            <a:srgbClr val="0D8D56"/>
          </a:solidFill>
          <a:ln>
            <a:noFill/>
          </a:ln>
        </p:spPr>
        <p:txBody>
          <a:bodyPr/>
          <a:lstStyle/>
          <a:p>
            <a:endParaRPr lang="uk-UA"/>
          </a:p>
        </p:txBody>
      </p:sp>
      <p:sp>
        <p:nvSpPr>
          <p:cNvPr id="710" name="shape710"/>
          <p:cNvSpPr/>
          <p:nvPr/>
        </p:nvSpPr>
        <p:spPr>
          <a:xfrm>
            <a:off x="1543202" y="3090672"/>
            <a:ext cx="83591" cy="202997"/>
          </a:xfrm>
          <a:prstGeom prst="rect">
            <a:avLst/>
          </a:prstGeom>
          <a:solidFill>
            <a:srgbClr val="0D8D56"/>
          </a:solidFill>
          <a:ln>
            <a:noFill/>
          </a:ln>
        </p:spPr>
        <p:txBody>
          <a:bodyPr/>
          <a:lstStyle/>
          <a:p>
            <a:endParaRPr lang="uk-UA"/>
          </a:p>
        </p:txBody>
      </p:sp>
      <p:sp>
        <p:nvSpPr>
          <p:cNvPr id="711" name="shape711"/>
          <p:cNvSpPr/>
          <p:nvPr/>
        </p:nvSpPr>
        <p:spPr>
          <a:xfrm>
            <a:off x="1624965" y="3090672"/>
            <a:ext cx="83591" cy="202997"/>
          </a:xfrm>
          <a:prstGeom prst="rect">
            <a:avLst/>
          </a:prstGeom>
          <a:solidFill>
            <a:srgbClr val="0D8D56"/>
          </a:solidFill>
          <a:ln>
            <a:noFill/>
          </a:ln>
        </p:spPr>
        <p:txBody>
          <a:bodyPr/>
          <a:lstStyle/>
          <a:p>
            <a:endParaRPr lang="uk-UA"/>
          </a:p>
        </p:txBody>
      </p:sp>
      <p:sp>
        <p:nvSpPr>
          <p:cNvPr id="712" name="shape712"/>
          <p:cNvSpPr/>
          <p:nvPr/>
        </p:nvSpPr>
        <p:spPr>
          <a:xfrm>
            <a:off x="1706728" y="3090672"/>
            <a:ext cx="83591" cy="202997"/>
          </a:xfrm>
          <a:prstGeom prst="rect">
            <a:avLst/>
          </a:prstGeom>
          <a:solidFill>
            <a:srgbClr val="0D8D56"/>
          </a:solidFill>
          <a:ln>
            <a:noFill/>
          </a:ln>
        </p:spPr>
        <p:txBody>
          <a:bodyPr/>
          <a:lstStyle/>
          <a:p>
            <a:endParaRPr lang="uk-UA"/>
          </a:p>
        </p:txBody>
      </p:sp>
      <p:sp>
        <p:nvSpPr>
          <p:cNvPr id="713" name="shape713"/>
          <p:cNvSpPr/>
          <p:nvPr/>
        </p:nvSpPr>
        <p:spPr>
          <a:xfrm>
            <a:off x="1788490" y="3090672"/>
            <a:ext cx="83591" cy="202997"/>
          </a:xfrm>
          <a:prstGeom prst="rect">
            <a:avLst/>
          </a:prstGeom>
          <a:solidFill>
            <a:srgbClr val="0D8D56"/>
          </a:solidFill>
          <a:ln>
            <a:noFill/>
          </a:ln>
        </p:spPr>
        <p:txBody>
          <a:bodyPr/>
          <a:lstStyle/>
          <a:p>
            <a:endParaRPr lang="uk-UA"/>
          </a:p>
        </p:txBody>
      </p:sp>
      <p:sp>
        <p:nvSpPr>
          <p:cNvPr id="714" name="shape714"/>
          <p:cNvSpPr/>
          <p:nvPr/>
        </p:nvSpPr>
        <p:spPr>
          <a:xfrm>
            <a:off x="1870253" y="3090672"/>
            <a:ext cx="83591" cy="202997"/>
          </a:xfrm>
          <a:prstGeom prst="rect">
            <a:avLst/>
          </a:prstGeom>
          <a:solidFill>
            <a:srgbClr val="0D8D56"/>
          </a:solidFill>
          <a:ln>
            <a:noFill/>
          </a:ln>
        </p:spPr>
        <p:txBody>
          <a:bodyPr/>
          <a:lstStyle/>
          <a:p>
            <a:endParaRPr lang="uk-UA"/>
          </a:p>
        </p:txBody>
      </p:sp>
      <p:sp>
        <p:nvSpPr>
          <p:cNvPr id="715" name="shape715"/>
          <p:cNvSpPr/>
          <p:nvPr/>
        </p:nvSpPr>
        <p:spPr>
          <a:xfrm>
            <a:off x="1952015" y="3090672"/>
            <a:ext cx="83591" cy="202997"/>
          </a:xfrm>
          <a:prstGeom prst="rect">
            <a:avLst/>
          </a:prstGeom>
          <a:solidFill>
            <a:srgbClr val="0D8D56"/>
          </a:solidFill>
          <a:ln>
            <a:noFill/>
          </a:ln>
        </p:spPr>
        <p:txBody>
          <a:bodyPr/>
          <a:lstStyle/>
          <a:p>
            <a:endParaRPr lang="uk-UA"/>
          </a:p>
        </p:txBody>
      </p:sp>
      <p:sp>
        <p:nvSpPr>
          <p:cNvPr id="716" name="shape716"/>
          <p:cNvSpPr/>
          <p:nvPr/>
        </p:nvSpPr>
        <p:spPr>
          <a:xfrm>
            <a:off x="2033778" y="3090672"/>
            <a:ext cx="83591" cy="202997"/>
          </a:xfrm>
          <a:prstGeom prst="rect">
            <a:avLst/>
          </a:prstGeom>
          <a:solidFill>
            <a:srgbClr val="0D8D56"/>
          </a:solidFill>
          <a:ln>
            <a:noFill/>
          </a:ln>
        </p:spPr>
        <p:txBody>
          <a:bodyPr/>
          <a:lstStyle/>
          <a:p>
            <a:endParaRPr lang="uk-UA"/>
          </a:p>
        </p:txBody>
      </p:sp>
      <p:sp>
        <p:nvSpPr>
          <p:cNvPr id="717" name="shape717"/>
          <p:cNvSpPr/>
          <p:nvPr/>
        </p:nvSpPr>
        <p:spPr>
          <a:xfrm>
            <a:off x="2115541" y="3090672"/>
            <a:ext cx="83591" cy="202997"/>
          </a:xfrm>
          <a:prstGeom prst="rect">
            <a:avLst/>
          </a:prstGeom>
          <a:solidFill>
            <a:srgbClr val="0D8D56"/>
          </a:solidFill>
          <a:ln>
            <a:noFill/>
          </a:ln>
        </p:spPr>
        <p:txBody>
          <a:bodyPr/>
          <a:lstStyle/>
          <a:p>
            <a:endParaRPr lang="uk-UA"/>
          </a:p>
        </p:txBody>
      </p:sp>
      <p:sp>
        <p:nvSpPr>
          <p:cNvPr id="718" name="shape718"/>
          <p:cNvSpPr/>
          <p:nvPr/>
        </p:nvSpPr>
        <p:spPr>
          <a:xfrm>
            <a:off x="2197303" y="3090672"/>
            <a:ext cx="83591" cy="202997"/>
          </a:xfrm>
          <a:prstGeom prst="rect">
            <a:avLst/>
          </a:prstGeom>
          <a:solidFill>
            <a:srgbClr val="0D8D56"/>
          </a:solidFill>
          <a:ln>
            <a:noFill/>
          </a:ln>
        </p:spPr>
        <p:txBody>
          <a:bodyPr/>
          <a:lstStyle/>
          <a:p>
            <a:endParaRPr lang="uk-UA"/>
          </a:p>
        </p:txBody>
      </p:sp>
      <p:sp>
        <p:nvSpPr>
          <p:cNvPr id="719" name="shape719"/>
          <p:cNvSpPr/>
          <p:nvPr/>
        </p:nvSpPr>
        <p:spPr>
          <a:xfrm>
            <a:off x="2279066" y="3090672"/>
            <a:ext cx="83591" cy="202997"/>
          </a:xfrm>
          <a:prstGeom prst="rect">
            <a:avLst/>
          </a:prstGeom>
          <a:solidFill>
            <a:srgbClr val="0D8D56"/>
          </a:solidFill>
          <a:ln>
            <a:noFill/>
          </a:ln>
        </p:spPr>
        <p:txBody>
          <a:bodyPr/>
          <a:lstStyle/>
          <a:p>
            <a:endParaRPr lang="uk-UA"/>
          </a:p>
        </p:txBody>
      </p:sp>
      <p:sp>
        <p:nvSpPr>
          <p:cNvPr id="720" name="shape720"/>
          <p:cNvSpPr/>
          <p:nvPr/>
        </p:nvSpPr>
        <p:spPr>
          <a:xfrm>
            <a:off x="2360828" y="3090672"/>
            <a:ext cx="83591" cy="202997"/>
          </a:xfrm>
          <a:prstGeom prst="rect">
            <a:avLst/>
          </a:prstGeom>
          <a:solidFill>
            <a:srgbClr val="0D8D56"/>
          </a:solidFill>
          <a:ln>
            <a:noFill/>
          </a:ln>
        </p:spPr>
        <p:txBody>
          <a:bodyPr/>
          <a:lstStyle/>
          <a:p>
            <a:endParaRPr lang="uk-UA"/>
          </a:p>
        </p:txBody>
      </p:sp>
      <p:sp>
        <p:nvSpPr>
          <p:cNvPr id="721" name="shape721"/>
          <p:cNvSpPr/>
          <p:nvPr/>
        </p:nvSpPr>
        <p:spPr>
          <a:xfrm>
            <a:off x="2442591" y="3090672"/>
            <a:ext cx="83591" cy="202997"/>
          </a:xfrm>
          <a:prstGeom prst="rect">
            <a:avLst/>
          </a:prstGeom>
          <a:solidFill>
            <a:srgbClr val="0D8D56"/>
          </a:solidFill>
          <a:ln>
            <a:noFill/>
          </a:ln>
        </p:spPr>
        <p:txBody>
          <a:bodyPr/>
          <a:lstStyle/>
          <a:p>
            <a:endParaRPr lang="uk-UA"/>
          </a:p>
        </p:txBody>
      </p:sp>
      <p:sp>
        <p:nvSpPr>
          <p:cNvPr id="722" name="shape722"/>
          <p:cNvSpPr/>
          <p:nvPr/>
        </p:nvSpPr>
        <p:spPr>
          <a:xfrm>
            <a:off x="2524354" y="3090672"/>
            <a:ext cx="83591" cy="202997"/>
          </a:xfrm>
          <a:prstGeom prst="rect">
            <a:avLst/>
          </a:prstGeom>
          <a:solidFill>
            <a:srgbClr val="0D8D56"/>
          </a:solidFill>
          <a:ln>
            <a:noFill/>
          </a:ln>
        </p:spPr>
        <p:txBody>
          <a:bodyPr/>
          <a:lstStyle/>
          <a:p>
            <a:endParaRPr lang="uk-UA"/>
          </a:p>
        </p:txBody>
      </p:sp>
      <p:sp>
        <p:nvSpPr>
          <p:cNvPr id="723" name="shape723"/>
          <p:cNvSpPr/>
          <p:nvPr/>
        </p:nvSpPr>
        <p:spPr>
          <a:xfrm>
            <a:off x="2606116" y="3090672"/>
            <a:ext cx="83591" cy="202997"/>
          </a:xfrm>
          <a:prstGeom prst="rect">
            <a:avLst/>
          </a:prstGeom>
          <a:solidFill>
            <a:srgbClr val="0D8D56"/>
          </a:solidFill>
          <a:ln>
            <a:noFill/>
          </a:ln>
        </p:spPr>
        <p:txBody>
          <a:bodyPr/>
          <a:lstStyle/>
          <a:p>
            <a:endParaRPr lang="uk-UA"/>
          </a:p>
        </p:txBody>
      </p:sp>
      <p:sp>
        <p:nvSpPr>
          <p:cNvPr id="724" name="shape724"/>
          <p:cNvSpPr/>
          <p:nvPr/>
        </p:nvSpPr>
        <p:spPr>
          <a:xfrm>
            <a:off x="2687879" y="3090672"/>
            <a:ext cx="83591" cy="202997"/>
          </a:xfrm>
          <a:prstGeom prst="rect">
            <a:avLst/>
          </a:prstGeom>
          <a:solidFill>
            <a:srgbClr val="0D8D56"/>
          </a:solidFill>
          <a:ln>
            <a:noFill/>
          </a:ln>
        </p:spPr>
        <p:txBody>
          <a:bodyPr/>
          <a:lstStyle/>
          <a:p>
            <a:endParaRPr lang="uk-UA"/>
          </a:p>
        </p:txBody>
      </p:sp>
      <p:sp>
        <p:nvSpPr>
          <p:cNvPr id="725" name="shape725"/>
          <p:cNvSpPr/>
          <p:nvPr/>
        </p:nvSpPr>
        <p:spPr>
          <a:xfrm>
            <a:off x="2769641" y="3090672"/>
            <a:ext cx="83591" cy="202997"/>
          </a:xfrm>
          <a:prstGeom prst="rect">
            <a:avLst/>
          </a:prstGeom>
          <a:solidFill>
            <a:srgbClr val="0D8D56"/>
          </a:solidFill>
          <a:ln>
            <a:noFill/>
          </a:ln>
        </p:spPr>
        <p:txBody>
          <a:bodyPr/>
          <a:lstStyle/>
          <a:p>
            <a:endParaRPr lang="uk-UA"/>
          </a:p>
        </p:txBody>
      </p:sp>
      <p:sp>
        <p:nvSpPr>
          <p:cNvPr id="726" name="shape726"/>
          <p:cNvSpPr/>
          <p:nvPr/>
        </p:nvSpPr>
        <p:spPr>
          <a:xfrm>
            <a:off x="2851404" y="3090672"/>
            <a:ext cx="83591" cy="202997"/>
          </a:xfrm>
          <a:prstGeom prst="rect">
            <a:avLst/>
          </a:prstGeom>
          <a:solidFill>
            <a:srgbClr val="0D8D56"/>
          </a:solidFill>
          <a:ln>
            <a:noFill/>
          </a:ln>
        </p:spPr>
        <p:txBody>
          <a:bodyPr/>
          <a:lstStyle/>
          <a:p>
            <a:endParaRPr lang="uk-UA"/>
          </a:p>
        </p:txBody>
      </p:sp>
      <p:sp>
        <p:nvSpPr>
          <p:cNvPr id="727" name="shape727"/>
          <p:cNvSpPr/>
          <p:nvPr/>
        </p:nvSpPr>
        <p:spPr>
          <a:xfrm>
            <a:off x="2933167" y="3090672"/>
            <a:ext cx="83591" cy="202997"/>
          </a:xfrm>
          <a:prstGeom prst="rect">
            <a:avLst/>
          </a:prstGeom>
          <a:solidFill>
            <a:srgbClr val="0D8D56"/>
          </a:solidFill>
          <a:ln>
            <a:noFill/>
          </a:ln>
        </p:spPr>
        <p:txBody>
          <a:bodyPr/>
          <a:lstStyle/>
          <a:p>
            <a:endParaRPr lang="uk-UA"/>
          </a:p>
        </p:txBody>
      </p:sp>
      <p:sp>
        <p:nvSpPr>
          <p:cNvPr id="728" name="shape728"/>
          <p:cNvSpPr/>
          <p:nvPr/>
        </p:nvSpPr>
        <p:spPr>
          <a:xfrm>
            <a:off x="3014929" y="3090672"/>
            <a:ext cx="83591" cy="202997"/>
          </a:xfrm>
          <a:prstGeom prst="rect">
            <a:avLst/>
          </a:prstGeom>
          <a:solidFill>
            <a:srgbClr val="0D8D56"/>
          </a:solidFill>
          <a:ln>
            <a:noFill/>
          </a:ln>
        </p:spPr>
        <p:txBody>
          <a:bodyPr/>
          <a:lstStyle/>
          <a:p>
            <a:endParaRPr lang="uk-UA"/>
          </a:p>
        </p:txBody>
      </p:sp>
      <p:sp>
        <p:nvSpPr>
          <p:cNvPr id="729" name="shape729"/>
          <p:cNvSpPr/>
          <p:nvPr/>
        </p:nvSpPr>
        <p:spPr>
          <a:xfrm>
            <a:off x="3096692" y="3090672"/>
            <a:ext cx="83591" cy="202997"/>
          </a:xfrm>
          <a:prstGeom prst="rect">
            <a:avLst/>
          </a:prstGeom>
          <a:solidFill>
            <a:srgbClr val="0D8D56"/>
          </a:solidFill>
          <a:ln>
            <a:noFill/>
          </a:ln>
        </p:spPr>
        <p:txBody>
          <a:bodyPr/>
          <a:lstStyle/>
          <a:p>
            <a:endParaRPr lang="uk-UA"/>
          </a:p>
        </p:txBody>
      </p:sp>
      <p:sp>
        <p:nvSpPr>
          <p:cNvPr id="730" name="shape730"/>
          <p:cNvSpPr/>
          <p:nvPr/>
        </p:nvSpPr>
        <p:spPr>
          <a:xfrm>
            <a:off x="3178454" y="3090672"/>
            <a:ext cx="83591" cy="202997"/>
          </a:xfrm>
          <a:prstGeom prst="rect">
            <a:avLst/>
          </a:prstGeom>
          <a:solidFill>
            <a:srgbClr val="0D8D56"/>
          </a:solidFill>
          <a:ln>
            <a:noFill/>
          </a:ln>
        </p:spPr>
        <p:txBody>
          <a:bodyPr/>
          <a:lstStyle/>
          <a:p>
            <a:endParaRPr lang="uk-UA"/>
          </a:p>
        </p:txBody>
      </p:sp>
      <p:sp>
        <p:nvSpPr>
          <p:cNvPr id="731" name="shape731"/>
          <p:cNvSpPr/>
          <p:nvPr/>
        </p:nvSpPr>
        <p:spPr>
          <a:xfrm>
            <a:off x="3260217" y="3090672"/>
            <a:ext cx="83591" cy="202997"/>
          </a:xfrm>
          <a:prstGeom prst="rect">
            <a:avLst/>
          </a:prstGeom>
          <a:solidFill>
            <a:srgbClr val="0D8D56"/>
          </a:solidFill>
          <a:ln>
            <a:noFill/>
          </a:ln>
        </p:spPr>
        <p:txBody>
          <a:bodyPr/>
          <a:lstStyle/>
          <a:p>
            <a:endParaRPr lang="uk-UA"/>
          </a:p>
        </p:txBody>
      </p:sp>
      <p:sp>
        <p:nvSpPr>
          <p:cNvPr id="732" name="shape732"/>
          <p:cNvSpPr/>
          <p:nvPr/>
        </p:nvSpPr>
        <p:spPr>
          <a:xfrm>
            <a:off x="3341980" y="3090672"/>
            <a:ext cx="83591" cy="202997"/>
          </a:xfrm>
          <a:prstGeom prst="rect">
            <a:avLst/>
          </a:prstGeom>
          <a:solidFill>
            <a:srgbClr val="0D8D56"/>
          </a:solidFill>
          <a:ln>
            <a:noFill/>
          </a:ln>
        </p:spPr>
        <p:txBody>
          <a:bodyPr/>
          <a:lstStyle/>
          <a:p>
            <a:endParaRPr lang="uk-UA"/>
          </a:p>
        </p:txBody>
      </p:sp>
      <p:sp>
        <p:nvSpPr>
          <p:cNvPr id="733" name="shape733"/>
          <p:cNvSpPr/>
          <p:nvPr/>
        </p:nvSpPr>
        <p:spPr>
          <a:xfrm>
            <a:off x="3423742" y="3090672"/>
            <a:ext cx="83591" cy="202997"/>
          </a:xfrm>
          <a:prstGeom prst="rect">
            <a:avLst/>
          </a:prstGeom>
          <a:solidFill>
            <a:srgbClr val="0D8D56"/>
          </a:solidFill>
          <a:ln>
            <a:noFill/>
          </a:ln>
        </p:spPr>
        <p:txBody>
          <a:bodyPr/>
          <a:lstStyle/>
          <a:p>
            <a:endParaRPr lang="uk-UA"/>
          </a:p>
        </p:txBody>
      </p:sp>
      <p:sp>
        <p:nvSpPr>
          <p:cNvPr id="734" name="shape734"/>
          <p:cNvSpPr/>
          <p:nvPr/>
        </p:nvSpPr>
        <p:spPr>
          <a:xfrm>
            <a:off x="3505505" y="3090672"/>
            <a:ext cx="83591" cy="202997"/>
          </a:xfrm>
          <a:prstGeom prst="rect">
            <a:avLst/>
          </a:prstGeom>
          <a:solidFill>
            <a:srgbClr val="0D8D56"/>
          </a:solidFill>
          <a:ln>
            <a:noFill/>
          </a:ln>
        </p:spPr>
        <p:txBody>
          <a:bodyPr/>
          <a:lstStyle/>
          <a:p>
            <a:endParaRPr lang="uk-UA"/>
          </a:p>
        </p:txBody>
      </p:sp>
      <p:sp>
        <p:nvSpPr>
          <p:cNvPr id="735" name="shape735"/>
          <p:cNvSpPr/>
          <p:nvPr/>
        </p:nvSpPr>
        <p:spPr>
          <a:xfrm>
            <a:off x="3587267" y="3090672"/>
            <a:ext cx="83591" cy="202997"/>
          </a:xfrm>
          <a:prstGeom prst="rect">
            <a:avLst/>
          </a:prstGeom>
          <a:solidFill>
            <a:srgbClr val="0D8D56"/>
          </a:solidFill>
          <a:ln>
            <a:noFill/>
          </a:ln>
        </p:spPr>
        <p:txBody>
          <a:bodyPr/>
          <a:lstStyle/>
          <a:p>
            <a:endParaRPr lang="uk-UA"/>
          </a:p>
        </p:txBody>
      </p:sp>
      <p:sp>
        <p:nvSpPr>
          <p:cNvPr id="736" name="shape736"/>
          <p:cNvSpPr/>
          <p:nvPr/>
        </p:nvSpPr>
        <p:spPr>
          <a:xfrm>
            <a:off x="3669030" y="3090672"/>
            <a:ext cx="83591" cy="202997"/>
          </a:xfrm>
          <a:prstGeom prst="rect">
            <a:avLst/>
          </a:prstGeom>
          <a:solidFill>
            <a:srgbClr val="0D8D56"/>
          </a:solidFill>
          <a:ln>
            <a:noFill/>
          </a:ln>
        </p:spPr>
        <p:txBody>
          <a:bodyPr/>
          <a:lstStyle/>
          <a:p>
            <a:endParaRPr lang="uk-UA"/>
          </a:p>
        </p:txBody>
      </p:sp>
      <p:sp>
        <p:nvSpPr>
          <p:cNvPr id="737" name="shape737"/>
          <p:cNvSpPr/>
          <p:nvPr/>
        </p:nvSpPr>
        <p:spPr>
          <a:xfrm>
            <a:off x="3750793" y="3090672"/>
            <a:ext cx="83591" cy="202997"/>
          </a:xfrm>
          <a:prstGeom prst="rect">
            <a:avLst/>
          </a:prstGeom>
          <a:solidFill>
            <a:srgbClr val="0D8D56"/>
          </a:solidFill>
          <a:ln>
            <a:noFill/>
          </a:ln>
        </p:spPr>
        <p:txBody>
          <a:bodyPr/>
          <a:lstStyle/>
          <a:p>
            <a:endParaRPr lang="uk-UA"/>
          </a:p>
        </p:txBody>
      </p:sp>
      <p:sp>
        <p:nvSpPr>
          <p:cNvPr id="738" name="shape738"/>
          <p:cNvSpPr/>
          <p:nvPr/>
        </p:nvSpPr>
        <p:spPr>
          <a:xfrm>
            <a:off x="3832555" y="3090672"/>
            <a:ext cx="83591" cy="202997"/>
          </a:xfrm>
          <a:prstGeom prst="rect">
            <a:avLst/>
          </a:prstGeom>
          <a:solidFill>
            <a:srgbClr val="0D8D56"/>
          </a:solidFill>
          <a:ln>
            <a:noFill/>
          </a:ln>
        </p:spPr>
        <p:txBody>
          <a:bodyPr/>
          <a:lstStyle/>
          <a:p>
            <a:endParaRPr lang="uk-UA"/>
          </a:p>
        </p:txBody>
      </p:sp>
      <p:sp>
        <p:nvSpPr>
          <p:cNvPr id="739" name="shape739"/>
          <p:cNvSpPr/>
          <p:nvPr/>
        </p:nvSpPr>
        <p:spPr>
          <a:xfrm>
            <a:off x="3914318" y="3090672"/>
            <a:ext cx="83591" cy="202997"/>
          </a:xfrm>
          <a:prstGeom prst="rect">
            <a:avLst/>
          </a:prstGeom>
          <a:solidFill>
            <a:srgbClr val="0D8D56"/>
          </a:solidFill>
          <a:ln>
            <a:noFill/>
          </a:ln>
        </p:spPr>
        <p:txBody>
          <a:bodyPr/>
          <a:lstStyle/>
          <a:p>
            <a:endParaRPr lang="uk-UA"/>
          </a:p>
        </p:txBody>
      </p:sp>
      <p:sp>
        <p:nvSpPr>
          <p:cNvPr id="740" name="shape740"/>
          <p:cNvSpPr/>
          <p:nvPr/>
        </p:nvSpPr>
        <p:spPr>
          <a:xfrm>
            <a:off x="3996080" y="3090672"/>
            <a:ext cx="83591" cy="202997"/>
          </a:xfrm>
          <a:prstGeom prst="rect">
            <a:avLst/>
          </a:prstGeom>
          <a:solidFill>
            <a:srgbClr val="0D8D56"/>
          </a:solidFill>
          <a:ln>
            <a:noFill/>
          </a:ln>
        </p:spPr>
        <p:txBody>
          <a:bodyPr/>
          <a:lstStyle/>
          <a:p>
            <a:endParaRPr lang="uk-UA"/>
          </a:p>
        </p:txBody>
      </p:sp>
      <p:sp>
        <p:nvSpPr>
          <p:cNvPr id="741" name="shape741"/>
          <p:cNvSpPr/>
          <p:nvPr/>
        </p:nvSpPr>
        <p:spPr>
          <a:xfrm>
            <a:off x="4077843" y="3090672"/>
            <a:ext cx="83591" cy="202997"/>
          </a:xfrm>
          <a:prstGeom prst="rect">
            <a:avLst/>
          </a:prstGeom>
          <a:solidFill>
            <a:srgbClr val="0D8D56"/>
          </a:solidFill>
          <a:ln>
            <a:noFill/>
          </a:ln>
        </p:spPr>
        <p:txBody>
          <a:bodyPr/>
          <a:lstStyle/>
          <a:p>
            <a:endParaRPr lang="uk-UA"/>
          </a:p>
        </p:txBody>
      </p:sp>
      <p:sp>
        <p:nvSpPr>
          <p:cNvPr id="742" name="shape742"/>
          <p:cNvSpPr/>
          <p:nvPr/>
        </p:nvSpPr>
        <p:spPr>
          <a:xfrm>
            <a:off x="4159606" y="3090672"/>
            <a:ext cx="83591" cy="202997"/>
          </a:xfrm>
          <a:prstGeom prst="rect">
            <a:avLst/>
          </a:prstGeom>
          <a:solidFill>
            <a:srgbClr val="0D8D56"/>
          </a:solidFill>
          <a:ln>
            <a:noFill/>
          </a:ln>
        </p:spPr>
        <p:txBody>
          <a:bodyPr/>
          <a:lstStyle/>
          <a:p>
            <a:endParaRPr lang="uk-UA"/>
          </a:p>
        </p:txBody>
      </p:sp>
      <p:sp>
        <p:nvSpPr>
          <p:cNvPr id="743" name="shape743"/>
          <p:cNvSpPr/>
          <p:nvPr/>
        </p:nvSpPr>
        <p:spPr>
          <a:xfrm>
            <a:off x="4241368" y="3090672"/>
            <a:ext cx="83591" cy="202997"/>
          </a:xfrm>
          <a:prstGeom prst="rect">
            <a:avLst/>
          </a:prstGeom>
          <a:solidFill>
            <a:srgbClr val="0D8D56"/>
          </a:solidFill>
          <a:ln>
            <a:noFill/>
          </a:ln>
        </p:spPr>
        <p:txBody>
          <a:bodyPr/>
          <a:lstStyle/>
          <a:p>
            <a:endParaRPr lang="uk-UA"/>
          </a:p>
        </p:txBody>
      </p:sp>
      <p:sp>
        <p:nvSpPr>
          <p:cNvPr id="744" name="shape744"/>
          <p:cNvSpPr/>
          <p:nvPr/>
        </p:nvSpPr>
        <p:spPr>
          <a:xfrm>
            <a:off x="4323131" y="3090672"/>
            <a:ext cx="83591" cy="202997"/>
          </a:xfrm>
          <a:prstGeom prst="rect">
            <a:avLst/>
          </a:prstGeom>
          <a:solidFill>
            <a:srgbClr val="0D8D56"/>
          </a:solidFill>
          <a:ln>
            <a:noFill/>
          </a:ln>
        </p:spPr>
        <p:txBody>
          <a:bodyPr/>
          <a:lstStyle/>
          <a:p>
            <a:endParaRPr lang="uk-UA"/>
          </a:p>
        </p:txBody>
      </p:sp>
      <p:sp>
        <p:nvSpPr>
          <p:cNvPr id="745" name="shape745"/>
          <p:cNvSpPr/>
          <p:nvPr/>
        </p:nvSpPr>
        <p:spPr>
          <a:xfrm>
            <a:off x="4404893" y="3090672"/>
            <a:ext cx="83591" cy="202997"/>
          </a:xfrm>
          <a:prstGeom prst="rect">
            <a:avLst/>
          </a:prstGeom>
          <a:solidFill>
            <a:srgbClr val="0D8D56"/>
          </a:solidFill>
          <a:ln>
            <a:noFill/>
          </a:ln>
        </p:spPr>
        <p:txBody>
          <a:bodyPr/>
          <a:lstStyle/>
          <a:p>
            <a:endParaRPr lang="uk-UA"/>
          </a:p>
        </p:txBody>
      </p:sp>
      <p:sp>
        <p:nvSpPr>
          <p:cNvPr id="746" name="shape746"/>
          <p:cNvSpPr/>
          <p:nvPr/>
        </p:nvSpPr>
        <p:spPr>
          <a:xfrm>
            <a:off x="4486656" y="3090672"/>
            <a:ext cx="83591" cy="202997"/>
          </a:xfrm>
          <a:prstGeom prst="rect">
            <a:avLst/>
          </a:prstGeom>
          <a:solidFill>
            <a:srgbClr val="0D8D56"/>
          </a:solidFill>
          <a:ln>
            <a:noFill/>
          </a:ln>
        </p:spPr>
        <p:txBody>
          <a:bodyPr/>
          <a:lstStyle/>
          <a:p>
            <a:endParaRPr lang="uk-UA"/>
          </a:p>
        </p:txBody>
      </p:sp>
      <p:sp>
        <p:nvSpPr>
          <p:cNvPr id="747" name="shape747"/>
          <p:cNvSpPr/>
          <p:nvPr/>
        </p:nvSpPr>
        <p:spPr>
          <a:xfrm>
            <a:off x="4568419" y="3090672"/>
            <a:ext cx="83591" cy="202997"/>
          </a:xfrm>
          <a:prstGeom prst="rect">
            <a:avLst/>
          </a:prstGeom>
          <a:solidFill>
            <a:srgbClr val="0D8D56"/>
          </a:solidFill>
          <a:ln>
            <a:noFill/>
          </a:ln>
        </p:spPr>
        <p:txBody>
          <a:bodyPr/>
          <a:lstStyle/>
          <a:p>
            <a:endParaRPr lang="uk-UA"/>
          </a:p>
        </p:txBody>
      </p:sp>
      <p:sp>
        <p:nvSpPr>
          <p:cNvPr id="748" name="shape748"/>
          <p:cNvSpPr/>
          <p:nvPr/>
        </p:nvSpPr>
        <p:spPr>
          <a:xfrm>
            <a:off x="4650181" y="3090672"/>
            <a:ext cx="83591" cy="202997"/>
          </a:xfrm>
          <a:prstGeom prst="rect">
            <a:avLst/>
          </a:prstGeom>
          <a:solidFill>
            <a:srgbClr val="0D8D56"/>
          </a:solidFill>
          <a:ln>
            <a:noFill/>
          </a:ln>
        </p:spPr>
        <p:txBody>
          <a:bodyPr/>
          <a:lstStyle/>
          <a:p>
            <a:endParaRPr lang="uk-UA"/>
          </a:p>
        </p:txBody>
      </p:sp>
      <p:sp>
        <p:nvSpPr>
          <p:cNvPr id="749" name="shape749"/>
          <p:cNvSpPr/>
          <p:nvPr/>
        </p:nvSpPr>
        <p:spPr>
          <a:xfrm>
            <a:off x="4731944" y="3090672"/>
            <a:ext cx="83591" cy="202997"/>
          </a:xfrm>
          <a:prstGeom prst="rect">
            <a:avLst/>
          </a:prstGeom>
          <a:solidFill>
            <a:srgbClr val="0D8D56"/>
          </a:solidFill>
          <a:ln>
            <a:noFill/>
          </a:ln>
        </p:spPr>
        <p:txBody>
          <a:bodyPr/>
          <a:lstStyle/>
          <a:p>
            <a:endParaRPr lang="uk-UA"/>
          </a:p>
        </p:txBody>
      </p:sp>
      <p:sp>
        <p:nvSpPr>
          <p:cNvPr id="750" name="shape750"/>
          <p:cNvSpPr/>
          <p:nvPr/>
        </p:nvSpPr>
        <p:spPr>
          <a:xfrm>
            <a:off x="4813706" y="3090672"/>
            <a:ext cx="83591" cy="202997"/>
          </a:xfrm>
          <a:prstGeom prst="rect">
            <a:avLst/>
          </a:prstGeom>
          <a:solidFill>
            <a:srgbClr val="0D8D56"/>
          </a:solidFill>
          <a:ln>
            <a:noFill/>
          </a:ln>
        </p:spPr>
        <p:txBody>
          <a:bodyPr/>
          <a:lstStyle/>
          <a:p>
            <a:endParaRPr lang="uk-UA"/>
          </a:p>
        </p:txBody>
      </p:sp>
      <p:sp>
        <p:nvSpPr>
          <p:cNvPr id="751" name="shape751"/>
          <p:cNvSpPr/>
          <p:nvPr/>
        </p:nvSpPr>
        <p:spPr>
          <a:xfrm>
            <a:off x="4895469" y="3090672"/>
            <a:ext cx="83591" cy="202997"/>
          </a:xfrm>
          <a:prstGeom prst="rect">
            <a:avLst/>
          </a:prstGeom>
          <a:solidFill>
            <a:srgbClr val="0D8D56"/>
          </a:solidFill>
          <a:ln>
            <a:noFill/>
          </a:ln>
        </p:spPr>
        <p:txBody>
          <a:bodyPr/>
          <a:lstStyle/>
          <a:p>
            <a:endParaRPr lang="uk-UA"/>
          </a:p>
        </p:txBody>
      </p:sp>
      <p:sp>
        <p:nvSpPr>
          <p:cNvPr id="752" name="shape752"/>
          <p:cNvSpPr/>
          <p:nvPr/>
        </p:nvSpPr>
        <p:spPr>
          <a:xfrm>
            <a:off x="4977232" y="3090672"/>
            <a:ext cx="83591" cy="202997"/>
          </a:xfrm>
          <a:prstGeom prst="rect">
            <a:avLst/>
          </a:prstGeom>
          <a:solidFill>
            <a:srgbClr val="0D8D56"/>
          </a:solidFill>
          <a:ln>
            <a:noFill/>
          </a:ln>
        </p:spPr>
        <p:txBody>
          <a:bodyPr/>
          <a:lstStyle/>
          <a:p>
            <a:endParaRPr lang="uk-UA"/>
          </a:p>
        </p:txBody>
      </p:sp>
      <p:sp>
        <p:nvSpPr>
          <p:cNvPr id="753" name="shape753"/>
          <p:cNvSpPr/>
          <p:nvPr/>
        </p:nvSpPr>
        <p:spPr>
          <a:xfrm>
            <a:off x="5058994" y="3090672"/>
            <a:ext cx="83591" cy="202997"/>
          </a:xfrm>
          <a:prstGeom prst="rect">
            <a:avLst/>
          </a:prstGeom>
          <a:solidFill>
            <a:srgbClr val="0D8D56"/>
          </a:solidFill>
          <a:ln>
            <a:noFill/>
          </a:ln>
        </p:spPr>
        <p:txBody>
          <a:bodyPr/>
          <a:lstStyle/>
          <a:p>
            <a:endParaRPr lang="uk-UA"/>
          </a:p>
        </p:txBody>
      </p:sp>
      <p:sp>
        <p:nvSpPr>
          <p:cNvPr id="754" name="shape754"/>
          <p:cNvSpPr/>
          <p:nvPr/>
        </p:nvSpPr>
        <p:spPr>
          <a:xfrm>
            <a:off x="5140757" y="3090672"/>
            <a:ext cx="83591" cy="202997"/>
          </a:xfrm>
          <a:prstGeom prst="rect">
            <a:avLst/>
          </a:prstGeom>
          <a:solidFill>
            <a:srgbClr val="0D8D56"/>
          </a:solidFill>
          <a:ln>
            <a:noFill/>
          </a:ln>
        </p:spPr>
        <p:txBody>
          <a:bodyPr/>
          <a:lstStyle/>
          <a:p>
            <a:endParaRPr lang="uk-UA"/>
          </a:p>
        </p:txBody>
      </p:sp>
      <p:sp>
        <p:nvSpPr>
          <p:cNvPr id="755" name="shape755"/>
          <p:cNvSpPr/>
          <p:nvPr/>
        </p:nvSpPr>
        <p:spPr>
          <a:xfrm>
            <a:off x="5222519" y="3090672"/>
            <a:ext cx="83591" cy="202997"/>
          </a:xfrm>
          <a:prstGeom prst="rect">
            <a:avLst/>
          </a:prstGeom>
          <a:solidFill>
            <a:srgbClr val="0D8D56"/>
          </a:solidFill>
          <a:ln>
            <a:noFill/>
          </a:ln>
        </p:spPr>
        <p:txBody>
          <a:bodyPr/>
          <a:lstStyle/>
          <a:p>
            <a:endParaRPr lang="uk-UA"/>
          </a:p>
        </p:txBody>
      </p:sp>
      <p:sp>
        <p:nvSpPr>
          <p:cNvPr id="756" name="shape756"/>
          <p:cNvSpPr/>
          <p:nvPr/>
        </p:nvSpPr>
        <p:spPr>
          <a:xfrm>
            <a:off x="5304282" y="3090672"/>
            <a:ext cx="83591" cy="202997"/>
          </a:xfrm>
          <a:prstGeom prst="rect">
            <a:avLst/>
          </a:prstGeom>
          <a:solidFill>
            <a:srgbClr val="0D8D56"/>
          </a:solidFill>
          <a:ln>
            <a:noFill/>
          </a:ln>
        </p:spPr>
        <p:txBody>
          <a:bodyPr/>
          <a:lstStyle/>
          <a:p>
            <a:endParaRPr lang="uk-UA"/>
          </a:p>
        </p:txBody>
      </p:sp>
      <p:sp>
        <p:nvSpPr>
          <p:cNvPr id="757" name="shape757"/>
          <p:cNvSpPr/>
          <p:nvPr/>
        </p:nvSpPr>
        <p:spPr>
          <a:xfrm>
            <a:off x="5386045" y="3090672"/>
            <a:ext cx="83591" cy="202997"/>
          </a:xfrm>
          <a:prstGeom prst="rect">
            <a:avLst/>
          </a:prstGeom>
          <a:solidFill>
            <a:srgbClr val="0D8D56"/>
          </a:solidFill>
          <a:ln>
            <a:noFill/>
          </a:ln>
        </p:spPr>
        <p:txBody>
          <a:bodyPr/>
          <a:lstStyle/>
          <a:p>
            <a:endParaRPr lang="uk-UA"/>
          </a:p>
        </p:txBody>
      </p:sp>
      <p:sp>
        <p:nvSpPr>
          <p:cNvPr id="758" name="shape758"/>
          <p:cNvSpPr/>
          <p:nvPr/>
        </p:nvSpPr>
        <p:spPr>
          <a:xfrm>
            <a:off x="5467807" y="3090672"/>
            <a:ext cx="83591" cy="202997"/>
          </a:xfrm>
          <a:prstGeom prst="rect">
            <a:avLst/>
          </a:prstGeom>
          <a:solidFill>
            <a:srgbClr val="0D8D56"/>
          </a:solidFill>
          <a:ln>
            <a:noFill/>
          </a:ln>
        </p:spPr>
        <p:txBody>
          <a:bodyPr/>
          <a:lstStyle/>
          <a:p>
            <a:endParaRPr lang="uk-UA"/>
          </a:p>
        </p:txBody>
      </p:sp>
      <p:sp>
        <p:nvSpPr>
          <p:cNvPr id="759" name="shape759"/>
          <p:cNvSpPr/>
          <p:nvPr/>
        </p:nvSpPr>
        <p:spPr>
          <a:xfrm>
            <a:off x="5549570" y="3090672"/>
            <a:ext cx="83591" cy="202997"/>
          </a:xfrm>
          <a:prstGeom prst="rect">
            <a:avLst/>
          </a:prstGeom>
          <a:solidFill>
            <a:srgbClr val="0D8D56"/>
          </a:solidFill>
          <a:ln>
            <a:noFill/>
          </a:ln>
        </p:spPr>
        <p:txBody>
          <a:bodyPr/>
          <a:lstStyle/>
          <a:p>
            <a:endParaRPr lang="uk-UA"/>
          </a:p>
        </p:txBody>
      </p:sp>
      <p:sp>
        <p:nvSpPr>
          <p:cNvPr id="760" name="shape760"/>
          <p:cNvSpPr/>
          <p:nvPr/>
        </p:nvSpPr>
        <p:spPr>
          <a:xfrm>
            <a:off x="5631332" y="3090672"/>
            <a:ext cx="83591" cy="202997"/>
          </a:xfrm>
          <a:prstGeom prst="rect">
            <a:avLst/>
          </a:prstGeom>
          <a:solidFill>
            <a:srgbClr val="0D8D56"/>
          </a:solidFill>
          <a:ln>
            <a:noFill/>
          </a:ln>
        </p:spPr>
        <p:txBody>
          <a:bodyPr/>
          <a:lstStyle/>
          <a:p>
            <a:endParaRPr lang="uk-UA"/>
          </a:p>
        </p:txBody>
      </p:sp>
      <p:sp>
        <p:nvSpPr>
          <p:cNvPr id="761" name="shape761"/>
          <p:cNvSpPr/>
          <p:nvPr/>
        </p:nvSpPr>
        <p:spPr>
          <a:xfrm>
            <a:off x="5713095" y="3090672"/>
            <a:ext cx="83591" cy="202997"/>
          </a:xfrm>
          <a:prstGeom prst="rect">
            <a:avLst/>
          </a:prstGeom>
          <a:solidFill>
            <a:srgbClr val="0D8D56"/>
          </a:solidFill>
          <a:ln>
            <a:noFill/>
          </a:ln>
        </p:spPr>
        <p:txBody>
          <a:bodyPr/>
          <a:lstStyle/>
          <a:p>
            <a:endParaRPr lang="uk-UA"/>
          </a:p>
        </p:txBody>
      </p:sp>
      <p:sp>
        <p:nvSpPr>
          <p:cNvPr id="762" name="shape762"/>
          <p:cNvSpPr/>
          <p:nvPr/>
        </p:nvSpPr>
        <p:spPr>
          <a:xfrm>
            <a:off x="5794858" y="3090672"/>
            <a:ext cx="83591" cy="202997"/>
          </a:xfrm>
          <a:prstGeom prst="rect">
            <a:avLst/>
          </a:prstGeom>
          <a:solidFill>
            <a:srgbClr val="0D8D56"/>
          </a:solidFill>
          <a:ln>
            <a:noFill/>
          </a:ln>
        </p:spPr>
        <p:txBody>
          <a:bodyPr/>
          <a:lstStyle/>
          <a:p>
            <a:endParaRPr lang="uk-UA"/>
          </a:p>
        </p:txBody>
      </p:sp>
      <p:sp>
        <p:nvSpPr>
          <p:cNvPr id="763" name="shape763"/>
          <p:cNvSpPr/>
          <p:nvPr/>
        </p:nvSpPr>
        <p:spPr>
          <a:xfrm>
            <a:off x="5876620" y="3090672"/>
            <a:ext cx="83591" cy="202997"/>
          </a:xfrm>
          <a:prstGeom prst="rect">
            <a:avLst/>
          </a:prstGeom>
          <a:solidFill>
            <a:srgbClr val="0D8D56"/>
          </a:solidFill>
          <a:ln>
            <a:noFill/>
          </a:ln>
        </p:spPr>
        <p:txBody>
          <a:bodyPr/>
          <a:lstStyle/>
          <a:p>
            <a:endParaRPr lang="uk-UA"/>
          </a:p>
        </p:txBody>
      </p:sp>
      <p:sp>
        <p:nvSpPr>
          <p:cNvPr id="764" name="shape764"/>
          <p:cNvSpPr/>
          <p:nvPr/>
        </p:nvSpPr>
        <p:spPr>
          <a:xfrm>
            <a:off x="5958383" y="3090672"/>
            <a:ext cx="83591" cy="202997"/>
          </a:xfrm>
          <a:prstGeom prst="rect">
            <a:avLst/>
          </a:prstGeom>
          <a:solidFill>
            <a:srgbClr val="0D8D56"/>
          </a:solidFill>
          <a:ln>
            <a:noFill/>
          </a:ln>
        </p:spPr>
        <p:txBody>
          <a:bodyPr/>
          <a:lstStyle/>
          <a:p>
            <a:endParaRPr lang="uk-UA"/>
          </a:p>
        </p:txBody>
      </p:sp>
      <p:sp>
        <p:nvSpPr>
          <p:cNvPr id="765" name="shape765"/>
          <p:cNvSpPr/>
          <p:nvPr/>
        </p:nvSpPr>
        <p:spPr>
          <a:xfrm>
            <a:off x="6040145" y="3090672"/>
            <a:ext cx="83591" cy="202997"/>
          </a:xfrm>
          <a:prstGeom prst="rect">
            <a:avLst/>
          </a:prstGeom>
          <a:solidFill>
            <a:srgbClr val="0D8D56"/>
          </a:solidFill>
          <a:ln>
            <a:noFill/>
          </a:ln>
        </p:spPr>
        <p:txBody>
          <a:bodyPr/>
          <a:lstStyle/>
          <a:p>
            <a:endParaRPr lang="uk-UA"/>
          </a:p>
        </p:txBody>
      </p:sp>
      <p:sp>
        <p:nvSpPr>
          <p:cNvPr id="766" name="shape766"/>
          <p:cNvSpPr/>
          <p:nvPr/>
        </p:nvSpPr>
        <p:spPr>
          <a:xfrm>
            <a:off x="6121908" y="3090672"/>
            <a:ext cx="83591" cy="202997"/>
          </a:xfrm>
          <a:prstGeom prst="rect">
            <a:avLst/>
          </a:prstGeom>
          <a:solidFill>
            <a:srgbClr val="0D8D56"/>
          </a:solidFill>
          <a:ln>
            <a:noFill/>
          </a:ln>
        </p:spPr>
        <p:txBody>
          <a:bodyPr/>
          <a:lstStyle/>
          <a:p>
            <a:endParaRPr lang="uk-UA"/>
          </a:p>
        </p:txBody>
      </p:sp>
      <p:sp>
        <p:nvSpPr>
          <p:cNvPr id="767" name="shape767"/>
          <p:cNvSpPr/>
          <p:nvPr/>
        </p:nvSpPr>
        <p:spPr>
          <a:xfrm>
            <a:off x="6203671" y="3090672"/>
            <a:ext cx="83591" cy="202997"/>
          </a:xfrm>
          <a:prstGeom prst="rect">
            <a:avLst/>
          </a:prstGeom>
          <a:solidFill>
            <a:srgbClr val="0D8D56"/>
          </a:solidFill>
          <a:ln>
            <a:noFill/>
          </a:ln>
        </p:spPr>
        <p:txBody>
          <a:bodyPr/>
          <a:lstStyle/>
          <a:p>
            <a:endParaRPr lang="uk-UA"/>
          </a:p>
        </p:txBody>
      </p:sp>
      <p:sp>
        <p:nvSpPr>
          <p:cNvPr id="768" name="shape768"/>
          <p:cNvSpPr/>
          <p:nvPr/>
        </p:nvSpPr>
        <p:spPr>
          <a:xfrm>
            <a:off x="6285433" y="3090672"/>
            <a:ext cx="83591" cy="202997"/>
          </a:xfrm>
          <a:prstGeom prst="rect">
            <a:avLst/>
          </a:prstGeom>
          <a:solidFill>
            <a:srgbClr val="0D8D56"/>
          </a:solidFill>
          <a:ln>
            <a:noFill/>
          </a:ln>
        </p:spPr>
        <p:txBody>
          <a:bodyPr/>
          <a:lstStyle/>
          <a:p>
            <a:endParaRPr lang="uk-UA"/>
          </a:p>
        </p:txBody>
      </p:sp>
      <p:sp>
        <p:nvSpPr>
          <p:cNvPr id="769" name="shape769"/>
          <p:cNvSpPr/>
          <p:nvPr/>
        </p:nvSpPr>
        <p:spPr>
          <a:xfrm>
            <a:off x="6367196" y="3090672"/>
            <a:ext cx="83591" cy="202997"/>
          </a:xfrm>
          <a:prstGeom prst="rect">
            <a:avLst/>
          </a:prstGeom>
          <a:solidFill>
            <a:srgbClr val="0D8D56"/>
          </a:solidFill>
          <a:ln>
            <a:noFill/>
          </a:ln>
        </p:spPr>
        <p:txBody>
          <a:bodyPr/>
          <a:lstStyle/>
          <a:p>
            <a:endParaRPr lang="uk-UA"/>
          </a:p>
        </p:txBody>
      </p:sp>
      <p:sp>
        <p:nvSpPr>
          <p:cNvPr id="770" name="shape770"/>
          <p:cNvSpPr/>
          <p:nvPr/>
        </p:nvSpPr>
        <p:spPr>
          <a:xfrm>
            <a:off x="6448958" y="3090672"/>
            <a:ext cx="83591" cy="202997"/>
          </a:xfrm>
          <a:prstGeom prst="rect">
            <a:avLst/>
          </a:prstGeom>
          <a:solidFill>
            <a:srgbClr val="0D8D56"/>
          </a:solidFill>
          <a:ln>
            <a:noFill/>
          </a:ln>
        </p:spPr>
        <p:txBody>
          <a:bodyPr/>
          <a:lstStyle/>
          <a:p>
            <a:endParaRPr lang="uk-UA"/>
          </a:p>
        </p:txBody>
      </p:sp>
      <p:sp>
        <p:nvSpPr>
          <p:cNvPr id="771" name="shape771"/>
          <p:cNvSpPr/>
          <p:nvPr/>
        </p:nvSpPr>
        <p:spPr>
          <a:xfrm>
            <a:off x="6530721" y="3090672"/>
            <a:ext cx="83591" cy="202997"/>
          </a:xfrm>
          <a:prstGeom prst="rect">
            <a:avLst/>
          </a:prstGeom>
          <a:solidFill>
            <a:srgbClr val="0D8D56"/>
          </a:solidFill>
          <a:ln>
            <a:noFill/>
          </a:ln>
        </p:spPr>
        <p:txBody>
          <a:bodyPr/>
          <a:lstStyle/>
          <a:p>
            <a:endParaRPr lang="uk-UA"/>
          </a:p>
        </p:txBody>
      </p:sp>
      <p:sp>
        <p:nvSpPr>
          <p:cNvPr id="772" name="shape772"/>
          <p:cNvSpPr/>
          <p:nvPr/>
        </p:nvSpPr>
        <p:spPr>
          <a:xfrm>
            <a:off x="6612484" y="3090672"/>
            <a:ext cx="83591" cy="202997"/>
          </a:xfrm>
          <a:prstGeom prst="rect">
            <a:avLst/>
          </a:prstGeom>
          <a:solidFill>
            <a:srgbClr val="0D8D56"/>
          </a:solidFill>
          <a:ln>
            <a:noFill/>
          </a:ln>
        </p:spPr>
        <p:txBody>
          <a:bodyPr/>
          <a:lstStyle/>
          <a:p>
            <a:endParaRPr lang="uk-UA"/>
          </a:p>
        </p:txBody>
      </p:sp>
      <p:sp>
        <p:nvSpPr>
          <p:cNvPr id="773" name="shape773"/>
          <p:cNvSpPr/>
          <p:nvPr/>
        </p:nvSpPr>
        <p:spPr>
          <a:xfrm>
            <a:off x="6694246" y="3090672"/>
            <a:ext cx="83591" cy="202997"/>
          </a:xfrm>
          <a:prstGeom prst="rect">
            <a:avLst/>
          </a:prstGeom>
          <a:solidFill>
            <a:srgbClr val="0D8D56"/>
          </a:solidFill>
          <a:ln>
            <a:noFill/>
          </a:ln>
        </p:spPr>
        <p:txBody>
          <a:bodyPr/>
          <a:lstStyle/>
          <a:p>
            <a:endParaRPr lang="uk-UA"/>
          </a:p>
        </p:txBody>
      </p:sp>
      <p:sp>
        <p:nvSpPr>
          <p:cNvPr id="774" name="shape774"/>
          <p:cNvSpPr/>
          <p:nvPr/>
        </p:nvSpPr>
        <p:spPr>
          <a:xfrm>
            <a:off x="6776009" y="3090672"/>
            <a:ext cx="83591" cy="202997"/>
          </a:xfrm>
          <a:prstGeom prst="rect">
            <a:avLst/>
          </a:prstGeom>
          <a:solidFill>
            <a:srgbClr val="0D8D56"/>
          </a:solidFill>
          <a:ln>
            <a:noFill/>
          </a:ln>
        </p:spPr>
        <p:txBody>
          <a:bodyPr/>
          <a:lstStyle/>
          <a:p>
            <a:endParaRPr lang="uk-UA"/>
          </a:p>
        </p:txBody>
      </p:sp>
      <p:sp>
        <p:nvSpPr>
          <p:cNvPr id="775" name="shape775"/>
          <p:cNvSpPr/>
          <p:nvPr/>
        </p:nvSpPr>
        <p:spPr>
          <a:xfrm>
            <a:off x="6857771" y="3090672"/>
            <a:ext cx="83591" cy="202997"/>
          </a:xfrm>
          <a:prstGeom prst="rect">
            <a:avLst/>
          </a:prstGeom>
          <a:solidFill>
            <a:srgbClr val="0D8D56"/>
          </a:solidFill>
          <a:ln>
            <a:noFill/>
          </a:ln>
        </p:spPr>
        <p:txBody>
          <a:bodyPr/>
          <a:lstStyle/>
          <a:p>
            <a:endParaRPr lang="uk-UA"/>
          </a:p>
        </p:txBody>
      </p:sp>
      <p:sp>
        <p:nvSpPr>
          <p:cNvPr id="776" name="shape776"/>
          <p:cNvSpPr/>
          <p:nvPr/>
        </p:nvSpPr>
        <p:spPr>
          <a:xfrm>
            <a:off x="6939534" y="3090672"/>
            <a:ext cx="83591" cy="202997"/>
          </a:xfrm>
          <a:prstGeom prst="rect">
            <a:avLst/>
          </a:prstGeom>
          <a:solidFill>
            <a:srgbClr val="0D8D56"/>
          </a:solidFill>
          <a:ln>
            <a:noFill/>
          </a:ln>
        </p:spPr>
        <p:txBody>
          <a:bodyPr/>
          <a:lstStyle/>
          <a:p>
            <a:endParaRPr lang="uk-UA"/>
          </a:p>
        </p:txBody>
      </p:sp>
      <p:sp>
        <p:nvSpPr>
          <p:cNvPr id="777" name="shape777"/>
          <p:cNvSpPr/>
          <p:nvPr/>
        </p:nvSpPr>
        <p:spPr>
          <a:xfrm>
            <a:off x="7021297" y="3090672"/>
            <a:ext cx="83591" cy="202997"/>
          </a:xfrm>
          <a:prstGeom prst="rect">
            <a:avLst/>
          </a:prstGeom>
          <a:solidFill>
            <a:srgbClr val="0D8D56"/>
          </a:solidFill>
          <a:ln>
            <a:noFill/>
          </a:ln>
        </p:spPr>
        <p:txBody>
          <a:bodyPr/>
          <a:lstStyle/>
          <a:p>
            <a:endParaRPr lang="uk-UA"/>
          </a:p>
        </p:txBody>
      </p:sp>
      <p:sp>
        <p:nvSpPr>
          <p:cNvPr id="778" name="shape778"/>
          <p:cNvSpPr/>
          <p:nvPr/>
        </p:nvSpPr>
        <p:spPr>
          <a:xfrm>
            <a:off x="7103059" y="3090672"/>
            <a:ext cx="83591" cy="202997"/>
          </a:xfrm>
          <a:prstGeom prst="rect">
            <a:avLst/>
          </a:prstGeom>
          <a:solidFill>
            <a:srgbClr val="0D8D56"/>
          </a:solidFill>
          <a:ln>
            <a:noFill/>
          </a:ln>
        </p:spPr>
        <p:txBody>
          <a:bodyPr/>
          <a:lstStyle/>
          <a:p>
            <a:endParaRPr lang="uk-UA"/>
          </a:p>
        </p:txBody>
      </p:sp>
      <p:sp>
        <p:nvSpPr>
          <p:cNvPr id="779" name="shape779"/>
          <p:cNvSpPr/>
          <p:nvPr/>
        </p:nvSpPr>
        <p:spPr>
          <a:xfrm>
            <a:off x="7184822" y="3090672"/>
            <a:ext cx="83591" cy="202997"/>
          </a:xfrm>
          <a:prstGeom prst="rect">
            <a:avLst/>
          </a:prstGeom>
          <a:solidFill>
            <a:srgbClr val="0D8D56"/>
          </a:solidFill>
          <a:ln>
            <a:noFill/>
          </a:ln>
        </p:spPr>
        <p:txBody>
          <a:bodyPr/>
          <a:lstStyle/>
          <a:p>
            <a:endParaRPr lang="uk-UA"/>
          </a:p>
        </p:txBody>
      </p:sp>
      <p:sp>
        <p:nvSpPr>
          <p:cNvPr id="780" name="shape780"/>
          <p:cNvSpPr/>
          <p:nvPr/>
        </p:nvSpPr>
        <p:spPr>
          <a:xfrm>
            <a:off x="7266584" y="3090672"/>
            <a:ext cx="83591" cy="202997"/>
          </a:xfrm>
          <a:prstGeom prst="rect">
            <a:avLst/>
          </a:prstGeom>
          <a:solidFill>
            <a:srgbClr val="0D8D56"/>
          </a:solidFill>
          <a:ln>
            <a:noFill/>
          </a:ln>
        </p:spPr>
        <p:txBody>
          <a:bodyPr/>
          <a:lstStyle/>
          <a:p>
            <a:endParaRPr lang="uk-UA"/>
          </a:p>
        </p:txBody>
      </p:sp>
      <p:sp>
        <p:nvSpPr>
          <p:cNvPr id="781" name="shape781"/>
          <p:cNvSpPr/>
          <p:nvPr/>
        </p:nvSpPr>
        <p:spPr>
          <a:xfrm>
            <a:off x="7348347" y="3090672"/>
            <a:ext cx="83591" cy="202997"/>
          </a:xfrm>
          <a:prstGeom prst="rect">
            <a:avLst/>
          </a:prstGeom>
          <a:solidFill>
            <a:srgbClr val="0D8D56"/>
          </a:solidFill>
          <a:ln>
            <a:noFill/>
          </a:ln>
        </p:spPr>
        <p:txBody>
          <a:bodyPr/>
          <a:lstStyle/>
          <a:p>
            <a:endParaRPr lang="uk-UA"/>
          </a:p>
        </p:txBody>
      </p:sp>
      <p:sp>
        <p:nvSpPr>
          <p:cNvPr id="782" name="shape782"/>
          <p:cNvSpPr/>
          <p:nvPr/>
        </p:nvSpPr>
        <p:spPr>
          <a:xfrm>
            <a:off x="7430110" y="3090672"/>
            <a:ext cx="83591" cy="202997"/>
          </a:xfrm>
          <a:prstGeom prst="rect">
            <a:avLst/>
          </a:prstGeom>
          <a:solidFill>
            <a:srgbClr val="0D8D56"/>
          </a:solidFill>
          <a:ln>
            <a:noFill/>
          </a:ln>
        </p:spPr>
        <p:txBody>
          <a:bodyPr/>
          <a:lstStyle/>
          <a:p>
            <a:endParaRPr lang="uk-UA"/>
          </a:p>
        </p:txBody>
      </p:sp>
      <p:sp>
        <p:nvSpPr>
          <p:cNvPr id="783" name="shape783"/>
          <p:cNvSpPr/>
          <p:nvPr/>
        </p:nvSpPr>
        <p:spPr>
          <a:xfrm>
            <a:off x="7511872" y="3090672"/>
            <a:ext cx="83591" cy="202997"/>
          </a:xfrm>
          <a:prstGeom prst="rect">
            <a:avLst/>
          </a:prstGeom>
          <a:solidFill>
            <a:srgbClr val="0D8D56"/>
          </a:solidFill>
          <a:ln>
            <a:noFill/>
          </a:ln>
        </p:spPr>
        <p:txBody>
          <a:bodyPr/>
          <a:lstStyle/>
          <a:p>
            <a:endParaRPr lang="uk-UA"/>
          </a:p>
        </p:txBody>
      </p:sp>
      <p:sp>
        <p:nvSpPr>
          <p:cNvPr id="784" name="shape784"/>
          <p:cNvSpPr/>
          <p:nvPr/>
        </p:nvSpPr>
        <p:spPr>
          <a:xfrm>
            <a:off x="7593635" y="3090672"/>
            <a:ext cx="83591" cy="202997"/>
          </a:xfrm>
          <a:prstGeom prst="rect">
            <a:avLst/>
          </a:prstGeom>
          <a:solidFill>
            <a:srgbClr val="0D8D56"/>
          </a:solidFill>
          <a:ln>
            <a:noFill/>
          </a:ln>
        </p:spPr>
        <p:txBody>
          <a:bodyPr/>
          <a:lstStyle/>
          <a:p>
            <a:endParaRPr lang="uk-UA"/>
          </a:p>
        </p:txBody>
      </p:sp>
      <p:sp>
        <p:nvSpPr>
          <p:cNvPr id="785" name="shape785"/>
          <p:cNvSpPr/>
          <p:nvPr/>
        </p:nvSpPr>
        <p:spPr>
          <a:xfrm>
            <a:off x="7675397" y="3090672"/>
            <a:ext cx="83591" cy="202997"/>
          </a:xfrm>
          <a:prstGeom prst="rect">
            <a:avLst/>
          </a:prstGeom>
          <a:solidFill>
            <a:srgbClr val="0D8D56"/>
          </a:solidFill>
          <a:ln>
            <a:noFill/>
          </a:ln>
        </p:spPr>
        <p:txBody>
          <a:bodyPr/>
          <a:lstStyle/>
          <a:p>
            <a:endParaRPr lang="uk-UA"/>
          </a:p>
        </p:txBody>
      </p:sp>
      <p:sp>
        <p:nvSpPr>
          <p:cNvPr id="786" name="shape786"/>
          <p:cNvSpPr/>
          <p:nvPr/>
        </p:nvSpPr>
        <p:spPr>
          <a:xfrm>
            <a:off x="7757160" y="3090672"/>
            <a:ext cx="83591" cy="202997"/>
          </a:xfrm>
          <a:prstGeom prst="rect">
            <a:avLst/>
          </a:prstGeom>
          <a:solidFill>
            <a:srgbClr val="0D8D56"/>
          </a:solidFill>
          <a:ln>
            <a:noFill/>
          </a:ln>
        </p:spPr>
        <p:txBody>
          <a:bodyPr/>
          <a:lstStyle/>
          <a:p>
            <a:endParaRPr lang="uk-UA"/>
          </a:p>
        </p:txBody>
      </p:sp>
      <p:sp>
        <p:nvSpPr>
          <p:cNvPr id="787" name="shape787"/>
          <p:cNvSpPr/>
          <p:nvPr/>
        </p:nvSpPr>
        <p:spPr>
          <a:xfrm>
            <a:off x="7838923" y="3090672"/>
            <a:ext cx="83591" cy="202997"/>
          </a:xfrm>
          <a:prstGeom prst="rect">
            <a:avLst/>
          </a:prstGeom>
          <a:solidFill>
            <a:srgbClr val="0D8D56"/>
          </a:solidFill>
          <a:ln>
            <a:noFill/>
          </a:ln>
        </p:spPr>
        <p:txBody>
          <a:bodyPr/>
          <a:lstStyle/>
          <a:p>
            <a:endParaRPr lang="uk-UA"/>
          </a:p>
        </p:txBody>
      </p:sp>
      <p:sp>
        <p:nvSpPr>
          <p:cNvPr id="788" name="shape788"/>
          <p:cNvSpPr/>
          <p:nvPr/>
        </p:nvSpPr>
        <p:spPr>
          <a:xfrm>
            <a:off x="7920685" y="3090672"/>
            <a:ext cx="83591" cy="202997"/>
          </a:xfrm>
          <a:prstGeom prst="rect">
            <a:avLst/>
          </a:prstGeom>
          <a:solidFill>
            <a:srgbClr val="0D8D56"/>
          </a:solidFill>
          <a:ln>
            <a:noFill/>
          </a:ln>
        </p:spPr>
        <p:txBody>
          <a:bodyPr/>
          <a:lstStyle/>
          <a:p>
            <a:endParaRPr lang="uk-UA"/>
          </a:p>
        </p:txBody>
      </p:sp>
      <p:sp>
        <p:nvSpPr>
          <p:cNvPr id="789" name="shape789"/>
          <p:cNvSpPr/>
          <p:nvPr/>
        </p:nvSpPr>
        <p:spPr>
          <a:xfrm>
            <a:off x="8002448" y="3090672"/>
            <a:ext cx="83591" cy="202997"/>
          </a:xfrm>
          <a:prstGeom prst="rect">
            <a:avLst/>
          </a:prstGeom>
          <a:solidFill>
            <a:srgbClr val="0D8D56"/>
          </a:solidFill>
          <a:ln>
            <a:noFill/>
          </a:ln>
        </p:spPr>
        <p:txBody>
          <a:bodyPr/>
          <a:lstStyle/>
          <a:p>
            <a:endParaRPr lang="uk-UA"/>
          </a:p>
        </p:txBody>
      </p:sp>
      <p:sp>
        <p:nvSpPr>
          <p:cNvPr id="790" name="shape790"/>
          <p:cNvSpPr/>
          <p:nvPr/>
        </p:nvSpPr>
        <p:spPr>
          <a:xfrm>
            <a:off x="8084210" y="3090672"/>
            <a:ext cx="83591" cy="202997"/>
          </a:xfrm>
          <a:prstGeom prst="rect">
            <a:avLst/>
          </a:prstGeom>
          <a:solidFill>
            <a:srgbClr val="0D8D56"/>
          </a:solidFill>
          <a:ln>
            <a:noFill/>
          </a:ln>
        </p:spPr>
        <p:txBody>
          <a:bodyPr/>
          <a:lstStyle/>
          <a:p>
            <a:endParaRPr lang="uk-UA"/>
          </a:p>
        </p:txBody>
      </p:sp>
      <p:sp>
        <p:nvSpPr>
          <p:cNvPr id="791" name="shape791"/>
          <p:cNvSpPr/>
          <p:nvPr/>
        </p:nvSpPr>
        <p:spPr>
          <a:xfrm>
            <a:off x="8165973" y="3090672"/>
            <a:ext cx="83591" cy="202997"/>
          </a:xfrm>
          <a:prstGeom prst="rect">
            <a:avLst/>
          </a:prstGeom>
          <a:solidFill>
            <a:srgbClr val="0D8D56"/>
          </a:solidFill>
          <a:ln>
            <a:noFill/>
          </a:ln>
        </p:spPr>
        <p:txBody>
          <a:bodyPr/>
          <a:lstStyle/>
          <a:p>
            <a:endParaRPr lang="uk-UA"/>
          </a:p>
        </p:txBody>
      </p:sp>
      <p:sp>
        <p:nvSpPr>
          <p:cNvPr id="792" name="shape792"/>
          <p:cNvSpPr/>
          <p:nvPr/>
        </p:nvSpPr>
        <p:spPr>
          <a:xfrm>
            <a:off x="8247736" y="3090672"/>
            <a:ext cx="83591" cy="202997"/>
          </a:xfrm>
          <a:prstGeom prst="rect">
            <a:avLst/>
          </a:prstGeom>
          <a:solidFill>
            <a:srgbClr val="0D8D56"/>
          </a:solidFill>
          <a:ln>
            <a:noFill/>
          </a:ln>
        </p:spPr>
        <p:txBody>
          <a:bodyPr/>
          <a:lstStyle/>
          <a:p>
            <a:endParaRPr lang="uk-UA"/>
          </a:p>
        </p:txBody>
      </p:sp>
      <p:sp>
        <p:nvSpPr>
          <p:cNvPr id="793" name="shape793"/>
          <p:cNvSpPr/>
          <p:nvPr/>
        </p:nvSpPr>
        <p:spPr>
          <a:xfrm>
            <a:off x="8329498" y="3090672"/>
            <a:ext cx="83591" cy="202997"/>
          </a:xfrm>
          <a:prstGeom prst="rect">
            <a:avLst/>
          </a:prstGeom>
          <a:solidFill>
            <a:srgbClr val="0D8D56"/>
          </a:solidFill>
          <a:ln>
            <a:noFill/>
          </a:ln>
        </p:spPr>
        <p:txBody>
          <a:bodyPr/>
          <a:lstStyle/>
          <a:p>
            <a:endParaRPr lang="uk-UA"/>
          </a:p>
        </p:txBody>
      </p:sp>
      <p:sp>
        <p:nvSpPr>
          <p:cNvPr id="794" name="shape794"/>
          <p:cNvSpPr/>
          <p:nvPr/>
        </p:nvSpPr>
        <p:spPr>
          <a:xfrm>
            <a:off x="8411261" y="3090672"/>
            <a:ext cx="83591" cy="202997"/>
          </a:xfrm>
          <a:prstGeom prst="rect">
            <a:avLst/>
          </a:prstGeom>
          <a:solidFill>
            <a:srgbClr val="0D8D56"/>
          </a:solidFill>
          <a:ln>
            <a:noFill/>
          </a:ln>
        </p:spPr>
        <p:txBody>
          <a:bodyPr/>
          <a:lstStyle/>
          <a:p>
            <a:endParaRPr lang="uk-UA"/>
          </a:p>
        </p:txBody>
      </p:sp>
      <p:sp>
        <p:nvSpPr>
          <p:cNvPr id="795" name="shape795"/>
          <p:cNvSpPr/>
          <p:nvPr/>
        </p:nvSpPr>
        <p:spPr>
          <a:xfrm>
            <a:off x="8493023" y="3090672"/>
            <a:ext cx="83591" cy="202997"/>
          </a:xfrm>
          <a:prstGeom prst="rect">
            <a:avLst/>
          </a:prstGeom>
          <a:solidFill>
            <a:srgbClr val="0D8D56"/>
          </a:solidFill>
          <a:ln>
            <a:noFill/>
          </a:ln>
        </p:spPr>
        <p:txBody>
          <a:bodyPr/>
          <a:lstStyle/>
          <a:p>
            <a:endParaRPr lang="uk-UA"/>
          </a:p>
        </p:txBody>
      </p:sp>
      <p:sp>
        <p:nvSpPr>
          <p:cNvPr id="796" name="shape796"/>
          <p:cNvSpPr/>
          <p:nvPr/>
        </p:nvSpPr>
        <p:spPr>
          <a:xfrm>
            <a:off x="8574786" y="3090672"/>
            <a:ext cx="83591" cy="202997"/>
          </a:xfrm>
          <a:prstGeom prst="rect">
            <a:avLst/>
          </a:prstGeom>
          <a:solidFill>
            <a:srgbClr val="0D8D56"/>
          </a:solidFill>
          <a:ln>
            <a:noFill/>
          </a:ln>
        </p:spPr>
        <p:txBody>
          <a:bodyPr/>
          <a:lstStyle/>
          <a:p>
            <a:endParaRPr lang="uk-UA"/>
          </a:p>
        </p:txBody>
      </p:sp>
      <p:sp>
        <p:nvSpPr>
          <p:cNvPr id="797" name="shape797"/>
          <p:cNvSpPr/>
          <p:nvPr/>
        </p:nvSpPr>
        <p:spPr>
          <a:xfrm>
            <a:off x="8656549" y="3090672"/>
            <a:ext cx="83591" cy="202997"/>
          </a:xfrm>
          <a:prstGeom prst="rect">
            <a:avLst/>
          </a:prstGeom>
          <a:solidFill>
            <a:srgbClr val="0D8D56"/>
          </a:solidFill>
          <a:ln>
            <a:noFill/>
          </a:ln>
        </p:spPr>
        <p:txBody>
          <a:bodyPr/>
          <a:lstStyle/>
          <a:p>
            <a:endParaRPr lang="uk-UA"/>
          </a:p>
        </p:txBody>
      </p:sp>
      <p:sp>
        <p:nvSpPr>
          <p:cNvPr id="798" name="shape798"/>
          <p:cNvSpPr/>
          <p:nvPr/>
        </p:nvSpPr>
        <p:spPr>
          <a:xfrm>
            <a:off x="8738311" y="3090672"/>
            <a:ext cx="83591" cy="202997"/>
          </a:xfrm>
          <a:prstGeom prst="rect">
            <a:avLst/>
          </a:prstGeom>
          <a:solidFill>
            <a:srgbClr val="0D8D56"/>
          </a:solidFill>
          <a:ln>
            <a:noFill/>
          </a:ln>
        </p:spPr>
        <p:txBody>
          <a:bodyPr/>
          <a:lstStyle/>
          <a:p>
            <a:endParaRPr lang="uk-UA"/>
          </a:p>
        </p:txBody>
      </p:sp>
      <p:sp>
        <p:nvSpPr>
          <p:cNvPr id="799" name="shape799"/>
          <p:cNvSpPr/>
          <p:nvPr/>
        </p:nvSpPr>
        <p:spPr>
          <a:xfrm>
            <a:off x="8820074" y="3090672"/>
            <a:ext cx="83591" cy="202997"/>
          </a:xfrm>
          <a:prstGeom prst="rect">
            <a:avLst/>
          </a:prstGeom>
          <a:solidFill>
            <a:srgbClr val="0D8D56"/>
          </a:solidFill>
          <a:ln>
            <a:noFill/>
          </a:ln>
        </p:spPr>
        <p:txBody>
          <a:bodyPr/>
          <a:lstStyle/>
          <a:p>
            <a:endParaRPr lang="uk-UA"/>
          </a:p>
        </p:txBody>
      </p:sp>
      <p:sp>
        <p:nvSpPr>
          <p:cNvPr id="800" name="shape800"/>
          <p:cNvSpPr/>
          <p:nvPr/>
        </p:nvSpPr>
        <p:spPr>
          <a:xfrm>
            <a:off x="8901836" y="3090672"/>
            <a:ext cx="83591" cy="202997"/>
          </a:xfrm>
          <a:prstGeom prst="rect">
            <a:avLst/>
          </a:prstGeom>
          <a:solidFill>
            <a:srgbClr val="0D8D56"/>
          </a:solidFill>
          <a:ln>
            <a:noFill/>
          </a:ln>
        </p:spPr>
        <p:txBody>
          <a:bodyPr/>
          <a:lstStyle/>
          <a:p>
            <a:endParaRPr lang="uk-UA"/>
          </a:p>
        </p:txBody>
      </p:sp>
      <p:sp>
        <p:nvSpPr>
          <p:cNvPr id="801" name="shape801"/>
          <p:cNvSpPr/>
          <p:nvPr/>
        </p:nvSpPr>
        <p:spPr>
          <a:xfrm>
            <a:off x="8983599" y="3090672"/>
            <a:ext cx="83591" cy="202997"/>
          </a:xfrm>
          <a:prstGeom prst="rect">
            <a:avLst/>
          </a:prstGeom>
          <a:solidFill>
            <a:srgbClr val="0D8D56"/>
          </a:solidFill>
          <a:ln>
            <a:noFill/>
          </a:ln>
        </p:spPr>
        <p:txBody>
          <a:bodyPr/>
          <a:lstStyle/>
          <a:p>
            <a:endParaRPr lang="uk-UA"/>
          </a:p>
        </p:txBody>
      </p:sp>
      <p:sp>
        <p:nvSpPr>
          <p:cNvPr id="802" name="shape802"/>
          <p:cNvSpPr/>
          <p:nvPr/>
        </p:nvSpPr>
        <p:spPr>
          <a:xfrm>
            <a:off x="9065362" y="3090672"/>
            <a:ext cx="83591" cy="202997"/>
          </a:xfrm>
          <a:prstGeom prst="rect">
            <a:avLst/>
          </a:prstGeom>
          <a:solidFill>
            <a:srgbClr val="0D8D56"/>
          </a:solidFill>
          <a:ln>
            <a:noFill/>
          </a:ln>
        </p:spPr>
        <p:txBody>
          <a:bodyPr/>
          <a:lstStyle/>
          <a:p>
            <a:endParaRPr lang="uk-UA"/>
          </a:p>
        </p:txBody>
      </p:sp>
      <p:sp>
        <p:nvSpPr>
          <p:cNvPr id="803" name="shape803"/>
          <p:cNvSpPr/>
          <p:nvPr/>
        </p:nvSpPr>
        <p:spPr>
          <a:xfrm>
            <a:off x="9147124" y="3090672"/>
            <a:ext cx="83591" cy="202997"/>
          </a:xfrm>
          <a:prstGeom prst="rect">
            <a:avLst/>
          </a:prstGeom>
          <a:solidFill>
            <a:srgbClr val="0D8D56"/>
          </a:solidFill>
          <a:ln>
            <a:noFill/>
          </a:ln>
        </p:spPr>
        <p:txBody>
          <a:bodyPr/>
          <a:lstStyle/>
          <a:p>
            <a:endParaRPr lang="uk-UA"/>
          </a:p>
        </p:txBody>
      </p:sp>
      <p:sp>
        <p:nvSpPr>
          <p:cNvPr id="804" name="shape804"/>
          <p:cNvSpPr/>
          <p:nvPr/>
        </p:nvSpPr>
        <p:spPr>
          <a:xfrm>
            <a:off x="9228887" y="3090672"/>
            <a:ext cx="83591" cy="202997"/>
          </a:xfrm>
          <a:prstGeom prst="rect">
            <a:avLst/>
          </a:prstGeom>
          <a:solidFill>
            <a:srgbClr val="0D8D56"/>
          </a:solidFill>
          <a:ln>
            <a:noFill/>
          </a:ln>
        </p:spPr>
        <p:txBody>
          <a:bodyPr/>
          <a:lstStyle/>
          <a:p>
            <a:endParaRPr lang="uk-UA"/>
          </a:p>
        </p:txBody>
      </p:sp>
      <p:sp>
        <p:nvSpPr>
          <p:cNvPr id="805" name="shape805"/>
          <p:cNvSpPr/>
          <p:nvPr/>
        </p:nvSpPr>
        <p:spPr>
          <a:xfrm>
            <a:off x="9310649" y="3090672"/>
            <a:ext cx="83591" cy="202997"/>
          </a:xfrm>
          <a:prstGeom prst="rect">
            <a:avLst/>
          </a:prstGeom>
          <a:solidFill>
            <a:srgbClr val="0D8D56"/>
          </a:solidFill>
          <a:ln>
            <a:noFill/>
          </a:ln>
        </p:spPr>
        <p:txBody>
          <a:bodyPr/>
          <a:lstStyle/>
          <a:p>
            <a:endParaRPr lang="uk-UA"/>
          </a:p>
        </p:txBody>
      </p:sp>
      <p:sp>
        <p:nvSpPr>
          <p:cNvPr id="806" name="shape806"/>
          <p:cNvSpPr/>
          <p:nvPr/>
        </p:nvSpPr>
        <p:spPr>
          <a:xfrm>
            <a:off x="9392412" y="3090672"/>
            <a:ext cx="83591" cy="202997"/>
          </a:xfrm>
          <a:prstGeom prst="rect">
            <a:avLst/>
          </a:prstGeom>
          <a:solidFill>
            <a:srgbClr val="0D8D56"/>
          </a:solidFill>
          <a:ln>
            <a:noFill/>
          </a:ln>
        </p:spPr>
        <p:txBody>
          <a:bodyPr/>
          <a:lstStyle/>
          <a:p>
            <a:endParaRPr lang="uk-UA"/>
          </a:p>
        </p:txBody>
      </p:sp>
      <p:sp>
        <p:nvSpPr>
          <p:cNvPr id="807" name="shape807"/>
          <p:cNvSpPr/>
          <p:nvPr/>
        </p:nvSpPr>
        <p:spPr>
          <a:xfrm>
            <a:off x="9474175" y="3090672"/>
            <a:ext cx="83591" cy="202997"/>
          </a:xfrm>
          <a:prstGeom prst="rect">
            <a:avLst/>
          </a:prstGeom>
          <a:solidFill>
            <a:srgbClr val="0D8D56"/>
          </a:solidFill>
          <a:ln>
            <a:noFill/>
          </a:ln>
        </p:spPr>
        <p:txBody>
          <a:bodyPr/>
          <a:lstStyle/>
          <a:p>
            <a:endParaRPr lang="uk-UA"/>
          </a:p>
        </p:txBody>
      </p:sp>
      <p:sp>
        <p:nvSpPr>
          <p:cNvPr id="808" name="shape808"/>
          <p:cNvSpPr/>
          <p:nvPr/>
        </p:nvSpPr>
        <p:spPr>
          <a:xfrm>
            <a:off x="9555937" y="3090672"/>
            <a:ext cx="83591" cy="202997"/>
          </a:xfrm>
          <a:prstGeom prst="rect">
            <a:avLst/>
          </a:prstGeom>
          <a:solidFill>
            <a:srgbClr val="0D8D56"/>
          </a:solidFill>
          <a:ln>
            <a:noFill/>
          </a:ln>
        </p:spPr>
        <p:txBody>
          <a:bodyPr/>
          <a:lstStyle/>
          <a:p>
            <a:endParaRPr lang="uk-UA"/>
          </a:p>
        </p:txBody>
      </p:sp>
      <p:sp>
        <p:nvSpPr>
          <p:cNvPr id="809" name="shape809"/>
          <p:cNvSpPr/>
          <p:nvPr/>
        </p:nvSpPr>
        <p:spPr>
          <a:xfrm>
            <a:off x="9637700" y="3090672"/>
            <a:ext cx="83591" cy="202997"/>
          </a:xfrm>
          <a:prstGeom prst="rect">
            <a:avLst/>
          </a:prstGeom>
          <a:solidFill>
            <a:srgbClr val="0D8D56"/>
          </a:solidFill>
          <a:ln>
            <a:noFill/>
          </a:ln>
        </p:spPr>
        <p:txBody>
          <a:bodyPr/>
          <a:lstStyle/>
          <a:p>
            <a:endParaRPr lang="uk-UA"/>
          </a:p>
        </p:txBody>
      </p:sp>
      <p:sp>
        <p:nvSpPr>
          <p:cNvPr id="810" name="shape810"/>
          <p:cNvSpPr/>
          <p:nvPr/>
        </p:nvSpPr>
        <p:spPr>
          <a:xfrm>
            <a:off x="9719462" y="3090672"/>
            <a:ext cx="83591" cy="202997"/>
          </a:xfrm>
          <a:prstGeom prst="rect">
            <a:avLst/>
          </a:prstGeom>
          <a:solidFill>
            <a:srgbClr val="0D8D56"/>
          </a:solidFill>
          <a:ln>
            <a:noFill/>
          </a:ln>
        </p:spPr>
        <p:txBody>
          <a:bodyPr/>
          <a:lstStyle/>
          <a:p>
            <a:endParaRPr lang="uk-UA"/>
          </a:p>
        </p:txBody>
      </p:sp>
      <p:sp>
        <p:nvSpPr>
          <p:cNvPr id="811" name="shape811"/>
          <p:cNvSpPr/>
          <p:nvPr/>
        </p:nvSpPr>
        <p:spPr>
          <a:xfrm>
            <a:off x="9801225" y="3090672"/>
            <a:ext cx="83591" cy="202997"/>
          </a:xfrm>
          <a:prstGeom prst="rect">
            <a:avLst/>
          </a:prstGeom>
          <a:solidFill>
            <a:srgbClr val="0D8D56"/>
          </a:solidFill>
          <a:ln>
            <a:noFill/>
          </a:ln>
        </p:spPr>
        <p:txBody>
          <a:bodyPr/>
          <a:lstStyle/>
          <a:p>
            <a:endParaRPr lang="uk-UA"/>
          </a:p>
        </p:txBody>
      </p:sp>
      <p:sp>
        <p:nvSpPr>
          <p:cNvPr id="812" name="shape812"/>
          <p:cNvSpPr/>
          <p:nvPr/>
        </p:nvSpPr>
        <p:spPr>
          <a:xfrm>
            <a:off x="9882988" y="3090672"/>
            <a:ext cx="83591" cy="202997"/>
          </a:xfrm>
          <a:prstGeom prst="rect">
            <a:avLst/>
          </a:prstGeom>
          <a:solidFill>
            <a:srgbClr val="0D8D56"/>
          </a:solidFill>
          <a:ln>
            <a:noFill/>
          </a:ln>
        </p:spPr>
        <p:txBody>
          <a:bodyPr/>
          <a:lstStyle/>
          <a:p>
            <a:endParaRPr lang="uk-UA"/>
          </a:p>
        </p:txBody>
      </p:sp>
      <p:sp>
        <p:nvSpPr>
          <p:cNvPr id="813" name="shape813"/>
          <p:cNvSpPr/>
          <p:nvPr/>
        </p:nvSpPr>
        <p:spPr>
          <a:xfrm>
            <a:off x="9964750" y="3090672"/>
            <a:ext cx="83591" cy="202997"/>
          </a:xfrm>
          <a:prstGeom prst="rect">
            <a:avLst/>
          </a:prstGeom>
          <a:solidFill>
            <a:srgbClr val="0D8D56"/>
          </a:solidFill>
          <a:ln>
            <a:noFill/>
          </a:ln>
        </p:spPr>
        <p:txBody>
          <a:bodyPr/>
          <a:lstStyle/>
          <a:p>
            <a:endParaRPr lang="uk-UA"/>
          </a:p>
        </p:txBody>
      </p:sp>
      <p:sp>
        <p:nvSpPr>
          <p:cNvPr id="814" name="shape814"/>
          <p:cNvSpPr/>
          <p:nvPr/>
        </p:nvSpPr>
        <p:spPr>
          <a:xfrm>
            <a:off x="10046513" y="3090672"/>
            <a:ext cx="83591" cy="202997"/>
          </a:xfrm>
          <a:prstGeom prst="rect">
            <a:avLst/>
          </a:prstGeom>
          <a:solidFill>
            <a:srgbClr val="0D8D56"/>
          </a:solidFill>
          <a:ln>
            <a:noFill/>
          </a:ln>
        </p:spPr>
        <p:txBody>
          <a:bodyPr/>
          <a:lstStyle/>
          <a:p>
            <a:endParaRPr lang="uk-UA"/>
          </a:p>
        </p:txBody>
      </p:sp>
      <p:sp>
        <p:nvSpPr>
          <p:cNvPr id="815" name="shape815"/>
          <p:cNvSpPr/>
          <p:nvPr/>
        </p:nvSpPr>
        <p:spPr>
          <a:xfrm>
            <a:off x="10128275" y="3090672"/>
            <a:ext cx="83591" cy="202997"/>
          </a:xfrm>
          <a:prstGeom prst="rect">
            <a:avLst/>
          </a:prstGeom>
          <a:solidFill>
            <a:srgbClr val="0D8D56"/>
          </a:solidFill>
          <a:ln>
            <a:noFill/>
          </a:ln>
        </p:spPr>
        <p:txBody>
          <a:bodyPr/>
          <a:lstStyle/>
          <a:p>
            <a:endParaRPr lang="uk-UA"/>
          </a:p>
        </p:txBody>
      </p:sp>
      <p:sp>
        <p:nvSpPr>
          <p:cNvPr id="816" name="shape816"/>
          <p:cNvSpPr/>
          <p:nvPr/>
        </p:nvSpPr>
        <p:spPr>
          <a:xfrm>
            <a:off x="10210038" y="3090672"/>
            <a:ext cx="83591" cy="202997"/>
          </a:xfrm>
          <a:prstGeom prst="rect">
            <a:avLst/>
          </a:prstGeom>
          <a:solidFill>
            <a:srgbClr val="0D8D56"/>
          </a:solidFill>
          <a:ln>
            <a:noFill/>
          </a:ln>
        </p:spPr>
        <p:txBody>
          <a:bodyPr/>
          <a:lstStyle/>
          <a:p>
            <a:endParaRPr lang="uk-UA"/>
          </a:p>
        </p:txBody>
      </p:sp>
      <p:sp>
        <p:nvSpPr>
          <p:cNvPr id="817" name="shape817"/>
          <p:cNvSpPr/>
          <p:nvPr/>
        </p:nvSpPr>
        <p:spPr>
          <a:xfrm>
            <a:off x="10291801" y="3090672"/>
            <a:ext cx="83591" cy="202997"/>
          </a:xfrm>
          <a:prstGeom prst="rect">
            <a:avLst/>
          </a:prstGeom>
          <a:solidFill>
            <a:srgbClr val="0D8D56"/>
          </a:solidFill>
          <a:ln>
            <a:noFill/>
          </a:ln>
        </p:spPr>
        <p:txBody>
          <a:bodyPr/>
          <a:lstStyle/>
          <a:p>
            <a:endParaRPr lang="uk-UA"/>
          </a:p>
        </p:txBody>
      </p:sp>
      <p:sp>
        <p:nvSpPr>
          <p:cNvPr id="818" name="shape818"/>
          <p:cNvSpPr/>
          <p:nvPr/>
        </p:nvSpPr>
        <p:spPr>
          <a:xfrm>
            <a:off x="10373563" y="3090672"/>
            <a:ext cx="83591" cy="202997"/>
          </a:xfrm>
          <a:prstGeom prst="rect">
            <a:avLst/>
          </a:prstGeom>
          <a:solidFill>
            <a:srgbClr val="0D8D56"/>
          </a:solidFill>
          <a:ln>
            <a:noFill/>
          </a:ln>
        </p:spPr>
        <p:txBody>
          <a:bodyPr/>
          <a:lstStyle/>
          <a:p>
            <a:endParaRPr lang="uk-UA"/>
          </a:p>
        </p:txBody>
      </p:sp>
      <p:sp>
        <p:nvSpPr>
          <p:cNvPr id="819" name="shape819"/>
          <p:cNvSpPr/>
          <p:nvPr/>
        </p:nvSpPr>
        <p:spPr>
          <a:xfrm>
            <a:off x="10455326" y="3090672"/>
            <a:ext cx="83591" cy="202997"/>
          </a:xfrm>
          <a:prstGeom prst="rect">
            <a:avLst/>
          </a:prstGeom>
          <a:solidFill>
            <a:srgbClr val="0D8D56"/>
          </a:solidFill>
          <a:ln>
            <a:noFill/>
          </a:ln>
        </p:spPr>
        <p:txBody>
          <a:bodyPr/>
          <a:lstStyle/>
          <a:p>
            <a:endParaRPr lang="uk-UA"/>
          </a:p>
        </p:txBody>
      </p:sp>
      <p:sp>
        <p:nvSpPr>
          <p:cNvPr id="820" name="shape820"/>
          <p:cNvSpPr/>
          <p:nvPr/>
        </p:nvSpPr>
        <p:spPr>
          <a:xfrm>
            <a:off x="10537088" y="3090672"/>
            <a:ext cx="83591" cy="202997"/>
          </a:xfrm>
          <a:prstGeom prst="rect">
            <a:avLst/>
          </a:prstGeom>
          <a:solidFill>
            <a:srgbClr val="0D8D56"/>
          </a:solidFill>
          <a:ln>
            <a:noFill/>
          </a:ln>
        </p:spPr>
        <p:txBody>
          <a:bodyPr/>
          <a:lstStyle/>
          <a:p>
            <a:endParaRPr lang="uk-UA"/>
          </a:p>
        </p:txBody>
      </p:sp>
      <p:sp>
        <p:nvSpPr>
          <p:cNvPr id="821" name="shape821"/>
          <p:cNvSpPr/>
          <p:nvPr/>
        </p:nvSpPr>
        <p:spPr>
          <a:xfrm>
            <a:off x="10618851" y="3090672"/>
            <a:ext cx="83591" cy="202997"/>
          </a:xfrm>
          <a:prstGeom prst="rect">
            <a:avLst/>
          </a:prstGeom>
          <a:solidFill>
            <a:srgbClr val="0D8D56"/>
          </a:solidFill>
          <a:ln>
            <a:noFill/>
          </a:ln>
        </p:spPr>
        <p:txBody>
          <a:bodyPr/>
          <a:lstStyle/>
          <a:p>
            <a:endParaRPr lang="uk-UA"/>
          </a:p>
        </p:txBody>
      </p:sp>
      <p:sp>
        <p:nvSpPr>
          <p:cNvPr id="822" name="shape822"/>
          <p:cNvSpPr/>
          <p:nvPr/>
        </p:nvSpPr>
        <p:spPr>
          <a:xfrm>
            <a:off x="10700614" y="3090672"/>
            <a:ext cx="83591" cy="202997"/>
          </a:xfrm>
          <a:prstGeom prst="rect">
            <a:avLst/>
          </a:prstGeom>
          <a:solidFill>
            <a:srgbClr val="0D8D56"/>
          </a:solidFill>
          <a:ln>
            <a:noFill/>
          </a:ln>
        </p:spPr>
        <p:txBody>
          <a:bodyPr/>
          <a:lstStyle/>
          <a:p>
            <a:endParaRPr lang="uk-UA"/>
          </a:p>
        </p:txBody>
      </p:sp>
      <p:sp>
        <p:nvSpPr>
          <p:cNvPr id="823" name="shape823"/>
          <p:cNvSpPr/>
          <p:nvPr/>
        </p:nvSpPr>
        <p:spPr>
          <a:xfrm>
            <a:off x="10782376" y="3090672"/>
            <a:ext cx="83591" cy="202997"/>
          </a:xfrm>
          <a:prstGeom prst="rect">
            <a:avLst/>
          </a:prstGeom>
          <a:solidFill>
            <a:srgbClr val="0D8D56"/>
          </a:solidFill>
          <a:ln>
            <a:noFill/>
          </a:ln>
        </p:spPr>
        <p:txBody>
          <a:bodyPr/>
          <a:lstStyle/>
          <a:p>
            <a:endParaRPr lang="uk-UA"/>
          </a:p>
        </p:txBody>
      </p:sp>
      <p:sp>
        <p:nvSpPr>
          <p:cNvPr id="824" name="shape824"/>
          <p:cNvSpPr/>
          <p:nvPr/>
        </p:nvSpPr>
        <p:spPr>
          <a:xfrm>
            <a:off x="10864139" y="3090672"/>
            <a:ext cx="83591" cy="202997"/>
          </a:xfrm>
          <a:prstGeom prst="rect">
            <a:avLst/>
          </a:prstGeom>
          <a:solidFill>
            <a:srgbClr val="0D8D56"/>
          </a:solidFill>
          <a:ln>
            <a:noFill/>
          </a:ln>
        </p:spPr>
        <p:txBody>
          <a:bodyPr/>
          <a:lstStyle/>
          <a:p>
            <a:endParaRPr lang="uk-UA"/>
          </a:p>
        </p:txBody>
      </p:sp>
      <p:sp>
        <p:nvSpPr>
          <p:cNvPr id="825" name="shape825"/>
          <p:cNvSpPr/>
          <p:nvPr/>
        </p:nvSpPr>
        <p:spPr>
          <a:xfrm>
            <a:off x="10945901" y="3090672"/>
            <a:ext cx="83591" cy="202997"/>
          </a:xfrm>
          <a:prstGeom prst="rect">
            <a:avLst/>
          </a:prstGeom>
          <a:solidFill>
            <a:srgbClr val="0D8D56"/>
          </a:solidFill>
          <a:ln>
            <a:noFill/>
          </a:ln>
        </p:spPr>
        <p:txBody>
          <a:bodyPr/>
          <a:lstStyle/>
          <a:p>
            <a:endParaRPr lang="uk-UA"/>
          </a:p>
        </p:txBody>
      </p:sp>
      <p:sp>
        <p:nvSpPr>
          <p:cNvPr id="826" name="line826"/>
          <p:cNvSpPr/>
          <p:nvPr/>
        </p:nvSpPr>
        <p:spPr>
          <a:xfrm>
            <a:off x="1216152" y="3090672"/>
            <a:ext cx="9811512" cy="0"/>
          </a:xfrm>
          <a:prstGeom prst="line">
            <a:avLst/>
          </a:prstGeom>
          <a:noFill/>
          <a:ln w="4445">
            <a:solidFill>
              <a:srgbClr val="5A5A5A"/>
            </a:solidFill>
            <a:prstDash val="solid"/>
          </a:ln>
        </p:spPr>
        <p:txBody>
          <a:bodyPr/>
          <a:lstStyle/>
          <a:p>
            <a:endParaRPr lang="uk-UA"/>
          </a:p>
        </p:txBody>
      </p:sp>
      <p:sp>
        <p:nvSpPr>
          <p:cNvPr id="827" name="text827"/>
          <p:cNvSpPr txBox="1"/>
          <p:nvPr/>
        </p:nvSpPr>
        <p:spPr>
          <a:xfrm>
            <a:off x="530352" y="3332988"/>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Колісна</a:t>
            </a:r>
          </a:p>
        </p:txBody>
      </p:sp>
      <p:sp>
        <p:nvSpPr>
          <p:cNvPr id="828" name="shape828"/>
          <p:cNvSpPr/>
          <p:nvPr/>
        </p:nvSpPr>
        <p:spPr>
          <a:xfrm>
            <a:off x="1216152" y="3291840"/>
            <a:ext cx="83591" cy="202997"/>
          </a:xfrm>
          <a:prstGeom prst="rect">
            <a:avLst/>
          </a:prstGeom>
          <a:solidFill>
            <a:srgbClr val="D4AA31"/>
          </a:solidFill>
          <a:ln>
            <a:noFill/>
          </a:ln>
        </p:spPr>
        <p:txBody>
          <a:bodyPr/>
          <a:lstStyle/>
          <a:p>
            <a:endParaRPr lang="uk-UA"/>
          </a:p>
        </p:txBody>
      </p:sp>
      <p:sp>
        <p:nvSpPr>
          <p:cNvPr id="829" name="shape829"/>
          <p:cNvSpPr/>
          <p:nvPr/>
        </p:nvSpPr>
        <p:spPr>
          <a:xfrm>
            <a:off x="1297915" y="3291840"/>
            <a:ext cx="83591" cy="202997"/>
          </a:xfrm>
          <a:prstGeom prst="rect">
            <a:avLst/>
          </a:prstGeom>
          <a:solidFill>
            <a:srgbClr val="D4AA31"/>
          </a:solidFill>
          <a:ln>
            <a:noFill/>
          </a:ln>
        </p:spPr>
        <p:txBody>
          <a:bodyPr/>
          <a:lstStyle/>
          <a:p>
            <a:endParaRPr lang="uk-UA"/>
          </a:p>
        </p:txBody>
      </p:sp>
      <p:sp>
        <p:nvSpPr>
          <p:cNvPr id="830" name="shape830"/>
          <p:cNvSpPr/>
          <p:nvPr/>
        </p:nvSpPr>
        <p:spPr>
          <a:xfrm>
            <a:off x="1379677" y="3291840"/>
            <a:ext cx="83591" cy="202997"/>
          </a:xfrm>
          <a:prstGeom prst="rect">
            <a:avLst/>
          </a:prstGeom>
          <a:solidFill>
            <a:srgbClr val="D4AA31"/>
          </a:solidFill>
          <a:ln>
            <a:noFill/>
          </a:ln>
        </p:spPr>
        <p:txBody>
          <a:bodyPr/>
          <a:lstStyle/>
          <a:p>
            <a:endParaRPr lang="uk-UA"/>
          </a:p>
        </p:txBody>
      </p:sp>
      <p:sp>
        <p:nvSpPr>
          <p:cNvPr id="831" name="shape831"/>
          <p:cNvSpPr/>
          <p:nvPr/>
        </p:nvSpPr>
        <p:spPr>
          <a:xfrm>
            <a:off x="1461440" y="3291840"/>
            <a:ext cx="83591" cy="202997"/>
          </a:xfrm>
          <a:prstGeom prst="rect">
            <a:avLst/>
          </a:prstGeom>
          <a:solidFill>
            <a:srgbClr val="D4AA31"/>
          </a:solidFill>
          <a:ln>
            <a:noFill/>
          </a:ln>
        </p:spPr>
        <p:txBody>
          <a:bodyPr/>
          <a:lstStyle/>
          <a:p>
            <a:endParaRPr lang="uk-UA"/>
          </a:p>
        </p:txBody>
      </p:sp>
      <p:sp>
        <p:nvSpPr>
          <p:cNvPr id="832" name="shape832"/>
          <p:cNvSpPr/>
          <p:nvPr/>
        </p:nvSpPr>
        <p:spPr>
          <a:xfrm>
            <a:off x="1543202" y="3291840"/>
            <a:ext cx="83591" cy="202997"/>
          </a:xfrm>
          <a:prstGeom prst="rect">
            <a:avLst/>
          </a:prstGeom>
          <a:solidFill>
            <a:srgbClr val="D4AA31"/>
          </a:solidFill>
          <a:ln>
            <a:noFill/>
          </a:ln>
        </p:spPr>
        <p:txBody>
          <a:bodyPr/>
          <a:lstStyle/>
          <a:p>
            <a:endParaRPr lang="uk-UA"/>
          </a:p>
        </p:txBody>
      </p:sp>
      <p:sp>
        <p:nvSpPr>
          <p:cNvPr id="833" name="shape833"/>
          <p:cNvSpPr/>
          <p:nvPr/>
        </p:nvSpPr>
        <p:spPr>
          <a:xfrm>
            <a:off x="1624965" y="3291840"/>
            <a:ext cx="83591" cy="202997"/>
          </a:xfrm>
          <a:prstGeom prst="rect">
            <a:avLst/>
          </a:prstGeom>
          <a:solidFill>
            <a:srgbClr val="D4AA31"/>
          </a:solidFill>
          <a:ln>
            <a:noFill/>
          </a:ln>
        </p:spPr>
        <p:txBody>
          <a:bodyPr/>
          <a:lstStyle/>
          <a:p>
            <a:endParaRPr lang="uk-UA"/>
          </a:p>
        </p:txBody>
      </p:sp>
      <p:sp>
        <p:nvSpPr>
          <p:cNvPr id="834" name="shape834"/>
          <p:cNvSpPr/>
          <p:nvPr/>
        </p:nvSpPr>
        <p:spPr>
          <a:xfrm>
            <a:off x="1706728" y="3291840"/>
            <a:ext cx="83591" cy="202997"/>
          </a:xfrm>
          <a:prstGeom prst="rect">
            <a:avLst/>
          </a:prstGeom>
          <a:solidFill>
            <a:srgbClr val="D4AA31"/>
          </a:solidFill>
          <a:ln>
            <a:noFill/>
          </a:ln>
        </p:spPr>
        <p:txBody>
          <a:bodyPr/>
          <a:lstStyle/>
          <a:p>
            <a:endParaRPr lang="uk-UA"/>
          </a:p>
        </p:txBody>
      </p:sp>
      <p:sp>
        <p:nvSpPr>
          <p:cNvPr id="835" name="shape835"/>
          <p:cNvSpPr/>
          <p:nvPr/>
        </p:nvSpPr>
        <p:spPr>
          <a:xfrm>
            <a:off x="1788490" y="3291840"/>
            <a:ext cx="83591" cy="202997"/>
          </a:xfrm>
          <a:prstGeom prst="rect">
            <a:avLst/>
          </a:prstGeom>
          <a:solidFill>
            <a:srgbClr val="D4AA31"/>
          </a:solidFill>
          <a:ln>
            <a:noFill/>
          </a:ln>
        </p:spPr>
        <p:txBody>
          <a:bodyPr/>
          <a:lstStyle/>
          <a:p>
            <a:endParaRPr lang="uk-UA"/>
          </a:p>
        </p:txBody>
      </p:sp>
      <p:sp>
        <p:nvSpPr>
          <p:cNvPr id="836" name="shape836"/>
          <p:cNvSpPr/>
          <p:nvPr/>
        </p:nvSpPr>
        <p:spPr>
          <a:xfrm>
            <a:off x="1870253" y="3291840"/>
            <a:ext cx="83591" cy="202997"/>
          </a:xfrm>
          <a:prstGeom prst="rect">
            <a:avLst/>
          </a:prstGeom>
          <a:solidFill>
            <a:srgbClr val="D4AA31"/>
          </a:solidFill>
          <a:ln>
            <a:noFill/>
          </a:ln>
        </p:spPr>
        <p:txBody>
          <a:bodyPr/>
          <a:lstStyle/>
          <a:p>
            <a:endParaRPr lang="uk-UA"/>
          </a:p>
        </p:txBody>
      </p:sp>
      <p:sp>
        <p:nvSpPr>
          <p:cNvPr id="837" name="shape837"/>
          <p:cNvSpPr/>
          <p:nvPr/>
        </p:nvSpPr>
        <p:spPr>
          <a:xfrm>
            <a:off x="1952015" y="3291840"/>
            <a:ext cx="83591" cy="202997"/>
          </a:xfrm>
          <a:prstGeom prst="rect">
            <a:avLst/>
          </a:prstGeom>
          <a:solidFill>
            <a:srgbClr val="D4AA31"/>
          </a:solidFill>
          <a:ln>
            <a:noFill/>
          </a:ln>
        </p:spPr>
        <p:txBody>
          <a:bodyPr/>
          <a:lstStyle/>
          <a:p>
            <a:endParaRPr lang="uk-UA"/>
          </a:p>
        </p:txBody>
      </p:sp>
      <p:sp>
        <p:nvSpPr>
          <p:cNvPr id="838" name="shape838"/>
          <p:cNvSpPr/>
          <p:nvPr/>
        </p:nvSpPr>
        <p:spPr>
          <a:xfrm>
            <a:off x="2033778" y="3291840"/>
            <a:ext cx="83591" cy="202997"/>
          </a:xfrm>
          <a:prstGeom prst="rect">
            <a:avLst/>
          </a:prstGeom>
          <a:solidFill>
            <a:srgbClr val="D4AA31"/>
          </a:solidFill>
          <a:ln>
            <a:noFill/>
          </a:ln>
        </p:spPr>
        <p:txBody>
          <a:bodyPr/>
          <a:lstStyle/>
          <a:p>
            <a:endParaRPr lang="uk-UA"/>
          </a:p>
        </p:txBody>
      </p:sp>
      <p:sp>
        <p:nvSpPr>
          <p:cNvPr id="839" name="shape839"/>
          <p:cNvSpPr/>
          <p:nvPr/>
        </p:nvSpPr>
        <p:spPr>
          <a:xfrm>
            <a:off x="2115541" y="3291840"/>
            <a:ext cx="83591" cy="202997"/>
          </a:xfrm>
          <a:prstGeom prst="rect">
            <a:avLst/>
          </a:prstGeom>
          <a:solidFill>
            <a:srgbClr val="0D8D56"/>
          </a:solidFill>
          <a:ln>
            <a:noFill/>
          </a:ln>
        </p:spPr>
        <p:txBody>
          <a:bodyPr/>
          <a:lstStyle/>
          <a:p>
            <a:endParaRPr lang="uk-UA"/>
          </a:p>
        </p:txBody>
      </p:sp>
      <p:sp>
        <p:nvSpPr>
          <p:cNvPr id="840" name="shape840"/>
          <p:cNvSpPr/>
          <p:nvPr/>
        </p:nvSpPr>
        <p:spPr>
          <a:xfrm>
            <a:off x="2197303" y="3291840"/>
            <a:ext cx="83591" cy="202997"/>
          </a:xfrm>
          <a:prstGeom prst="rect">
            <a:avLst/>
          </a:prstGeom>
          <a:solidFill>
            <a:srgbClr val="0D8D56"/>
          </a:solidFill>
          <a:ln>
            <a:noFill/>
          </a:ln>
        </p:spPr>
        <p:txBody>
          <a:bodyPr/>
          <a:lstStyle/>
          <a:p>
            <a:endParaRPr lang="uk-UA"/>
          </a:p>
        </p:txBody>
      </p:sp>
      <p:sp>
        <p:nvSpPr>
          <p:cNvPr id="841" name="shape841"/>
          <p:cNvSpPr/>
          <p:nvPr/>
        </p:nvSpPr>
        <p:spPr>
          <a:xfrm>
            <a:off x="2279066" y="3291840"/>
            <a:ext cx="83591" cy="202997"/>
          </a:xfrm>
          <a:prstGeom prst="rect">
            <a:avLst/>
          </a:prstGeom>
          <a:solidFill>
            <a:srgbClr val="0D8D56"/>
          </a:solidFill>
          <a:ln>
            <a:noFill/>
          </a:ln>
        </p:spPr>
        <p:txBody>
          <a:bodyPr/>
          <a:lstStyle/>
          <a:p>
            <a:endParaRPr lang="uk-UA"/>
          </a:p>
        </p:txBody>
      </p:sp>
      <p:sp>
        <p:nvSpPr>
          <p:cNvPr id="842" name="shape842"/>
          <p:cNvSpPr/>
          <p:nvPr/>
        </p:nvSpPr>
        <p:spPr>
          <a:xfrm>
            <a:off x="2360828" y="3291840"/>
            <a:ext cx="83591" cy="202997"/>
          </a:xfrm>
          <a:prstGeom prst="rect">
            <a:avLst/>
          </a:prstGeom>
          <a:solidFill>
            <a:srgbClr val="0D8D56"/>
          </a:solidFill>
          <a:ln>
            <a:noFill/>
          </a:ln>
        </p:spPr>
        <p:txBody>
          <a:bodyPr/>
          <a:lstStyle/>
          <a:p>
            <a:endParaRPr lang="uk-UA"/>
          </a:p>
        </p:txBody>
      </p:sp>
      <p:sp>
        <p:nvSpPr>
          <p:cNvPr id="843" name="shape843"/>
          <p:cNvSpPr/>
          <p:nvPr/>
        </p:nvSpPr>
        <p:spPr>
          <a:xfrm>
            <a:off x="2442591" y="3291840"/>
            <a:ext cx="83591" cy="202997"/>
          </a:xfrm>
          <a:prstGeom prst="rect">
            <a:avLst/>
          </a:prstGeom>
          <a:solidFill>
            <a:srgbClr val="0D8D56"/>
          </a:solidFill>
          <a:ln>
            <a:noFill/>
          </a:ln>
        </p:spPr>
        <p:txBody>
          <a:bodyPr/>
          <a:lstStyle/>
          <a:p>
            <a:endParaRPr lang="uk-UA"/>
          </a:p>
        </p:txBody>
      </p:sp>
      <p:sp>
        <p:nvSpPr>
          <p:cNvPr id="844" name="shape844"/>
          <p:cNvSpPr/>
          <p:nvPr/>
        </p:nvSpPr>
        <p:spPr>
          <a:xfrm>
            <a:off x="2524354" y="3291840"/>
            <a:ext cx="83591" cy="202997"/>
          </a:xfrm>
          <a:prstGeom prst="rect">
            <a:avLst/>
          </a:prstGeom>
          <a:solidFill>
            <a:srgbClr val="0D8D56"/>
          </a:solidFill>
          <a:ln>
            <a:noFill/>
          </a:ln>
        </p:spPr>
        <p:txBody>
          <a:bodyPr/>
          <a:lstStyle/>
          <a:p>
            <a:endParaRPr lang="uk-UA"/>
          </a:p>
        </p:txBody>
      </p:sp>
      <p:sp>
        <p:nvSpPr>
          <p:cNvPr id="845" name="shape845"/>
          <p:cNvSpPr/>
          <p:nvPr/>
        </p:nvSpPr>
        <p:spPr>
          <a:xfrm>
            <a:off x="2606116" y="3291840"/>
            <a:ext cx="83591" cy="202997"/>
          </a:xfrm>
          <a:prstGeom prst="rect">
            <a:avLst/>
          </a:prstGeom>
          <a:solidFill>
            <a:srgbClr val="0D8D56"/>
          </a:solidFill>
          <a:ln>
            <a:noFill/>
          </a:ln>
        </p:spPr>
        <p:txBody>
          <a:bodyPr/>
          <a:lstStyle/>
          <a:p>
            <a:endParaRPr lang="uk-UA"/>
          </a:p>
        </p:txBody>
      </p:sp>
      <p:sp>
        <p:nvSpPr>
          <p:cNvPr id="846" name="shape846"/>
          <p:cNvSpPr/>
          <p:nvPr/>
        </p:nvSpPr>
        <p:spPr>
          <a:xfrm>
            <a:off x="2687879" y="3291840"/>
            <a:ext cx="83591" cy="202997"/>
          </a:xfrm>
          <a:prstGeom prst="rect">
            <a:avLst/>
          </a:prstGeom>
          <a:solidFill>
            <a:srgbClr val="0D8D56"/>
          </a:solidFill>
          <a:ln>
            <a:noFill/>
          </a:ln>
        </p:spPr>
        <p:txBody>
          <a:bodyPr/>
          <a:lstStyle/>
          <a:p>
            <a:endParaRPr lang="uk-UA"/>
          </a:p>
        </p:txBody>
      </p:sp>
      <p:sp>
        <p:nvSpPr>
          <p:cNvPr id="847" name="shape847"/>
          <p:cNvSpPr/>
          <p:nvPr/>
        </p:nvSpPr>
        <p:spPr>
          <a:xfrm>
            <a:off x="2769641" y="3291840"/>
            <a:ext cx="83591" cy="202997"/>
          </a:xfrm>
          <a:prstGeom prst="rect">
            <a:avLst/>
          </a:prstGeom>
          <a:solidFill>
            <a:srgbClr val="0D8D56"/>
          </a:solidFill>
          <a:ln>
            <a:noFill/>
          </a:ln>
        </p:spPr>
        <p:txBody>
          <a:bodyPr/>
          <a:lstStyle/>
          <a:p>
            <a:endParaRPr lang="uk-UA"/>
          </a:p>
        </p:txBody>
      </p:sp>
      <p:sp>
        <p:nvSpPr>
          <p:cNvPr id="848" name="shape848"/>
          <p:cNvSpPr/>
          <p:nvPr/>
        </p:nvSpPr>
        <p:spPr>
          <a:xfrm>
            <a:off x="2851404" y="3291840"/>
            <a:ext cx="83591" cy="202997"/>
          </a:xfrm>
          <a:prstGeom prst="rect">
            <a:avLst/>
          </a:prstGeom>
          <a:solidFill>
            <a:srgbClr val="0D8D56"/>
          </a:solidFill>
          <a:ln>
            <a:noFill/>
          </a:ln>
        </p:spPr>
        <p:txBody>
          <a:bodyPr/>
          <a:lstStyle/>
          <a:p>
            <a:endParaRPr lang="uk-UA"/>
          </a:p>
        </p:txBody>
      </p:sp>
      <p:sp>
        <p:nvSpPr>
          <p:cNvPr id="849" name="shape849"/>
          <p:cNvSpPr/>
          <p:nvPr/>
        </p:nvSpPr>
        <p:spPr>
          <a:xfrm>
            <a:off x="2933167" y="3291840"/>
            <a:ext cx="83591" cy="202997"/>
          </a:xfrm>
          <a:prstGeom prst="rect">
            <a:avLst/>
          </a:prstGeom>
          <a:solidFill>
            <a:srgbClr val="0D8D56"/>
          </a:solidFill>
          <a:ln>
            <a:noFill/>
          </a:ln>
        </p:spPr>
        <p:txBody>
          <a:bodyPr/>
          <a:lstStyle/>
          <a:p>
            <a:endParaRPr lang="uk-UA"/>
          </a:p>
        </p:txBody>
      </p:sp>
      <p:sp>
        <p:nvSpPr>
          <p:cNvPr id="850" name="shape850"/>
          <p:cNvSpPr/>
          <p:nvPr/>
        </p:nvSpPr>
        <p:spPr>
          <a:xfrm>
            <a:off x="3014929" y="3291840"/>
            <a:ext cx="83591" cy="202997"/>
          </a:xfrm>
          <a:prstGeom prst="rect">
            <a:avLst/>
          </a:prstGeom>
          <a:solidFill>
            <a:srgbClr val="0D8D56"/>
          </a:solidFill>
          <a:ln>
            <a:noFill/>
          </a:ln>
        </p:spPr>
        <p:txBody>
          <a:bodyPr/>
          <a:lstStyle/>
          <a:p>
            <a:endParaRPr lang="uk-UA"/>
          </a:p>
        </p:txBody>
      </p:sp>
      <p:sp>
        <p:nvSpPr>
          <p:cNvPr id="851" name="shape851"/>
          <p:cNvSpPr/>
          <p:nvPr/>
        </p:nvSpPr>
        <p:spPr>
          <a:xfrm>
            <a:off x="3096692" y="3291840"/>
            <a:ext cx="83591" cy="202997"/>
          </a:xfrm>
          <a:prstGeom prst="rect">
            <a:avLst/>
          </a:prstGeom>
          <a:solidFill>
            <a:srgbClr val="0D8D56"/>
          </a:solidFill>
          <a:ln>
            <a:noFill/>
          </a:ln>
        </p:spPr>
        <p:txBody>
          <a:bodyPr/>
          <a:lstStyle/>
          <a:p>
            <a:endParaRPr lang="uk-UA"/>
          </a:p>
        </p:txBody>
      </p:sp>
      <p:sp>
        <p:nvSpPr>
          <p:cNvPr id="852" name="shape852"/>
          <p:cNvSpPr/>
          <p:nvPr/>
        </p:nvSpPr>
        <p:spPr>
          <a:xfrm>
            <a:off x="3178454" y="3291840"/>
            <a:ext cx="83591" cy="202997"/>
          </a:xfrm>
          <a:prstGeom prst="rect">
            <a:avLst/>
          </a:prstGeom>
          <a:solidFill>
            <a:srgbClr val="0D8D56"/>
          </a:solidFill>
          <a:ln>
            <a:noFill/>
          </a:ln>
        </p:spPr>
        <p:txBody>
          <a:bodyPr/>
          <a:lstStyle/>
          <a:p>
            <a:endParaRPr lang="uk-UA"/>
          </a:p>
        </p:txBody>
      </p:sp>
      <p:sp>
        <p:nvSpPr>
          <p:cNvPr id="853" name="shape853"/>
          <p:cNvSpPr/>
          <p:nvPr/>
        </p:nvSpPr>
        <p:spPr>
          <a:xfrm>
            <a:off x="3260217" y="3291840"/>
            <a:ext cx="83591" cy="202997"/>
          </a:xfrm>
          <a:prstGeom prst="rect">
            <a:avLst/>
          </a:prstGeom>
          <a:solidFill>
            <a:srgbClr val="0D8D56"/>
          </a:solidFill>
          <a:ln>
            <a:noFill/>
          </a:ln>
        </p:spPr>
        <p:txBody>
          <a:bodyPr/>
          <a:lstStyle/>
          <a:p>
            <a:endParaRPr lang="uk-UA"/>
          </a:p>
        </p:txBody>
      </p:sp>
      <p:sp>
        <p:nvSpPr>
          <p:cNvPr id="854" name="shape854"/>
          <p:cNvSpPr/>
          <p:nvPr/>
        </p:nvSpPr>
        <p:spPr>
          <a:xfrm>
            <a:off x="3341980" y="3291840"/>
            <a:ext cx="83591" cy="202997"/>
          </a:xfrm>
          <a:prstGeom prst="rect">
            <a:avLst/>
          </a:prstGeom>
          <a:solidFill>
            <a:srgbClr val="0D8D56"/>
          </a:solidFill>
          <a:ln>
            <a:noFill/>
          </a:ln>
        </p:spPr>
        <p:txBody>
          <a:bodyPr/>
          <a:lstStyle/>
          <a:p>
            <a:endParaRPr lang="uk-UA"/>
          </a:p>
        </p:txBody>
      </p:sp>
      <p:sp>
        <p:nvSpPr>
          <p:cNvPr id="855" name="shape855"/>
          <p:cNvSpPr/>
          <p:nvPr/>
        </p:nvSpPr>
        <p:spPr>
          <a:xfrm>
            <a:off x="3423742" y="3291840"/>
            <a:ext cx="83591" cy="202997"/>
          </a:xfrm>
          <a:prstGeom prst="rect">
            <a:avLst/>
          </a:prstGeom>
          <a:solidFill>
            <a:srgbClr val="0D8D56"/>
          </a:solidFill>
          <a:ln>
            <a:noFill/>
          </a:ln>
        </p:spPr>
        <p:txBody>
          <a:bodyPr/>
          <a:lstStyle/>
          <a:p>
            <a:endParaRPr lang="uk-UA"/>
          </a:p>
        </p:txBody>
      </p:sp>
      <p:sp>
        <p:nvSpPr>
          <p:cNvPr id="856" name="shape856"/>
          <p:cNvSpPr/>
          <p:nvPr/>
        </p:nvSpPr>
        <p:spPr>
          <a:xfrm>
            <a:off x="3505505" y="3291840"/>
            <a:ext cx="83591" cy="202997"/>
          </a:xfrm>
          <a:prstGeom prst="rect">
            <a:avLst/>
          </a:prstGeom>
          <a:solidFill>
            <a:srgbClr val="0D8D56"/>
          </a:solidFill>
          <a:ln>
            <a:noFill/>
          </a:ln>
        </p:spPr>
        <p:txBody>
          <a:bodyPr/>
          <a:lstStyle/>
          <a:p>
            <a:endParaRPr lang="uk-UA"/>
          </a:p>
        </p:txBody>
      </p:sp>
      <p:sp>
        <p:nvSpPr>
          <p:cNvPr id="857" name="shape857"/>
          <p:cNvSpPr/>
          <p:nvPr/>
        </p:nvSpPr>
        <p:spPr>
          <a:xfrm>
            <a:off x="3587267" y="3291840"/>
            <a:ext cx="83591" cy="202997"/>
          </a:xfrm>
          <a:prstGeom prst="rect">
            <a:avLst/>
          </a:prstGeom>
          <a:solidFill>
            <a:srgbClr val="0D8D56"/>
          </a:solidFill>
          <a:ln>
            <a:noFill/>
          </a:ln>
        </p:spPr>
        <p:txBody>
          <a:bodyPr/>
          <a:lstStyle/>
          <a:p>
            <a:endParaRPr lang="uk-UA"/>
          </a:p>
        </p:txBody>
      </p:sp>
      <p:sp>
        <p:nvSpPr>
          <p:cNvPr id="858" name="shape858"/>
          <p:cNvSpPr/>
          <p:nvPr/>
        </p:nvSpPr>
        <p:spPr>
          <a:xfrm>
            <a:off x="3669030" y="3291840"/>
            <a:ext cx="83591" cy="202997"/>
          </a:xfrm>
          <a:prstGeom prst="rect">
            <a:avLst/>
          </a:prstGeom>
          <a:solidFill>
            <a:srgbClr val="0D8D56"/>
          </a:solidFill>
          <a:ln>
            <a:noFill/>
          </a:ln>
        </p:spPr>
        <p:txBody>
          <a:bodyPr/>
          <a:lstStyle/>
          <a:p>
            <a:endParaRPr lang="uk-UA"/>
          </a:p>
        </p:txBody>
      </p:sp>
      <p:sp>
        <p:nvSpPr>
          <p:cNvPr id="859" name="shape859"/>
          <p:cNvSpPr/>
          <p:nvPr/>
        </p:nvSpPr>
        <p:spPr>
          <a:xfrm>
            <a:off x="3750793" y="3291840"/>
            <a:ext cx="83591" cy="202997"/>
          </a:xfrm>
          <a:prstGeom prst="rect">
            <a:avLst/>
          </a:prstGeom>
          <a:solidFill>
            <a:srgbClr val="0D8D56"/>
          </a:solidFill>
          <a:ln>
            <a:noFill/>
          </a:ln>
        </p:spPr>
        <p:txBody>
          <a:bodyPr/>
          <a:lstStyle/>
          <a:p>
            <a:endParaRPr lang="uk-UA"/>
          </a:p>
        </p:txBody>
      </p:sp>
      <p:sp>
        <p:nvSpPr>
          <p:cNvPr id="860" name="shape860"/>
          <p:cNvSpPr/>
          <p:nvPr/>
        </p:nvSpPr>
        <p:spPr>
          <a:xfrm>
            <a:off x="3832555" y="3291840"/>
            <a:ext cx="83591" cy="202997"/>
          </a:xfrm>
          <a:prstGeom prst="rect">
            <a:avLst/>
          </a:prstGeom>
          <a:solidFill>
            <a:srgbClr val="0D8D56"/>
          </a:solidFill>
          <a:ln>
            <a:noFill/>
          </a:ln>
        </p:spPr>
        <p:txBody>
          <a:bodyPr/>
          <a:lstStyle/>
          <a:p>
            <a:endParaRPr lang="uk-UA"/>
          </a:p>
        </p:txBody>
      </p:sp>
      <p:sp>
        <p:nvSpPr>
          <p:cNvPr id="861" name="shape861"/>
          <p:cNvSpPr/>
          <p:nvPr/>
        </p:nvSpPr>
        <p:spPr>
          <a:xfrm>
            <a:off x="3914318" y="3291840"/>
            <a:ext cx="83591" cy="202997"/>
          </a:xfrm>
          <a:prstGeom prst="rect">
            <a:avLst/>
          </a:prstGeom>
          <a:solidFill>
            <a:srgbClr val="0D8D56"/>
          </a:solidFill>
          <a:ln>
            <a:noFill/>
          </a:ln>
        </p:spPr>
        <p:txBody>
          <a:bodyPr/>
          <a:lstStyle/>
          <a:p>
            <a:endParaRPr lang="uk-UA"/>
          </a:p>
        </p:txBody>
      </p:sp>
      <p:sp>
        <p:nvSpPr>
          <p:cNvPr id="862" name="shape862"/>
          <p:cNvSpPr/>
          <p:nvPr/>
        </p:nvSpPr>
        <p:spPr>
          <a:xfrm>
            <a:off x="3996080" y="3291840"/>
            <a:ext cx="83591" cy="202997"/>
          </a:xfrm>
          <a:prstGeom prst="rect">
            <a:avLst/>
          </a:prstGeom>
          <a:solidFill>
            <a:srgbClr val="0D8D56"/>
          </a:solidFill>
          <a:ln>
            <a:noFill/>
          </a:ln>
        </p:spPr>
        <p:txBody>
          <a:bodyPr/>
          <a:lstStyle/>
          <a:p>
            <a:endParaRPr lang="uk-UA"/>
          </a:p>
        </p:txBody>
      </p:sp>
      <p:sp>
        <p:nvSpPr>
          <p:cNvPr id="863" name="shape863"/>
          <p:cNvSpPr/>
          <p:nvPr/>
        </p:nvSpPr>
        <p:spPr>
          <a:xfrm>
            <a:off x="4077843" y="3291840"/>
            <a:ext cx="83591" cy="202997"/>
          </a:xfrm>
          <a:prstGeom prst="rect">
            <a:avLst/>
          </a:prstGeom>
          <a:solidFill>
            <a:srgbClr val="0D8D56"/>
          </a:solidFill>
          <a:ln>
            <a:noFill/>
          </a:ln>
        </p:spPr>
        <p:txBody>
          <a:bodyPr/>
          <a:lstStyle/>
          <a:p>
            <a:endParaRPr lang="uk-UA"/>
          </a:p>
        </p:txBody>
      </p:sp>
      <p:sp>
        <p:nvSpPr>
          <p:cNvPr id="864" name="shape864"/>
          <p:cNvSpPr/>
          <p:nvPr/>
        </p:nvSpPr>
        <p:spPr>
          <a:xfrm>
            <a:off x="4159606" y="3291840"/>
            <a:ext cx="83591" cy="202997"/>
          </a:xfrm>
          <a:prstGeom prst="rect">
            <a:avLst/>
          </a:prstGeom>
          <a:solidFill>
            <a:srgbClr val="0D8D56"/>
          </a:solidFill>
          <a:ln>
            <a:noFill/>
          </a:ln>
        </p:spPr>
        <p:txBody>
          <a:bodyPr/>
          <a:lstStyle/>
          <a:p>
            <a:endParaRPr lang="uk-UA"/>
          </a:p>
        </p:txBody>
      </p:sp>
      <p:sp>
        <p:nvSpPr>
          <p:cNvPr id="865" name="shape865"/>
          <p:cNvSpPr/>
          <p:nvPr/>
        </p:nvSpPr>
        <p:spPr>
          <a:xfrm>
            <a:off x="4241368" y="3291840"/>
            <a:ext cx="83591" cy="202997"/>
          </a:xfrm>
          <a:prstGeom prst="rect">
            <a:avLst/>
          </a:prstGeom>
          <a:solidFill>
            <a:srgbClr val="0D8D56"/>
          </a:solidFill>
          <a:ln>
            <a:noFill/>
          </a:ln>
        </p:spPr>
        <p:txBody>
          <a:bodyPr/>
          <a:lstStyle/>
          <a:p>
            <a:endParaRPr lang="uk-UA"/>
          </a:p>
        </p:txBody>
      </p:sp>
      <p:sp>
        <p:nvSpPr>
          <p:cNvPr id="866" name="shape866"/>
          <p:cNvSpPr/>
          <p:nvPr/>
        </p:nvSpPr>
        <p:spPr>
          <a:xfrm>
            <a:off x="4323131" y="3291840"/>
            <a:ext cx="83591" cy="202997"/>
          </a:xfrm>
          <a:prstGeom prst="rect">
            <a:avLst/>
          </a:prstGeom>
          <a:solidFill>
            <a:srgbClr val="0D8D56"/>
          </a:solidFill>
          <a:ln>
            <a:noFill/>
          </a:ln>
        </p:spPr>
        <p:txBody>
          <a:bodyPr/>
          <a:lstStyle/>
          <a:p>
            <a:endParaRPr lang="uk-UA"/>
          </a:p>
        </p:txBody>
      </p:sp>
      <p:sp>
        <p:nvSpPr>
          <p:cNvPr id="867" name="shape867"/>
          <p:cNvSpPr/>
          <p:nvPr/>
        </p:nvSpPr>
        <p:spPr>
          <a:xfrm>
            <a:off x="4404893" y="3291840"/>
            <a:ext cx="83591" cy="202997"/>
          </a:xfrm>
          <a:prstGeom prst="rect">
            <a:avLst/>
          </a:prstGeom>
          <a:solidFill>
            <a:srgbClr val="0D8D56"/>
          </a:solidFill>
          <a:ln>
            <a:noFill/>
          </a:ln>
        </p:spPr>
        <p:txBody>
          <a:bodyPr/>
          <a:lstStyle/>
          <a:p>
            <a:endParaRPr lang="uk-UA"/>
          </a:p>
        </p:txBody>
      </p:sp>
      <p:sp>
        <p:nvSpPr>
          <p:cNvPr id="868" name="shape868"/>
          <p:cNvSpPr/>
          <p:nvPr/>
        </p:nvSpPr>
        <p:spPr>
          <a:xfrm>
            <a:off x="4486656" y="3291840"/>
            <a:ext cx="83591" cy="202997"/>
          </a:xfrm>
          <a:prstGeom prst="rect">
            <a:avLst/>
          </a:prstGeom>
          <a:solidFill>
            <a:srgbClr val="0D8D56"/>
          </a:solidFill>
          <a:ln>
            <a:noFill/>
          </a:ln>
        </p:spPr>
        <p:txBody>
          <a:bodyPr/>
          <a:lstStyle/>
          <a:p>
            <a:endParaRPr lang="uk-UA"/>
          </a:p>
        </p:txBody>
      </p:sp>
      <p:sp>
        <p:nvSpPr>
          <p:cNvPr id="869" name="shape869"/>
          <p:cNvSpPr/>
          <p:nvPr/>
        </p:nvSpPr>
        <p:spPr>
          <a:xfrm>
            <a:off x="4568419" y="3291840"/>
            <a:ext cx="83591" cy="202997"/>
          </a:xfrm>
          <a:prstGeom prst="rect">
            <a:avLst/>
          </a:prstGeom>
          <a:solidFill>
            <a:srgbClr val="0D8D56"/>
          </a:solidFill>
          <a:ln>
            <a:noFill/>
          </a:ln>
        </p:spPr>
        <p:txBody>
          <a:bodyPr/>
          <a:lstStyle/>
          <a:p>
            <a:endParaRPr lang="uk-UA"/>
          </a:p>
        </p:txBody>
      </p:sp>
      <p:sp>
        <p:nvSpPr>
          <p:cNvPr id="870" name="shape870"/>
          <p:cNvSpPr/>
          <p:nvPr/>
        </p:nvSpPr>
        <p:spPr>
          <a:xfrm>
            <a:off x="4650181" y="3291840"/>
            <a:ext cx="83591" cy="202997"/>
          </a:xfrm>
          <a:prstGeom prst="rect">
            <a:avLst/>
          </a:prstGeom>
          <a:solidFill>
            <a:srgbClr val="0D8D56"/>
          </a:solidFill>
          <a:ln>
            <a:noFill/>
          </a:ln>
        </p:spPr>
        <p:txBody>
          <a:bodyPr/>
          <a:lstStyle/>
          <a:p>
            <a:endParaRPr lang="uk-UA"/>
          </a:p>
        </p:txBody>
      </p:sp>
      <p:sp>
        <p:nvSpPr>
          <p:cNvPr id="871" name="shape871"/>
          <p:cNvSpPr/>
          <p:nvPr/>
        </p:nvSpPr>
        <p:spPr>
          <a:xfrm>
            <a:off x="4731944" y="3291840"/>
            <a:ext cx="83591" cy="202997"/>
          </a:xfrm>
          <a:prstGeom prst="rect">
            <a:avLst/>
          </a:prstGeom>
          <a:solidFill>
            <a:srgbClr val="0D8D56"/>
          </a:solidFill>
          <a:ln>
            <a:noFill/>
          </a:ln>
        </p:spPr>
        <p:txBody>
          <a:bodyPr/>
          <a:lstStyle/>
          <a:p>
            <a:endParaRPr lang="uk-UA"/>
          </a:p>
        </p:txBody>
      </p:sp>
      <p:sp>
        <p:nvSpPr>
          <p:cNvPr id="872" name="shape872"/>
          <p:cNvSpPr/>
          <p:nvPr/>
        </p:nvSpPr>
        <p:spPr>
          <a:xfrm>
            <a:off x="4813706" y="3291840"/>
            <a:ext cx="83591" cy="202997"/>
          </a:xfrm>
          <a:prstGeom prst="rect">
            <a:avLst/>
          </a:prstGeom>
          <a:solidFill>
            <a:srgbClr val="0D8D56"/>
          </a:solidFill>
          <a:ln>
            <a:noFill/>
          </a:ln>
        </p:spPr>
        <p:txBody>
          <a:bodyPr/>
          <a:lstStyle/>
          <a:p>
            <a:endParaRPr lang="uk-UA"/>
          </a:p>
        </p:txBody>
      </p:sp>
      <p:sp>
        <p:nvSpPr>
          <p:cNvPr id="873" name="shape873"/>
          <p:cNvSpPr/>
          <p:nvPr/>
        </p:nvSpPr>
        <p:spPr>
          <a:xfrm>
            <a:off x="4895469" y="3291840"/>
            <a:ext cx="83591" cy="202997"/>
          </a:xfrm>
          <a:prstGeom prst="rect">
            <a:avLst/>
          </a:prstGeom>
          <a:solidFill>
            <a:srgbClr val="0D8D56"/>
          </a:solidFill>
          <a:ln>
            <a:noFill/>
          </a:ln>
        </p:spPr>
        <p:txBody>
          <a:bodyPr/>
          <a:lstStyle/>
          <a:p>
            <a:endParaRPr lang="uk-UA"/>
          </a:p>
        </p:txBody>
      </p:sp>
      <p:sp>
        <p:nvSpPr>
          <p:cNvPr id="874" name="shape874"/>
          <p:cNvSpPr/>
          <p:nvPr/>
        </p:nvSpPr>
        <p:spPr>
          <a:xfrm>
            <a:off x="4977232" y="3291840"/>
            <a:ext cx="83591" cy="202997"/>
          </a:xfrm>
          <a:prstGeom prst="rect">
            <a:avLst/>
          </a:prstGeom>
          <a:solidFill>
            <a:srgbClr val="0D8D56"/>
          </a:solidFill>
          <a:ln>
            <a:noFill/>
          </a:ln>
        </p:spPr>
        <p:txBody>
          <a:bodyPr/>
          <a:lstStyle/>
          <a:p>
            <a:endParaRPr lang="uk-UA"/>
          </a:p>
        </p:txBody>
      </p:sp>
      <p:sp>
        <p:nvSpPr>
          <p:cNvPr id="875" name="shape875"/>
          <p:cNvSpPr/>
          <p:nvPr/>
        </p:nvSpPr>
        <p:spPr>
          <a:xfrm>
            <a:off x="5058994" y="3291840"/>
            <a:ext cx="83591" cy="202997"/>
          </a:xfrm>
          <a:prstGeom prst="rect">
            <a:avLst/>
          </a:prstGeom>
          <a:solidFill>
            <a:srgbClr val="0D8D56"/>
          </a:solidFill>
          <a:ln>
            <a:noFill/>
          </a:ln>
        </p:spPr>
        <p:txBody>
          <a:bodyPr/>
          <a:lstStyle/>
          <a:p>
            <a:endParaRPr lang="uk-UA"/>
          </a:p>
        </p:txBody>
      </p:sp>
      <p:sp>
        <p:nvSpPr>
          <p:cNvPr id="876" name="shape876"/>
          <p:cNvSpPr/>
          <p:nvPr/>
        </p:nvSpPr>
        <p:spPr>
          <a:xfrm>
            <a:off x="5140757" y="3291840"/>
            <a:ext cx="83591" cy="202997"/>
          </a:xfrm>
          <a:prstGeom prst="rect">
            <a:avLst/>
          </a:prstGeom>
          <a:solidFill>
            <a:srgbClr val="0D8D56"/>
          </a:solidFill>
          <a:ln>
            <a:noFill/>
          </a:ln>
        </p:spPr>
        <p:txBody>
          <a:bodyPr/>
          <a:lstStyle/>
          <a:p>
            <a:endParaRPr lang="uk-UA"/>
          </a:p>
        </p:txBody>
      </p:sp>
      <p:sp>
        <p:nvSpPr>
          <p:cNvPr id="877" name="shape877"/>
          <p:cNvSpPr/>
          <p:nvPr/>
        </p:nvSpPr>
        <p:spPr>
          <a:xfrm>
            <a:off x="5222519" y="3291840"/>
            <a:ext cx="83591" cy="202997"/>
          </a:xfrm>
          <a:prstGeom prst="rect">
            <a:avLst/>
          </a:prstGeom>
          <a:solidFill>
            <a:srgbClr val="0D8D56"/>
          </a:solidFill>
          <a:ln>
            <a:noFill/>
          </a:ln>
        </p:spPr>
        <p:txBody>
          <a:bodyPr/>
          <a:lstStyle/>
          <a:p>
            <a:endParaRPr lang="uk-UA"/>
          </a:p>
        </p:txBody>
      </p:sp>
      <p:sp>
        <p:nvSpPr>
          <p:cNvPr id="878" name="shape878"/>
          <p:cNvSpPr/>
          <p:nvPr/>
        </p:nvSpPr>
        <p:spPr>
          <a:xfrm>
            <a:off x="5304282" y="3291840"/>
            <a:ext cx="83591" cy="202997"/>
          </a:xfrm>
          <a:prstGeom prst="rect">
            <a:avLst/>
          </a:prstGeom>
          <a:solidFill>
            <a:srgbClr val="0D8D56"/>
          </a:solidFill>
          <a:ln>
            <a:noFill/>
          </a:ln>
        </p:spPr>
        <p:txBody>
          <a:bodyPr/>
          <a:lstStyle/>
          <a:p>
            <a:endParaRPr lang="uk-UA"/>
          </a:p>
        </p:txBody>
      </p:sp>
      <p:sp>
        <p:nvSpPr>
          <p:cNvPr id="879" name="shape879"/>
          <p:cNvSpPr/>
          <p:nvPr/>
        </p:nvSpPr>
        <p:spPr>
          <a:xfrm>
            <a:off x="5386045" y="3291840"/>
            <a:ext cx="83591" cy="202997"/>
          </a:xfrm>
          <a:prstGeom prst="rect">
            <a:avLst/>
          </a:prstGeom>
          <a:solidFill>
            <a:srgbClr val="0D8D56"/>
          </a:solidFill>
          <a:ln>
            <a:noFill/>
          </a:ln>
        </p:spPr>
        <p:txBody>
          <a:bodyPr/>
          <a:lstStyle/>
          <a:p>
            <a:endParaRPr lang="uk-UA"/>
          </a:p>
        </p:txBody>
      </p:sp>
      <p:sp>
        <p:nvSpPr>
          <p:cNvPr id="880" name="shape880"/>
          <p:cNvSpPr/>
          <p:nvPr/>
        </p:nvSpPr>
        <p:spPr>
          <a:xfrm>
            <a:off x="5467807" y="3291840"/>
            <a:ext cx="83591" cy="202997"/>
          </a:xfrm>
          <a:prstGeom prst="rect">
            <a:avLst/>
          </a:prstGeom>
          <a:solidFill>
            <a:srgbClr val="0D8D56"/>
          </a:solidFill>
          <a:ln>
            <a:noFill/>
          </a:ln>
        </p:spPr>
        <p:txBody>
          <a:bodyPr/>
          <a:lstStyle/>
          <a:p>
            <a:endParaRPr lang="uk-UA"/>
          </a:p>
        </p:txBody>
      </p:sp>
      <p:sp>
        <p:nvSpPr>
          <p:cNvPr id="881" name="shape881"/>
          <p:cNvSpPr/>
          <p:nvPr/>
        </p:nvSpPr>
        <p:spPr>
          <a:xfrm>
            <a:off x="5549570" y="3291840"/>
            <a:ext cx="83591" cy="202997"/>
          </a:xfrm>
          <a:prstGeom prst="rect">
            <a:avLst/>
          </a:prstGeom>
          <a:solidFill>
            <a:srgbClr val="0D8D56"/>
          </a:solidFill>
          <a:ln>
            <a:noFill/>
          </a:ln>
        </p:spPr>
        <p:txBody>
          <a:bodyPr/>
          <a:lstStyle/>
          <a:p>
            <a:endParaRPr lang="uk-UA"/>
          </a:p>
        </p:txBody>
      </p:sp>
      <p:sp>
        <p:nvSpPr>
          <p:cNvPr id="882" name="shape882"/>
          <p:cNvSpPr/>
          <p:nvPr/>
        </p:nvSpPr>
        <p:spPr>
          <a:xfrm>
            <a:off x="5631332" y="3291840"/>
            <a:ext cx="83591" cy="202997"/>
          </a:xfrm>
          <a:prstGeom prst="rect">
            <a:avLst/>
          </a:prstGeom>
          <a:solidFill>
            <a:srgbClr val="0D8D56"/>
          </a:solidFill>
          <a:ln>
            <a:noFill/>
          </a:ln>
        </p:spPr>
        <p:txBody>
          <a:bodyPr/>
          <a:lstStyle/>
          <a:p>
            <a:endParaRPr lang="uk-UA"/>
          </a:p>
        </p:txBody>
      </p:sp>
      <p:sp>
        <p:nvSpPr>
          <p:cNvPr id="883" name="shape883"/>
          <p:cNvSpPr/>
          <p:nvPr/>
        </p:nvSpPr>
        <p:spPr>
          <a:xfrm>
            <a:off x="5713095" y="3291840"/>
            <a:ext cx="83591" cy="202997"/>
          </a:xfrm>
          <a:prstGeom prst="rect">
            <a:avLst/>
          </a:prstGeom>
          <a:solidFill>
            <a:srgbClr val="0D8D56"/>
          </a:solidFill>
          <a:ln>
            <a:noFill/>
          </a:ln>
        </p:spPr>
        <p:txBody>
          <a:bodyPr/>
          <a:lstStyle/>
          <a:p>
            <a:endParaRPr lang="uk-UA"/>
          </a:p>
        </p:txBody>
      </p:sp>
      <p:sp>
        <p:nvSpPr>
          <p:cNvPr id="884" name="shape884"/>
          <p:cNvSpPr/>
          <p:nvPr/>
        </p:nvSpPr>
        <p:spPr>
          <a:xfrm>
            <a:off x="5794858" y="3291840"/>
            <a:ext cx="83591" cy="202997"/>
          </a:xfrm>
          <a:prstGeom prst="rect">
            <a:avLst/>
          </a:prstGeom>
          <a:solidFill>
            <a:srgbClr val="0D8D56"/>
          </a:solidFill>
          <a:ln>
            <a:noFill/>
          </a:ln>
        </p:spPr>
        <p:txBody>
          <a:bodyPr/>
          <a:lstStyle/>
          <a:p>
            <a:endParaRPr lang="uk-UA"/>
          </a:p>
        </p:txBody>
      </p:sp>
      <p:sp>
        <p:nvSpPr>
          <p:cNvPr id="885" name="shape885"/>
          <p:cNvSpPr/>
          <p:nvPr/>
        </p:nvSpPr>
        <p:spPr>
          <a:xfrm>
            <a:off x="5876620" y="3291840"/>
            <a:ext cx="83591" cy="202997"/>
          </a:xfrm>
          <a:prstGeom prst="rect">
            <a:avLst/>
          </a:prstGeom>
          <a:solidFill>
            <a:srgbClr val="0D8D56"/>
          </a:solidFill>
          <a:ln>
            <a:noFill/>
          </a:ln>
        </p:spPr>
        <p:txBody>
          <a:bodyPr/>
          <a:lstStyle/>
          <a:p>
            <a:endParaRPr lang="uk-UA"/>
          </a:p>
        </p:txBody>
      </p:sp>
      <p:sp>
        <p:nvSpPr>
          <p:cNvPr id="886" name="shape886"/>
          <p:cNvSpPr/>
          <p:nvPr/>
        </p:nvSpPr>
        <p:spPr>
          <a:xfrm>
            <a:off x="5958383" y="3291840"/>
            <a:ext cx="83591" cy="202997"/>
          </a:xfrm>
          <a:prstGeom prst="rect">
            <a:avLst/>
          </a:prstGeom>
          <a:solidFill>
            <a:srgbClr val="0D8D56"/>
          </a:solidFill>
          <a:ln>
            <a:noFill/>
          </a:ln>
        </p:spPr>
        <p:txBody>
          <a:bodyPr/>
          <a:lstStyle/>
          <a:p>
            <a:endParaRPr lang="uk-UA"/>
          </a:p>
        </p:txBody>
      </p:sp>
      <p:sp>
        <p:nvSpPr>
          <p:cNvPr id="887" name="shape887"/>
          <p:cNvSpPr/>
          <p:nvPr/>
        </p:nvSpPr>
        <p:spPr>
          <a:xfrm>
            <a:off x="6040145" y="3291840"/>
            <a:ext cx="83591" cy="202997"/>
          </a:xfrm>
          <a:prstGeom prst="rect">
            <a:avLst/>
          </a:prstGeom>
          <a:solidFill>
            <a:srgbClr val="0D8D56"/>
          </a:solidFill>
          <a:ln>
            <a:noFill/>
          </a:ln>
        </p:spPr>
        <p:txBody>
          <a:bodyPr/>
          <a:lstStyle/>
          <a:p>
            <a:endParaRPr lang="uk-UA"/>
          </a:p>
        </p:txBody>
      </p:sp>
      <p:sp>
        <p:nvSpPr>
          <p:cNvPr id="888" name="shape888"/>
          <p:cNvSpPr/>
          <p:nvPr/>
        </p:nvSpPr>
        <p:spPr>
          <a:xfrm>
            <a:off x="6121908" y="3291840"/>
            <a:ext cx="83591" cy="202997"/>
          </a:xfrm>
          <a:prstGeom prst="rect">
            <a:avLst/>
          </a:prstGeom>
          <a:solidFill>
            <a:srgbClr val="0D8D56"/>
          </a:solidFill>
          <a:ln>
            <a:noFill/>
          </a:ln>
        </p:spPr>
        <p:txBody>
          <a:bodyPr/>
          <a:lstStyle/>
          <a:p>
            <a:endParaRPr lang="uk-UA"/>
          </a:p>
        </p:txBody>
      </p:sp>
      <p:sp>
        <p:nvSpPr>
          <p:cNvPr id="889" name="shape889"/>
          <p:cNvSpPr/>
          <p:nvPr/>
        </p:nvSpPr>
        <p:spPr>
          <a:xfrm>
            <a:off x="6203671" y="3291840"/>
            <a:ext cx="83591" cy="202997"/>
          </a:xfrm>
          <a:prstGeom prst="rect">
            <a:avLst/>
          </a:prstGeom>
          <a:solidFill>
            <a:srgbClr val="0D8D56"/>
          </a:solidFill>
          <a:ln>
            <a:noFill/>
          </a:ln>
        </p:spPr>
        <p:txBody>
          <a:bodyPr/>
          <a:lstStyle/>
          <a:p>
            <a:endParaRPr lang="uk-UA"/>
          </a:p>
        </p:txBody>
      </p:sp>
      <p:sp>
        <p:nvSpPr>
          <p:cNvPr id="890" name="shape890"/>
          <p:cNvSpPr/>
          <p:nvPr/>
        </p:nvSpPr>
        <p:spPr>
          <a:xfrm>
            <a:off x="6285433" y="3291840"/>
            <a:ext cx="83591" cy="202997"/>
          </a:xfrm>
          <a:prstGeom prst="rect">
            <a:avLst/>
          </a:prstGeom>
          <a:solidFill>
            <a:srgbClr val="0D8D56"/>
          </a:solidFill>
          <a:ln>
            <a:noFill/>
          </a:ln>
        </p:spPr>
        <p:txBody>
          <a:bodyPr/>
          <a:lstStyle/>
          <a:p>
            <a:endParaRPr lang="uk-UA"/>
          </a:p>
        </p:txBody>
      </p:sp>
      <p:sp>
        <p:nvSpPr>
          <p:cNvPr id="891" name="shape891"/>
          <p:cNvSpPr/>
          <p:nvPr/>
        </p:nvSpPr>
        <p:spPr>
          <a:xfrm>
            <a:off x="6367196" y="3291840"/>
            <a:ext cx="83591" cy="202997"/>
          </a:xfrm>
          <a:prstGeom prst="rect">
            <a:avLst/>
          </a:prstGeom>
          <a:solidFill>
            <a:srgbClr val="0D8D56"/>
          </a:solidFill>
          <a:ln>
            <a:noFill/>
          </a:ln>
        </p:spPr>
        <p:txBody>
          <a:bodyPr/>
          <a:lstStyle/>
          <a:p>
            <a:endParaRPr lang="uk-UA"/>
          </a:p>
        </p:txBody>
      </p:sp>
      <p:sp>
        <p:nvSpPr>
          <p:cNvPr id="892" name="shape892"/>
          <p:cNvSpPr/>
          <p:nvPr/>
        </p:nvSpPr>
        <p:spPr>
          <a:xfrm>
            <a:off x="6448958" y="3291840"/>
            <a:ext cx="83591" cy="202997"/>
          </a:xfrm>
          <a:prstGeom prst="rect">
            <a:avLst/>
          </a:prstGeom>
          <a:solidFill>
            <a:srgbClr val="0D8D56"/>
          </a:solidFill>
          <a:ln>
            <a:noFill/>
          </a:ln>
        </p:spPr>
        <p:txBody>
          <a:bodyPr/>
          <a:lstStyle/>
          <a:p>
            <a:endParaRPr lang="uk-UA"/>
          </a:p>
        </p:txBody>
      </p:sp>
      <p:sp>
        <p:nvSpPr>
          <p:cNvPr id="893" name="shape893"/>
          <p:cNvSpPr/>
          <p:nvPr/>
        </p:nvSpPr>
        <p:spPr>
          <a:xfrm>
            <a:off x="6530721" y="3291840"/>
            <a:ext cx="83591" cy="202997"/>
          </a:xfrm>
          <a:prstGeom prst="rect">
            <a:avLst/>
          </a:prstGeom>
          <a:solidFill>
            <a:srgbClr val="0D8D56"/>
          </a:solidFill>
          <a:ln>
            <a:noFill/>
          </a:ln>
        </p:spPr>
        <p:txBody>
          <a:bodyPr/>
          <a:lstStyle/>
          <a:p>
            <a:endParaRPr lang="uk-UA"/>
          </a:p>
        </p:txBody>
      </p:sp>
      <p:sp>
        <p:nvSpPr>
          <p:cNvPr id="894" name="shape894"/>
          <p:cNvSpPr/>
          <p:nvPr/>
        </p:nvSpPr>
        <p:spPr>
          <a:xfrm>
            <a:off x="6612484" y="3291840"/>
            <a:ext cx="83591" cy="202997"/>
          </a:xfrm>
          <a:prstGeom prst="rect">
            <a:avLst/>
          </a:prstGeom>
          <a:solidFill>
            <a:srgbClr val="0D8D56"/>
          </a:solidFill>
          <a:ln>
            <a:noFill/>
          </a:ln>
        </p:spPr>
        <p:txBody>
          <a:bodyPr/>
          <a:lstStyle/>
          <a:p>
            <a:endParaRPr lang="uk-UA"/>
          </a:p>
        </p:txBody>
      </p:sp>
      <p:sp>
        <p:nvSpPr>
          <p:cNvPr id="895" name="shape895"/>
          <p:cNvSpPr/>
          <p:nvPr/>
        </p:nvSpPr>
        <p:spPr>
          <a:xfrm>
            <a:off x="6694246" y="3291840"/>
            <a:ext cx="83591" cy="202997"/>
          </a:xfrm>
          <a:prstGeom prst="rect">
            <a:avLst/>
          </a:prstGeom>
          <a:solidFill>
            <a:srgbClr val="0D8D56"/>
          </a:solidFill>
          <a:ln>
            <a:noFill/>
          </a:ln>
        </p:spPr>
        <p:txBody>
          <a:bodyPr/>
          <a:lstStyle/>
          <a:p>
            <a:endParaRPr lang="uk-UA"/>
          </a:p>
        </p:txBody>
      </p:sp>
      <p:sp>
        <p:nvSpPr>
          <p:cNvPr id="896" name="shape896"/>
          <p:cNvSpPr/>
          <p:nvPr/>
        </p:nvSpPr>
        <p:spPr>
          <a:xfrm>
            <a:off x="6776009" y="3291840"/>
            <a:ext cx="83591" cy="202997"/>
          </a:xfrm>
          <a:prstGeom prst="rect">
            <a:avLst/>
          </a:prstGeom>
          <a:solidFill>
            <a:srgbClr val="0D8D56"/>
          </a:solidFill>
          <a:ln>
            <a:noFill/>
          </a:ln>
        </p:spPr>
        <p:txBody>
          <a:bodyPr/>
          <a:lstStyle/>
          <a:p>
            <a:endParaRPr lang="uk-UA"/>
          </a:p>
        </p:txBody>
      </p:sp>
      <p:sp>
        <p:nvSpPr>
          <p:cNvPr id="897" name="shape897"/>
          <p:cNvSpPr/>
          <p:nvPr/>
        </p:nvSpPr>
        <p:spPr>
          <a:xfrm>
            <a:off x="6857771" y="3291840"/>
            <a:ext cx="83591" cy="202997"/>
          </a:xfrm>
          <a:prstGeom prst="rect">
            <a:avLst/>
          </a:prstGeom>
          <a:solidFill>
            <a:srgbClr val="0D8D56"/>
          </a:solidFill>
          <a:ln>
            <a:noFill/>
          </a:ln>
        </p:spPr>
        <p:txBody>
          <a:bodyPr/>
          <a:lstStyle/>
          <a:p>
            <a:endParaRPr lang="uk-UA"/>
          </a:p>
        </p:txBody>
      </p:sp>
      <p:sp>
        <p:nvSpPr>
          <p:cNvPr id="898" name="shape898"/>
          <p:cNvSpPr/>
          <p:nvPr/>
        </p:nvSpPr>
        <p:spPr>
          <a:xfrm>
            <a:off x="6939534" y="3291840"/>
            <a:ext cx="83591" cy="202997"/>
          </a:xfrm>
          <a:prstGeom prst="rect">
            <a:avLst/>
          </a:prstGeom>
          <a:solidFill>
            <a:srgbClr val="0D8D56"/>
          </a:solidFill>
          <a:ln>
            <a:noFill/>
          </a:ln>
        </p:spPr>
        <p:txBody>
          <a:bodyPr/>
          <a:lstStyle/>
          <a:p>
            <a:endParaRPr lang="uk-UA"/>
          </a:p>
        </p:txBody>
      </p:sp>
      <p:sp>
        <p:nvSpPr>
          <p:cNvPr id="899" name="shape899"/>
          <p:cNvSpPr/>
          <p:nvPr/>
        </p:nvSpPr>
        <p:spPr>
          <a:xfrm>
            <a:off x="7021297" y="3291840"/>
            <a:ext cx="83591" cy="202997"/>
          </a:xfrm>
          <a:prstGeom prst="rect">
            <a:avLst/>
          </a:prstGeom>
          <a:solidFill>
            <a:srgbClr val="0D8D56"/>
          </a:solidFill>
          <a:ln>
            <a:noFill/>
          </a:ln>
        </p:spPr>
        <p:txBody>
          <a:bodyPr/>
          <a:lstStyle/>
          <a:p>
            <a:endParaRPr lang="uk-UA"/>
          </a:p>
        </p:txBody>
      </p:sp>
      <p:sp>
        <p:nvSpPr>
          <p:cNvPr id="900" name="shape900"/>
          <p:cNvSpPr/>
          <p:nvPr/>
        </p:nvSpPr>
        <p:spPr>
          <a:xfrm>
            <a:off x="7103059" y="3291840"/>
            <a:ext cx="83591" cy="202997"/>
          </a:xfrm>
          <a:prstGeom prst="rect">
            <a:avLst/>
          </a:prstGeom>
          <a:solidFill>
            <a:srgbClr val="0D8D56"/>
          </a:solidFill>
          <a:ln>
            <a:noFill/>
          </a:ln>
        </p:spPr>
        <p:txBody>
          <a:bodyPr/>
          <a:lstStyle/>
          <a:p>
            <a:endParaRPr lang="uk-UA"/>
          </a:p>
        </p:txBody>
      </p:sp>
      <p:sp>
        <p:nvSpPr>
          <p:cNvPr id="901" name="shape901"/>
          <p:cNvSpPr/>
          <p:nvPr/>
        </p:nvSpPr>
        <p:spPr>
          <a:xfrm>
            <a:off x="7184822" y="3291840"/>
            <a:ext cx="83591" cy="202997"/>
          </a:xfrm>
          <a:prstGeom prst="rect">
            <a:avLst/>
          </a:prstGeom>
          <a:solidFill>
            <a:srgbClr val="0D8D56"/>
          </a:solidFill>
          <a:ln>
            <a:noFill/>
          </a:ln>
        </p:spPr>
        <p:txBody>
          <a:bodyPr/>
          <a:lstStyle/>
          <a:p>
            <a:endParaRPr lang="uk-UA"/>
          </a:p>
        </p:txBody>
      </p:sp>
      <p:sp>
        <p:nvSpPr>
          <p:cNvPr id="902" name="shape902"/>
          <p:cNvSpPr/>
          <p:nvPr/>
        </p:nvSpPr>
        <p:spPr>
          <a:xfrm>
            <a:off x="7266584" y="3291840"/>
            <a:ext cx="83591" cy="202997"/>
          </a:xfrm>
          <a:prstGeom prst="rect">
            <a:avLst/>
          </a:prstGeom>
          <a:solidFill>
            <a:srgbClr val="0D8D56"/>
          </a:solidFill>
          <a:ln>
            <a:noFill/>
          </a:ln>
        </p:spPr>
        <p:txBody>
          <a:bodyPr/>
          <a:lstStyle/>
          <a:p>
            <a:endParaRPr lang="uk-UA"/>
          </a:p>
        </p:txBody>
      </p:sp>
      <p:sp>
        <p:nvSpPr>
          <p:cNvPr id="903" name="shape903"/>
          <p:cNvSpPr/>
          <p:nvPr/>
        </p:nvSpPr>
        <p:spPr>
          <a:xfrm>
            <a:off x="7348347" y="3291840"/>
            <a:ext cx="83591" cy="202997"/>
          </a:xfrm>
          <a:prstGeom prst="rect">
            <a:avLst/>
          </a:prstGeom>
          <a:solidFill>
            <a:srgbClr val="0D8D56"/>
          </a:solidFill>
          <a:ln>
            <a:noFill/>
          </a:ln>
        </p:spPr>
        <p:txBody>
          <a:bodyPr/>
          <a:lstStyle/>
          <a:p>
            <a:endParaRPr lang="uk-UA"/>
          </a:p>
        </p:txBody>
      </p:sp>
      <p:sp>
        <p:nvSpPr>
          <p:cNvPr id="904" name="shape904"/>
          <p:cNvSpPr/>
          <p:nvPr/>
        </p:nvSpPr>
        <p:spPr>
          <a:xfrm>
            <a:off x="7430110" y="3291840"/>
            <a:ext cx="83591" cy="202997"/>
          </a:xfrm>
          <a:prstGeom prst="rect">
            <a:avLst/>
          </a:prstGeom>
          <a:solidFill>
            <a:srgbClr val="0D8D56"/>
          </a:solidFill>
          <a:ln>
            <a:noFill/>
          </a:ln>
        </p:spPr>
        <p:txBody>
          <a:bodyPr/>
          <a:lstStyle/>
          <a:p>
            <a:endParaRPr lang="uk-UA"/>
          </a:p>
        </p:txBody>
      </p:sp>
      <p:sp>
        <p:nvSpPr>
          <p:cNvPr id="905" name="shape905"/>
          <p:cNvSpPr/>
          <p:nvPr/>
        </p:nvSpPr>
        <p:spPr>
          <a:xfrm>
            <a:off x="7511872" y="3291840"/>
            <a:ext cx="83591" cy="202997"/>
          </a:xfrm>
          <a:prstGeom prst="rect">
            <a:avLst/>
          </a:prstGeom>
          <a:solidFill>
            <a:srgbClr val="0D8D56"/>
          </a:solidFill>
          <a:ln>
            <a:noFill/>
          </a:ln>
        </p:spPr>
        <p:txBody>
          <a:bodyPr/>
          <a:lstStyle/>
          <a:p>
            <a:endParaRPr lang="uk-UA"/>
          </a:p>
        </p:txBody>
      </p:sp>
      <p:sp>
        <p:nvSpPr>
          <p:cNvPr id="906" name="shape906"/>
          <p:cNvSpPr/>
          <p:nvPr/>
        </p:nvSpPr>
        <p:spPr>
          <a:xfrm>
            <a:off x="7593635" y="3291840"/>
            <a:ext cx="83591" cy="202997"/>
          </a:xfrm>
          <a:prstGeom prst="rect">
            <a:avLst/>
          </a:prstGeom>
          <a:solidFill>
            <a:srgbClr val="0D8D56"/>
          </a:solidFill>
          <a:ln>
            <a:noFill/>
          </a:ln>
        </p:spPr>
        <p:txBody>
          <a:bodyPr/>
          <a:lstStyle/>
          <a:p>
            <a:endParaRPr lang="uk-UA"/>
          </a:p>
        </p:txBody>
      </p:sp>
      <p:sp>
        <p:nvSpPr>
          <p:cNvPr id="907" name="shape907"/>
          <p:cNvSpPr/>
          <p:nvPr/>
        </p:nvSpPr>
        <p:spPr>
          <a:xfrm>
            <a:off x="7675397" y="3291840"/>
            <a:ext cx="83591" cy="202997"/>
          </a:xfrm>
          <a:prstGeom prst="rect">
            <a:avLst/>
          </a:prstGeom>
          <a:solidFill>
            <a:srgbClr val="0D8D56"/>
          </a:solidFill>
          <a:ln>
            <a:noFill/>
          </a:ln>
        </p:spPr>
        <p:txBody>
          <a:bodyPr/>
          <a:lstStyle/>
          <a:p>
            <a:endParaRPr lang="uk-UA"/>
          </a:p>
        </p:txBody>
      </p:sp>
      <p:sp>
        <p:nvSpPr>
          <p:cNvPr id="908" name="shape908"/>
          <p:cNvSpPr/>
          <p:nvPr/>
        </p:nvSpPr>
        <p:spPr>
          <a:xfrm>
            <a:off x="7757160" y="3291840"/>
            <a:ext cx="83591" cy="202997"/>
          </a:xfrm>
          <a:prstGeom prst="rect">
            <a:avLst/>
          </a:prstGeom>
          <a:solidFill>
            <a:srgbClr val="0D8D56"/>
          </a:solidFill>
          <a:ln>
            <a:noFill/>
          </a:ln>
        </p:spPr>
        <p:txBody>
          <a:bodyPr/>
          <a:lstStyle/>
          <a:p>
            <a:endParaRPr lang="uk-UA"/>
          </a:p>
        </p:txBody>
      </p:sp>
      <p:sp>
        <p:nvSpPr>
          <p:cNvPr id="909" name="shape909"/>
          <p:cNvSpPr/>
          <p:nvPr/>
        </p:nvSpPr>
        <p:spPr>
          <a:xfrm>
            <a:off x="7838923" y="3291840"/>
            <a:ext cx="83591" cy="202997"/>
          </a:xfrm>
          <a:prstGeom prst="rect">
            <a:avLst/>
          </a:prstGeom>
          <a:solidFill>
            <a:srgbClr val="0D8D56"/>
          </a:solidFill>
          <a:ln>
            <a:noFill/>
          </a:ln>
        </p:spPr>
        <p:txBody>
          <a:bodyPr/>
          <a:lstStyle/>
          <a:p>
            <a:endParaRPr lang="uk-UA"/>
          </a:p>
        </p:txBody>
      </p:sp>
      <p:sp>
        <p:nvSpPr>
          <p:cNvPr id="910" name="shape910"/>
          <p:cNvSpPr/>
          <p:nvPr/>
        </p:nvSpPr>
        <p:spPr>
          <a:xfrm>
            <a:off x="7920685" y="3291840"/>
            <a:ext cx="83591" cy="202997"/>
          </a:xfrm>
          <a:prstGeom prst="rect">
            <a:avLst/>
          </a:prstGeom>
          <a:solidFill>
            <a:srgbClr val="0D8D56"/>
          </a:solidFill>
          <a:ln>
            <a:noFill/>
          </a:ln>
        </p:spPr>
        <p:txBody>
          <a:bodyPr/>
          <a:lstStyle/>
          <a:p>
            <a:endParaRPr lang="uk-UA"/>
          </a:p>
        </p:txBody>
      </p:sp>
      <p:sp>
        <p:nvSpPr>
          <p:cNvPr id="911" name="shape911"/>
          <p:cNvSpPr/>
          <p:nvPr/>
        </p:nvSpPr>
        <p:spPr>
          <a:xfrm>
            <a:off x="8002448" y="3291840"/>
            <a:ext cx="83591" cy="202997"/>
          </a:xfrm>
          <a:prstGeom prst="rect">
            <a:avLst/>
          </a:prstGeom>
          <a:solidFill>
            <a:srgbClr val="0D8D56"/>
          </a:solidFill>
          <a:ln>
            <a:noFill/>
          </a:ln>
        </p:spPr>
        <p:txBody>
          <a:bodyPr/>
          <a:lstStyle/>
          <a:p>
            <a:endParaRPr lang="uk-UA"/>
          </a:p>
        </p:txBody>
      </p:sp>
      <p:sp>
        <p:nvSpPr>
          <p:cNvPr id="912" name="shape912"/>
          <p:cNvSpPr/>
          <p:nvPr/>
        </p:nvSpPr>
        <p:spPr>
          <a:xfrm>
            <a:off x="8084210" y="3291840"/>
            <a:ext cx="83591" cy="202997"/>
          </a:xfrm>
          <a:prstGeom prst="rect">
            <a:avLst/>
          </a:prstGeom>
          <a:solidFill>
            <a:srgbClr val="0D8D56"/>
          </a:solidFill>
          <a:ln>
            <a:noFill/>
          </a:ln>
        </p:spPr>
        <p:txBody>
          <a:bodyPr/>
          <a:lstStyle/>
          <a:p>
            <a:endParaRPr lang="uk-UA"/>
          </a:p>
        </p:txBody>
      </p:sp>
      <p:sp>
        <p:nvSpPr>
          <p:cNvPr id="913" name="shape913"/>
          <p:cNvSpPr/>
          <p:nvPr/>
        </p:nvSpPr>
        <p:spPr>
          <a:xfrm>
            <a:off x="8165973" y="3291840"/>
            <a:ext cx="83591" cy="202997"/>
          </a:xfrm>
          <a:prstGeom prst="rect">
            <a:avLst/>
          </a:prstGeom>
          <a:solidFill>
            <a:srgbClr val="0D8D56"/>
          </a:solidFill>
          <a:ln>
            <a:noFill/>
          </a:ln>
        </p:spPr>
        <p:txBody>
          <a:bodyPr/>
          <a:lstStyle/>
          <a:p>
            <a:endParaRPr lang="uk-UA"/>
          </a:p>
        </p:txBody>
      </p:sp>
      <p:sp>
        <p:nvSpPr>
          <p:cNvPr id="914" name="shape914"/>
          <p:cNvSpPr/>
          <p:nvPr/>
        </p:nvSpPr>
        <p:spPr>
          <a:xfrm>
            <a:off x="8247736" y="3291840"/>
            <a:ext cx="83591" cy="202997"/>
          </a:xfrm>
          <a:prstGeom prst="rect">
            <a:avLst/>
          </a:prstGeom>
          <a:solidFill>
            <a:srgbClr val="0D8D56"/>
          </a:solidFill>
          <a:ln>
            <a:noFill/>
          </a:ln>
        </p:spPr>
        <p:txBody>
          <a:bodyPr/>
          <a:lstStyle/>
          <a:p>
            <a:endParaRPr lang="uk-UA"/>
          </a:p>
        </p:txBody>
      </p:sp>
      <p:sp>
        <p:nvSpPr>
          <p:cNvPr id="915" name="shape915"/>
          <p:cNvSpPr/>
          <p:nvPr/>
        </p:nvSpPr>
        <p:spPr>
          <a:xfrm>
            <a:off x="8329498" y="3291840"/>
            <a:ext cx="83591" cy="202997"/>
          </a:xfrm>
          <a:prstGeom prst="rect">
            <a:avLst/>
          </a:prstGeom>
          <a:solidFill>
            <a:srgbClr val="0D8D56"/>
          </a:solidFill>
          <a:ln>
            <a:noFill/>
          </a:ln>
        </p:spPr>
        <p:txBody>
          <a:bodyPr/>
          <a:lstStyle/>
          <a:p>
            <a:endParaRPr lang="uk-UA"/>
          </a:p>
        </p:txBody>
      </p:sp>
      <p:sp>
        <p:nvSpPr>
          <p:cNvPr id="916" name="shape916"/>
          <p:cNvSpPr/>
          <p:nvPr/>
        </p:nvSpPr>
        <p:spPr>
          <a:xfrm>
            <a:off x="8411261" y="3291840"/>
            <a:ext cx="83591" cy="202997"/>
          </a:xfrm>
          <a:prstGeom prst="rect">
            <a:avLst/>
          </a:prstGeom>
          <a:solidFill>
            <a:srgbClr val="0D8D56"/>
          </a:solidFill>
          <a:ln>
            <a:noFill/>
          </a:ln>
        </p:spPr>
        <p:txBody>
          <a:bodyPr/>
          <a:lstStyle/>
          <a:p>
            <a:endParaRPr lang="uk-UA"/>
          </a:p>
        </p:txBody>
      </p:sp>
      <p:sp>
        <p:nvSpPr>
          <p:cNvPr id="917" name="shape917"/>
          <p:cNvSpPr/>
          <p:nvPr/>
        </p:nvSpPr>
        <p:spPr>
          <a:xfrm>
            <a:off x="8493023" y="3291840"/>
            <a:ext cx="83591" cy="202997"/>
          </a:xfrm>
          <a:prstGeom prst="rect">
            <a:avLst/>
          </a:prstGeom>
          <a:solidFill>
            <a:srgbClr val="0D8D56"/>
          </a:solidFill>
          <a:ln>
            <a:noFill/>
          </a:ln>
        </p:spPr>
        <p:txBody>
          <a:bodyPr/>
          <a:lstStyle/>
          <a:p>
            <a:endParaRPr lang="uk-UA"/>
          </a:p>
        </p:txBody>
      </p:sp>
      <p:sp>
        <p:nvSpPr>
          <p:cNvPr id="918" name="shape918"/>
          <p:cNvSpPr/>
          <p:nvPr/>
        </p:nvSpPr>
        <p:spPr>
          <a:xfrm>
            <a:off x="8574786" y="3291840"/>
            <a:ext cx="83591" cy="202997"/>
          </a:xfrm>
          <a:prstGeom prst="rect">
            <a:avLst/>
          </a:prstGeom>
          <a:solidFill>
            <a:srgbClr val="0D8D56"/>
          </a:solidFill>
          <a:ln>
            <a:noFill/>
          </a:ln>
        </p:spPr>
        <p:txBody>
          <a:bodyPr/>
          <a:lstStyle/>
          <a:p>
            <a:endParaRPr lang="uk-UA"/>
          </a:p>
        </p:txBody>
      </p:sp>
      <p:sp>
        <p:nvSpPr>
          <p:cNvPr id="919" name="shape919"/>
          <p:cNvSpPr/>
          <p:nvPr/>
        </p:nvSpPr>
        <p:spPr>
          <a:xfrm>
            <a:off x="8656549" y="3291840"/>
            <a:ext cx="83591" cy="202997"/>
          </a:xfrm>
          <a:prstGeom prst="rect">
            <a:avLst/>
          </a:prstGeom>
          <a:solidFill>
            <a:srgbClr val="0D8D56"/>
          </a:solidFill>
          <a:ln>
            <a:noFill/>
          </a:ln>
        </p:spPr>
        <p:txBody>
          <a:bodyPr/>
          <a:lstStyle/>
          <a:p>
            <a:endParaRPr lang="uk-UA"/>
          </a:p>
        </p:txBody>
      </p:sp>
      <p:sp>
        <p:nvSpPr>
          <p:cNvPr id="920" name="shape920"/>
          <p:cNvSpPr/>
          <p:nvPr/>
        </p:nvSpPr>
        <p:spPr>
          <a:xfrm>
            <a:off x="8738311" y="3291840"/>
            <a:ext cx="83591" cy="202997"/>
          </a:xfrm>
          <a:prstGeom prst="rect">
            <a:avLst/>
          </a:prstGeom>
          <a:solidFill>
            <a:srgbClr val="0D8D56"/>
          </a:solidFill>
          <a:ln>
            <a:noFill/>
          </a:ln>
        </p:spPr>
        <p:txBody>
          <a:bodyPr/>
          <a:lstStyle/>
          <a:p>
            <a:endParaRPr lang="uk-UA"/>
          </a:p>
        </p:txBody>
      </p:sp>
      <p:sp>
        <p:nvSpPr>
          <p:cNvPr id="921" name="shape921"/>
          <p:cNvSpPr/>
          <p:nvPr/>
        </p:nvSpPr>
        <p:spPr>
          <a:xfrm>
            <a:off x="8820074" y="3291840"/>
            <a:ext cx="83591" cy="202997"/>
          </a:xfrm>
          <a:prstGeom prst="rect">
            <a:avLst/>
          </a:prstGeom>
          <a:solidFill>
            <a:srgbClr val="0D8D56"/>
          </a:solidFill>
          <a:ln>
            <a:noFill/>
          </a:ln>
        </p:spPr>
        <p:txBody>
          <a:bodyPr/>
          <a:lstStyle/>
          <a:p>
            <a:endParaRPr lang="uk-UA"/>
          </a:p>
        </p:txBody>
      </p:sp>
      <p:sp>
        <p:nvSpPr>
          <p:cNvPr id="922" name="shape922"/>
          <p:cNvSpPr/>
          <p:nvPr/>
        </p:nvSpPr>
        <p:spPr>
          <a:xfrm>
            <a:off x="8901836" y="3291840"/>
            <a:ext cx="83591" cy="202997"/>
          </a:xfrm>
          <a:prstGeom prst="rect">
            <a:avLst/>
          </a:prstGeom>
          <a:solidFill>
            <a:srgbClr val="0D8D56"/>
          </a:solidFill>
          <a:ln>
            <a:noFill/>
          </a:ln>
        </p:spPr>
        <p:txBody>
          <a:bodyPr/>
          <a:lstStyle/>
          <a:p>
            <a:endParaRPr lang="uk-UA"/>
          </a:p>
        </p:txBody>
      </p:sp>
      <p:sp>
        <p:nvSpPr>
          <p:cNvPr id="923" name="shape923"/>
          <p:cNvSpPr/>
          <p:nvPr/>
        </p:nvSpPr>
        <p:spPr>
          <a:xfrm>
            <a:off x="8983599" y="3291840"/>
            <a:ext cx="83591" cy="202997"/>
          </a:xfrm>
          <a:prstGeom prst="rect">
            <a:avLst/>
          </a:prstGeom>
          <a:solidFill>
            <a:srgbClr val="0D8D56"/>
          </a:solidFill>
          <a:ln>
            <a:noFill/>
          </a:ln>
        </p:spPr>
        <p:txBody>
          <a:bodyPr/>
          <a:lstStyle/>
          <a:p>
            <a:endParaRPr lang="uk-UA"/>
          </a:p>
        </p:txBody>
      </p:sp>
      <p:sp>
        <p:nvSpPr>
          <p:cNvPr id="924" name="shape924"/>
          <p:cNvSpPr/>
          <p:nvPr/>
        </p:nvSpPr>
        <p:spPr>
          <a:xfrm>
            <a:off x="9065362" y="3291840"/>
            <a:ext cx="83591" cy="202997"/>
          </a:xfrm>
          <a:prstGeom prst="rect">
            <a:avLst/>
          </a:prstGeom>
          <a:solidFill>
            <a:srgbClr val="0D8D56"/>
          </a:solidFill>
          <a:ln>
            <a:noFill/>
          </a:ln>
        </p:spPr>
        <p:txBody>
          <a:bodyPr/>
          <a:lstStyle/>
          <a:p>
            <a:endParaRPr lang="uk-UA"/>
          </a:p>
        </p:txBody>
      </p:sp>
      <p:sp>
        <p:nvSpPr>
          <p:cNvPr id="925" name="shape925"/>
          <p:cNvSpPr/>
          <p:nvPr/>
        </p:nvSpPr>
        <p:spPr>
          <a:xfrm>
            <a:off x="9147124" y="3291840"/>
            <a:ext cx="83591" cy="202997"/>
          </a:xfrm>
          <a:prstGeom prst="rect">
            <a:avLst/>
          </a:prstGeom>
          <a:solidFill>
            <a:srgbClr val="0D8D56"/>
          </a:solidFill>
          <a:ln>
            <a:noFill/>
          </a:ln>
        </p:spPr>
        <p:txBody>
          <a:bodyPr/>
          <a:lstStyle/>
          <a:p>
            <a:endParaRPr lang="uk-UA"/>
          </a:p>
        </p:txBody>
      </p:sp>
      <p:sp>
        <p:nvSpPr>
          <p:cNvPr id="926" name="shape926"/>
          <p:cNvSpPr/>
          <p:nvPr/>
        </p:nvSpPr>
        <p:spPr>
          <a:xfrm>
            <a:off x="9228887" y="3291840"/>
            <a:ext cx="83591" cy="202997"/>
          </a:xfrm>
          <a:prstGeom prst="rect">
            <a:avLst/>
          </a:prstGeom>
          <a:solidFill>
            <a:srgbClr val="0D8D56"/>
          </a:solidFill>
          <a:ln>
            <a:noFill/>
          </a:ln>
        </p:spPr>
        <p:txBody>
          <a:bodyPr/>
          <a:lstStyle/>
          <a:p>
            <a:endParaRPr lang="uk-UA"/>
          </a:p>
        </p:txBody>
      </p:sp>
      <p:sp>
        <p:nvSpPr>
          <p:cNvPr id="927" name="shape927"/>
          <p:cNvSpPr/>
          <p:nvPr/>
        </p:nvSpPr>
        <p:spPr>
          <a:xfrm>
            <a:off x="9310649" y="3291840"/>
            <a:ext cx="83591" cy="202997"/>
          </a:xfrm>
          <a:prstGeom prst="rect">
            <a:avLst/>
          </a:prstGeom>
          <a:solidFill>
            <a:srgbClr val="0D8D56"/>
          </a:solidFill>
          <a:ln>
            <a:noFill/>
          </a:ln>
        </p:spPr>
        <p:txBody>
          <a:bodyPr/>
          <a:lstStyle/>
          <a:p>
            <a:endParaRPr lang="uk-UA"/>
          </a:p>
        </p:txBody>
      </p:sp>
      <p:sp>
        <p:nvSpPr>
          <p:cNvPr id="928" name="shape928"/>
          <p:cNvSpPr/>
          <p:nvPr/>
        </p:nvSpPr>
        <p:spPr>
          <a:xfrm>
            <a:off x="9392412" y="3291840"/>
            <a:ext cx="83591" cy="202997"/>
          </a:xfrm>
          <a:prstGeom prst="rect">
            <a:avLst/>
          </a:prstGeom>
          <a:solidFill>
            <a:srgbClr val="0D8D56"/>
          </a:solidFill>
          <a:ln>
            <a:noFill/>
          </a:ln>
        </p:spPr>
        <p:txBody>
          <a:bodyPr/>
          <a:lstStyle/>
          <a:p>
            <a:endParaRPr lang="uk-UA"/>
          </a:p>
        </p:txBody>
      </p:sp>
      <p:sp>
        <p:nvSpPr>
          <p:cNvPr id="929" name="shape929"/>
          <p:cNvSpPr/>
          <p:nvPr/>
        </p:nvSpPr>
        <p:spPr>
          <a:xfrm>
            <a:off x="9474175" y="3291840"/>
            <a:ext cx="83591" cy="202997"/>
          </a:xfrm>
          <a:prstGeom prst="rect">
            <a:avLst/>
          </a:prstGeom>
          <a:solidFill>
            <a:srgbClr val="0D8D56"/>
          </a:solidFill>
          <a:ln>
            <a:noFill/>
          </a:ln>
        </p:spPr>
        <p:txBody>
          <a:bodyPr/>
          <a:lstStyle/>
          <a:p>
            <a:endParaRPr lang="uk-UA"/>
          </a:p>
        </p:txBody>
      </p:sp>
      <p:sp>
        <p:nvSpPr>
          <p:cNvPr id="930" name="shape930"/>
          <p:cNvSpPr/>
          <p:nvPr/>
        </p:nvSpPr>
        <p:spPr>
          <a:xfrm>
            <a:off x="9555937" y="3291840"/>
            <a:ext cx="83591" cy="202997"/>
          </a:xfrm>
          <a:prstGeom prst="rect">
            <a:avLst/>
          </a:prstGeom>
          <a:solidFill>
            <a:srgbClr val="0D8D56"/>
          </a:solidFill>
          <a:ln>
            <a:noFill/>
          </a:ln>
        </p:spPr>
        <p:txBody>
          <a:bodyPr/>
          <a:lstStyle/>
          <a:p>
            <a:endParaRPr lang="uk-UA"/>
          </a:p>
        </p:txBody>
      </p:sp>
      <p:sp>
        <p:nvSpPr>
          <p:cNvPr id="931" name="shape931"/>
          <p:cNvSpPr/>
          <p:nvPr/>
        </p:nvSpPr>
        <p:spPr>
          <a:xfrm>
            <a:off x="9637700" y="3291840"/>
            <a:ext cx="83591" cy="202997"/>
          </a:xfrm>
          <a:prstGeom prst="rect">
            <a:avLst/>
          </a:prstGeom>
          <a:solidFill>
            <a:srgbClr val="0D8D56"/>
          </a:solidFill>
          <a:ln>
            <a:noFill/>
          </a:ln>
        </p:spPr>
        <p:txBody>
          <a:bodyPr/>
          <a:lstStyle/>
          <a:p>
            <a:endParaRPr lang="uk-UA"/>
          </a:p>
        </p:txBody>
      </p:sp>
      <p:sp>
        <p:nvSpPr>
          <p:cNvPr id="932" name="shape932"/>
          <p:cNvSpPr/>
          <p:nvPr/>
        </p:nvSpPr>
        <p:spPr>
          <a:xfrm>
            <a:off x="9719462" y="3291840"/>
            <a:ext cx="83591" cy="202997"/>
          </a:xfrm>
          <a:prstGeom prst="rect">
            <a:avLst/>
          </a:prstGeom>
          <a:solidFill>
            <a:srgbClr val="0D8D56"/>
          </a:solidFill>
          <a:ln>
            <a:noFill/>
          </a:ln>
        </p:spPr>
        <p:txBody>
          <a:bodyPr/>
          <a:lstStyle/>
          <a:p>
            <a:endParaRPr lang="uk-UA"/>
          </a:p>
        </p:txBody>
      </p:sp>
      <p:sp>
        <p:nvSpPr>
          <p:cNvPr id="933" name="shape933"/>
          <p:cNvSpPr/>
          <p:nvPr/>
        </p:nvSpPr>
        <p:spPr>
          <a:xfrm>
            <a:off x="9801225" y="3291840"/>
            <a:ext cx="83591" cy="202997"/>
          </a:xfrm>
          <a:prstGeom prst="rect">
            <a:avLst/>
          </a:prstGeom>
          <a:solidFill>
            <a:srgbClr val="0D8D56"/>
          </a:solidFill>
          <a:ln>
            <a:noFill/>
          </a:ln>
        </p:spPr>
        <p:txBody>
          <a:bodyPr/>
          <a:lstStyle/>
          <a:p>
            <a:endParaRPr lang="uk-UA"/>
          </a:p>
        </p:txBody>
      </p:sp>
      <p:sp>
        <p:nvSpPr>
          <p:cNvPr id="934" name="shape934"/>
          <p:cNvSpPr/>
          <p:nvPr/>
        </p:nvSpPr>
        <p:spPr>
          <a:xfrm>
            <a:off x="9882988" y="3291840"/>
            <a:ext cx="83591" cy="202997"/>
          </a:xfrm>
          <a:prstGeom prst="rect">
            <a:avLst/>
          </a:prstGeom>
          <a:solidFill>
            <a:srgbClr val="0D8D56"/>
          </a:solidFill>
          <a:ln>
            <a:noFill/>
          </a:ln>
        </p:spPr>
        <p:txBody>
          <a:bodyPr/>
          <a:lstStyle/>
          <a:p>
            <a:endParaRPr lang="uk-UA"/>
          </a:p>
        </p:txBody>
      </p:sp>
      <p:sp>
        <p:nvSpPr>
          <p:cNvPr id="935" name="shape935"/>
          <p:cNvSpPr/>
          <p:nvPr/>
        </p:nvSpPr>
        <p:spPr>
          <a:xfrm>
            <a:off x="9964750" y="3291840"/>
            <a:ext cx="83591" cy="202997"/>
          </a:xfrm>
          <a:prstGeom prst="rect">
            <a:avLst/>
          </a:prstGeom>
          <a:solidFill>
            <a:srgbClr val="0D8D56"/>
          </a:solidFill>
          <a:ln>
            <a:noFill/>
          </a:ln>
        </p:spPr>
        <p:txBody>
          <a:bodyPr/>
          <a:lstStyle/>
          <a:p>
            <a:endParaRPr lang="uk-UA"/>
          </a:p>
        </p:txBody>
      </p:sp>
      <p:sp>
        <p:nvSpPr>
          <p:cNvPr id="936" name="shape936"/>
          <p:cNvSpPr/>
          <p:nvPr/>
        </p:nvSpPr>
        <p:spPr>
          <a:xfrm>
            <a:off x="10046513" y="3291840"/>
            <a:ext cx="83591" cy="202997"/>
          </a:xfrm>
          <a:prstGeom prst="rect">
            <a:avLst/>
          </a:prstGeom>
          <a:solidFill>
            <a:srgbClr val="0D8D56"/>
          </a:solidFill>
          <a:ln>
            <a:noFill/>
          </a:ln>
        </p:spPr>
        <p:txBody>
          <a:bodyPr/>
          <a:lstStyle/>
          <a:p>
            <a:endParaRPr lang="uk-UA"/>
          </a:p>
        </p:txBody>
      </p:sp>
      <p:sp>
        <p:nvSpPr>
          <p:cNvPr id="937" name="shape937"/>
          <p:cNvSpPr/>
          <p:nvPr/>
        </p:nvSpPr>
        <p:spPr>
          <a:xfrm>
            <a:off x="10128275" y="3291840"/>
            <a:ext cx="83591" cy="202997"/>
          </a:xfrm>
          <a:prstGeom prst="rect">
            <a:avLst/>
          </a:prstGeom>
          <a:solidFill>
            <a:srgbClr val="0D8D56"/>
          </a:solidFill>
          <a:ln>
            <a:noFill/>
          </a:ln>
        </p:spPr>
        <p:txBody>
          <a:bodyPr/>
          <a:lstStyle/>
          <a:p>
            <a:endParaRPr lang="uk-UA"/>
          </a:p>
        </p:txBody>
      </p:sp>
      <p:sp>
        <p:nvSpPr>
          <p:cNvPr id="938" name="shape938"/>
          <p:cNvSpPr/>
          <p:nvPr/>
        </p:nvSpPr>
        <p:spPr>
          <a:xfrm>
            <a:off x="10210038" y="3291840"/>
            <a:ext cx="83591" cy="202997"/>
          </a:xfrm>
          <a:prstGeom prst="rect">
            <a:avLst/>
          </a:prstGeom>
          <a:solidFill>
            <a:srgbClr val="0D8D56"/>
          </a:solidFill>
          <a:ln>
            <a:noFill/>
          </a:ln>
        </p:spPr>
        <p:txBody>
          <a:bodyPr/>
          <a:lstStyle/>
          <a:p>
            <a:endParaRPr lang="uk-UA"/>
          </a:p>
        </p:txBody>
      </p:sp>
      <p:sp>
        <p:nvSpPr>
          <p:cNvPr id="939" name="shape939"/>
          <p:cNvSpPr/>
          <p:nvPr/>
        </p:nvSpPr>
        <p:spPr>
          <a:xfrm>
            <a:off x="10291801" y="3291840"/>
            <a:ext cx="83591" cy="202997"/>
          </a:xfrm>
          <a:prstGeom prst="rect">
            <a:avLst/>
          </a:prstGeom>
          <a:solidFill>
            <a:srgbClr val="0D8D56"/>
          </a:solidFill>
          <a:ln>
            <a:noFill/>
          </a:ln>
        </p:spPr>
        <p:txBody>
          <a:bodyPr/>
          <a:lstStyle/>
          <a:p>
            <a:endParaRPr lang="uk-UA"/>
          </a:p>
        </p:txBody>
      </p:sp>
      <p:sp>
        <p:nvSpPr>
          <p:cNvPr id="940" name="shape940"/>
          <p:cNvSpPr/>
          <p:nvPr/>
        </p:nvSpPr>
        <p:spPr>
          <a:xfrm>
            <a:off x="10373563" y="3291840"/>
            <a:ext cx="83591" cy="202997"/>
          </a:xfrm>
          <a:prstGeom prst="rect">
            <a:avLst/>
          </a:prstGeom>
          <a:solidFill>
            <a:srgbClr val="0D8D56"/>
          </a:solidFill>
          <a:ln>
            <a:noFill/>
          </a:ln>
        </p:spPr>
        <p:txBody>
          <a:bodyPr/>
          <a:lstStyle/>
          <a:p>
            <a:endParaRPr lang="uk-UA"/>
          </a:p>
        </p:txBody>
      </p:sp>
      <p:sp>
        <p:nvSpPr>
          <p:cNvPr id="941" name="shape941"/>
          <p:cNvSpPr/>
          <p:nvPr/>
        </p:nvSpPr>
        <p:spPr>
          <a:xfrm>
            <a:off x="10455326" y="3291840"/>
            <a:ext cx="83591" cy="202997"/>
          </a:xfrm>
          <a:prstGeom prst="rect">
            <a:avLst/>
          </a:prstGeom>
          <a:solidFill>
            <a:srgbClr val="0D8D56"/>
          </a:solidFill>
          <a:ln>
            <a:noFill/>
          </a:ln>
        </p:spPr>
        <p:txBody>
          <a:bodyPr/>
          <a:lstStyle/>
          <a:p>
            <a:endParaRPr lang="uk-UA"/>
          </a:p>
        </p:txBody>
      </p:sp>
      <p:sp>
        <p:nvSpPr>
          <p:cNvPr id="942" name="shape942"/>
          <p:cNvSpPr/>
          <p:nvPr/>
        </p:nvSpPr>
        <p:spPr>
          <a:xfrm>
            <a:off x="10537088" y="3291840"/>
            <a:ext cx="83591" cy="202997"/>
          </a:xfrm>
          <a:prstGeom prst="rect">
            <a:avLst/>
          </a:prstGeom>
          <a:solidFill>
            <a:srgbClr val="0D8D56"/>
          </a:solidFill>
          <a:ln>
            <a:noFill/>
          </a:ln>
        </p:spPr>
        <p:txBody>
          <a:bodyPr/>
          <a:lstStyle/>
          <a:p>
            <a:endParaRPr lang="uk-UA"/>
          </a:p>
        </p:txBody>
      </p:sp>
      <p:sp>
        <p:nvSpPr>
          <p:cNvPr id="943" name="shape943"/>
          <p:cNvSpPr/>
          <p:nvPr/>
        </p:nvSpPr>
        <p:spPr>
          <a:xfrm>
            <a:off x="10618851" y="3291840"/>
            <a:ext cx="83591" cy="202997"/>
          </a:xfrm>
          <a:prstGeom prst="rect">
            <a:avLst/>
          </a:prstGeom>
          <a:solidFill>
            <a:srgbClr val="0D8D56"/>
          </a:solidFill>
          <a:ln>
            <a:noFill/>
          </a:ln>
        </p:spPr>
        <p:txBody>
          <a:bodyPr/>
          <a:lstStyle/>
          <a:p>
            <a:endParaRPr lang="uk-UA"/>
          </a:p>
        </p:txBody>
      </p:sp>
      <p:sp>
        <p:nvSpPr>
          <p:cNvPr id="944" name="shape944"/>
          <p:cNvSpPr/>
          <p:nvPr/>
        </p:nvSpPr>
        <p:spPr>
          <a:xfrm>
            <a:off x="10700614" y="3291840"/>
            <a:ext cx="83591" cy="202997"/>
          </a:xfrm>
          <a:prstGeom prst="rect">
            <a:avLst/>
          </a:prstGeom>
          <a:solidFill>
            <a:srgbClr val="0D8D56"/>
          </a:solidFill>
          <a:ln>
            <a:noFill/>
          </a:ln>
        </p:spPr>
        <p:txBody>
          <a:bodyPr/>
          <a:lstStyle/>
          <a:p>
            <a:endParaRPr lang="uk-UA"/>
          </a:p>
        </p:txBody>
      </p:sp>
      <p:sp>
        <p:nvSpPr>
          <p:cNvPr id="945" name="shape945"/>
          <p:cNvSpPr/>
          <p:nvPr/>
        </p:nvSpPr>
        <p:spPr>
          <a:xfrm>
            <a:off x="10782376" y="3291840"/>
            <a:ext cx="83591" cy="202997"/>
          </a:xfrm>
          <a:prstGeom prst="rect">
            <a:avLst/>
          </a:prstGeom>
          <a:solidFill>
            <a:srgbClr val="0D8D56"/>
          </a:solidFill>
          <a:ln>
            <a:noFill/>
          </a:ln>
        </p:spPr>
        <p:txBody>
          <a:bodyPr/>
          <a:lstStyle/>
          <a:p>
            <a:endParaRPr lang="uk-UA"/>
          </a:p>
        </p:txBody>
      </p:sp>
      <p:sp>
        <p:nvSpPr>
          <p:cNvPr id="946" name="shape946"/>
          <p:cNvSpPr/>
          <p:nvPr/>
        </p:nvSpPr>
        <p:spPr>
          <a:xfrm>
            <a:off x="10864139" y="3291840"/>
            <a:ext cx="83591" cy="202997"/>
          </a:xfrm>
          <a:prstGeom prst="rect">
            <a:avLst/>
          </a:prstGeom>
          <a:solidFill>
            <a:srgbClr val="0D8D56"/>
          </a:solidFill>
          <a:ln>
            <a:noFill/>
          </a:ln>
        </p:spPr>
        <p:txBody>
          <a:bodyPr/>
          <a:lstStyle/>
          <a:p>
            <a:endParaRPr lang="uk-UA"/>
          </a:p>
        </p:txBody>
      </p:sp>
      <p:sp>
        <p:nvSpPr>
          <p:cNvPr id="947" name="shape947"/>
          <p:cNvSpPr/>
          <p:nvPr/>
        </p:nvSpPr>
        <p:spPr>
          <a:xfrm>
            <a:off x="10945901" y="3291840"/>
            <a:ext cx="83591" cy="202997"/>
          </a:xfrm>
          <a:prstGeom prst="rect">
            <a:avLst/>
          </a:prstGeom>
          <a:solidFill>
            <a:srgbClr val="0D8D56"/>
          </a:solidFill>
          <a:ln>
            <a:noFill/>
          </a:ln>
        </p:spPr>
        <p:txBody>
          <a:bodyPr/>
          <a:lstStyle/>
          <a:p>
            <a:endParaRPr lang="uk-UA"/>
          </a:p>
        </p:txBody>
      </p:sp>
      <p:sp>
        <p:nvSpPr>
          <p:cNvPr id="948" name="line948"/>
          <p:cNvSpPr/>
          <p:nvPr/>
        </p:nvSpPr>
        <p:spPr>
          <a:xfrm>
            <a:off x="1216152" y="3291840"/>
            <a:ext cx="9811512" cy="0"/>
          </a:xfrm>
          <a:prstGeom prst="line">
            <a:avLst/>
          </a:prstGeom>
          <a:noFill/>
          <a:ln w="4445">
            <a:solidFill>
              <a:srgbClr val="5A5A5A"/>
            </a:solidFill>
            <a:prstDash val="solid"/>
          </a:ln>
        </p:spPr>
        <p:txBody>
          <a:bodyPr/>
          <a:lstStyle/>
          <a:p>
            <a:endParaRPr lang="uk-UA"/>
          </a:p>
        </p:txBody>
      </p:sp>
      <p:sp>
        <p:nvSpPr>
          <p:cNvPr id="949" name="text949"/>
          <p:cNvSpPr txBox="1"/>
          <p:nvPr/>
        </p:nvSpPr>
        <p:spPr>
          <a:xfrm>
            <a:off x="530352" y="3534156"/>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Гусенична</a:t>
            </a:r>
          </a:p>
        </p:txBody>
      </p:sp>
      <p:sp>
        <p:nvSpPr>
          <p:cNvPr id="950" name="shape950"/>
          <p:cNvSpPr/>
          <p:nvPr/>
        </p:nvSpPr>
        <p:spPr>
          <a:xfrm>
            <a:off x="1216152" y="3493008"/>
            <a:ext cx="83591" cy="202997"/>
          </a:xfrm>
          <a:prstGeom prst="rect">
            <a:avLst/>
          </a:prstGeom>
          <a:solidFill>
            <a:srgbClr val="0D8D56"/>
          </a:solidFill>
          <a:ln>
            <a:noFill/>
          </a:ln>
        </p:spPr>
        <p:txBody>
          <a:bodyPr/>
          <a:lstStyle/>
          <a:p>
            <a:endParaRPr lang="uk-UA"/>
          </a:p>
        </p:txBody>
      </p:sp>
      <p:sp>
        <p:nvSpPr>
          <p:cNvPr id="951" name="shape951"/>
          <p:cNvSpPr/>
          <p:nvPr/>
        </p:nvSpPr>
        <p:spPr>
          <a:xfrm>
            <a:off x="1297915" y="3493008"/>
            <a:ext cx="83591" cy="202997"/>
          </a:xfrm>
          <a:prstGeom prst="rect">
            <a:avLst/>
          </a:prstGeom>
          <a:solidFill>
            <a:srgbClr val="0D8D56"/>
          </a:solidFill>
          <a:ln>
            <a:noFill/>
          </a:ln>
        </p:spPr>
        <p:txBody>
          <a:bodyPr/>
          <a:lstStyle/>
          <a:p>
            <a:endParaRPr lang="uk-UA"/>
          </a:p>
        </p:txBody>
      </p:sp>
      <p:sp>
        <p:nvSpPr>
          <p:cNvPr id="952" name="shape952"/>
          <p:cNvSpPr/>
          <p:nvPr/>
        </p:nvSpPr>
        <p:spPr>
          <a:xfrm>
            <a:off x="1379677" y="3493008"/>
            <a:ext cx="83591" cy="202997"/>
          </a:xfrm>
          <a:prstGeom prst="rect">
            <a:avLst/>
          </a:prstGeom>
          <a:solidFill>
            <a:srgbClr val="0D8D56"/>
          </a:solidFill>
          <a:ln>
            <a:noFill/>
          </a:ln>
        </p:spPr>
        <p:txBody>
          <a:bodyPr/>
          <a:lstStyle/>
          <a:p>
            <a:endParaRPr lang="uk-UA"/>
          </a:p>
        </p:txBody>
      </p:sp>
      <p:sp>
        <p:nvSpPr>
          <p:cNvPr id="953" name="shape953"/>
          <p:cNvSpPr/>
          <p:nvPr/>
        </p:nvSpPr>
        <p:spPr>
          <a:xfrm>
            <a:off x="1461440" y="3493008"/>
            <a:ext cx="83591" cy="202997"/>
          </a:xfrm>
          <a:prstGeom prst="rect">
            <a:avLst/>
          </a:prstGeom>
          <a:solidFill>
            <a:srgbClr val="0D8D56"/>
          </a:solidFill>
          <a:ln>
            <a:noFill/>
          </a:ln>
        </p:spPr>
        <p:txBody>
          <a:bodyPr/>
          <a:lstStyle/>
          <a:p>
            <a:endParaRPr lang="uk-UA"/>
          </a:p>
        </p:txBody>
      </p:sp>
      <p:sp>
        <p:nvSpPr>
          <p:cNvPr id="954" name="shape954"/>
          <p:cNvSpPr/>
          <p:nvPr/>
        </p:nvSpPr>
        <p:spPr>
          <a:xfrm>
            <a:off x="1543202" y="3493008"/>
            <a:ext cx="83591" cy="202997"/>
          </a:xfrm>
          <a:prstGeom prst="rect">
            <a:avLst/>
          </a:prstGeom>
          <a:solidFill>
            <a:srgbClr val="0D8D56"/>
          </a:solidFill>
          <a:ln>
            <a:noFill/>
          </a:ln>
        </p:spPr>
        <p:txBody>
          <a:bodyPr/>
          <a:lstStyle/>
          <a:p>
            <a:endParaRPr lang="uk-UA"/>
          </a:p>
        </p:txBody>
      </p:sp>
      <p:sp>
        <p:nvSpPr>
          <p:cNvPr id="955" name="shape955"/>
          <p:cNvSpPr/>
          <p:nvPr/>
        </p:nvSpPr>
        <p:spPr>
          <a:xfrm>
            <a:off x="1624965" y="3493008"/>
            <a:ext cx="83591" cy="202997"/>
          </a:xfrm>
          <a:prstGeom prst="rect">
            <a:avLst/>
          </a:prstGeom>
          <a:solidFill>
            <a:srgbClr val="0D8D56"/>
          </a:solidFill>
          <a:ln>
            <a:noFill/>
          </a:ln>
        </p:spPr>
        <p:txBody>
          <a:bodyPr/>
          <a:lstStyle/>
          <a:p>
            <a:endParaRPr lang="uk-UA"/>
          </a:p>
        </p:txBody>
      </p:sp>
      <p:sp>
        <p:nvSpPr>
          <p:cNvPr id="956" name="shape956"/>
          <p:cNvSpPr/>
          <p:nvPr/>
        </p:nvSpPr>
        <p:spPr>
          <a:xfrm>
            <a:off x="1706728" y="3493008"/>
            <a:ext cx="83591" cy="202997"/>
          </a:xfrm>
          <a:prstGeom prst="rect">
            <a:avLst/>
          </a:prstGeom>
          <a:solidFill>
            <a:srgbClr val="0D8D56"/>
          </a:solidFill>
          <a:ln>
            <a:noFill/>
          </a:ln>
        </p:spPr>
        <p:txBody>
          <a:bodyPr/>
          <a:lstStyle/>
          <a:p>
            <a:endParaRPr lang="uk-UA"/>
          </a:p>
        </p:txBody>
      </p:sp>
      <p:sp>
        <p:nvSpPr>
          <p:cNvPr id="957" name="shape957"/>
          <p:cNvSpPr/>
          <p:nvPr/>
        </p:nvSpPr>
        <p:spPr>
          <a:xfrm>
            <a:off x="1788490" y="3493008"/>
            <a:ext cx="83591" cy="202997"/>
          </a:xfrm>
          <a:prstGeom prst="rect">
            <a:avLst/>
          </a:prstGeom>
          <a:solidFill>
            <a:srgbClr val="0D8D56"/>
          </a:solidFill>
          <a:ln>
            <a:noFill/>
          </a:ln>
        </p:spPr>
        <p:txBody>
          <a:bodyPr/>
          <a:lstStyle/>
          <a:p>
            <a:endParaRPr lang="uk-UA"/>
          </a:p>
        </p:txBody>
      </p:sp>
      <p:sp>
        <p:nvSpPr>
          <p:cNvPr id="958" name="shape958"/>
          <p:cNvSpPr/>
          <p:nvPr/>
        </p:nvSpPr>
        <p:spPr>
          <a:xfrm>
            <a:off x="1870253" y="3493008"/>
            <a:ext cx="83591" cy="202997"/>
          </a:xfrm>
          <a:prstGeom prst="rect">
            <a:avLst/>
          </a:prstGeom>
          <a:solidFill>
            <a:srgbClr val="0D8D56"/>
          </a:solidFill>
          <a:ln>
            <a:noFill/>
          </a:ln>
        </p:spPr>
        <p:txBody>
          <a:bodyPr/>
          <a:lstStyle/>
          <a:p>
            <a:endParaRPr lang="uk-UA"/>
          </a:p>
        </p:txBody>
      </p:sp>
      <p:sp>
        <p:nvSpPr>
          <p:cNvPr id="959" name="shape959"/>
          <p:cNvSpPr/>
          <p:nvPr/>
        </p:nvSpPr>
        <p:spPr>
          <a:xfrm>
            <a:off x="1952015" y="3493008"/>
            <a:ext cx="83591" cy="202997"/>
          </a:xfrm>
          <a:prstGeom prst="rect">
            <a:avLst/>
          </a:prstGeom>
          <a:solidFill>
            <a:srgbClr val="0D8D56"/>
          </a:solidFill>
          <a:ln>
            <a:noFill/>
          </a:ln>
        </p:spPr>
        <p:txBody>
          <a:bodyPr/>
          <a:lstStyle/>
          <a:p>
            <a:endParaRPr lang="uk-UA"/>
          </a:p>
        </p:txBody>
      </p:sp>
      <p:sp>
        <p:nvSpPr>
          <p:cNvPr id="960" name="shape960"/>
          <p:cNvSpPr/>
          <p:nvPr/>
        </p:nvSpPr>
        <p:spPr>
          <a:xfrm>
            <a:off x="2033778" y="3493008"/>
            <a:ext cx="83591" cy="202997"/>
          </a:xfrm>
          <a:prstGeom prst="rect">
            <a:avLst/>
          </a:prstGeom>
          <a:solidFill>
            <a:srgbClr val="0D8D56"/>
          </a:solidFill>
          <a:ln>
            <a:noFill/>
          </a:ln>
        </p:spPr>
        <p:txBody>
          <a:bodyPr/>
          <a:lstStyle/>
          <a:p>
            <a:endParaRPr lang="uk-UA"/>
          </a:p>
        </p:txBody>
      </p:sp>
      <p:sp>
        <p:nvSpPr>
          <p:cNvPr id="961" name="shape961"/>
          <p:cNvSpPr/>
          <p:nvPr/>
        </p:nvSpPr>
        <p:spPr>
          <a:xfrm>
            <a:off x="2115541" y="3493008"/>
            <a:ext cx="83591" cy="202997"/>
          </a:xfrm>
          <a:prstGeom prst="rect">
            <a:avLst/>
          </a:prstGeom>
          <a:solidFill>
            <a:srgbClr val="0D8D56"/>
          </a:solidFill>
          <a:ln>
            <a:noFill/>
          </a:ln>
        </p:spPr>
        <p:txBody>
          <a:bodyPr/>
          <a:lstStyle/>
          <a:p>
            <a:endParaRPr lang="uk-UA"/>
          </a:p>
        </p:txBody>
      </p:sp>
      <p:sp>
        <p:nvSpPr>
          <p:cNvPr id="962" name="shape962"/>
          <p:cNvSpPr/>
          <p:nvPr/>
        </p:nvSpPr>
        <p:spPr>
          <a:xfrm>
            <a:off x="2197303" y="3493008"/>
            <a:ext cx="83591" cy="202997"/>
          </a:xfrm>
          <a:prstGeom prst="rect">
            <a:avLst/>
          </a:prstGeom>
          <a:solidFill>
            <a:srgbClr val="0D8D56"/>
          </a:solidFill>
          <a:ln>
            <a:noFill/>
          </a:ln>
        </p:spPr>
        <p:txBody>
          <a:bodyPr/>
          <a:lstStyle/>
          <a:p>
            <a:endParaRPr lang="uk-UA"/>
          </a:p>
        </p:txBody>
      </p:sp>
      <p:sp>
        <p:nvSpPr>
          <p:cNvPr id="963" name="shape963"/>
          <p:cNvSpPr/>
          <p:nvPr/>
        </p:nvSpPr>
        <p:spPr>
          <a:xfrm>
            <a:off x="2279066" y="3493008"/>
            <a:ext cx="83591" cy="202997"/>
          </a:xfrm>
          <a:prstGeom prst="rect">
            <a:avLst/>
          </a:prstGeom>
          <a:solidFill>
            <a:srgbClr val="0D8D56"/>
          </a:solidFill>
          <a:ln>
            <a:noFill/>
          </a:ln>
        </p:spPr>
        <p:txBody>
          <a:bodyPr/>
          <a:lstStyle/>
          <a:p>
            <a:endParaRPr lang="uk-UA"/>
          </a:p>
        </p:txBody>
      </p:sp>
      <p:sp>
        <p:nvSpPr>
          <p:cNvPr id="964" name="shape964"/>
          <p:cNvSpPr/>
          <p:nvPr/>
        </p:nvSpPr>
        <p:spPr>
          <a:xfrm>
            <a:off x="2360828" y="3493008"/>
            <a:ext cx="83591" cy="202997"/>
          </a:xfrm>
          <a:prstGeom prst="rect">
            <a:avLst/>
          </a:prstGeom>
          <a:solidFill>
            <a:srgbClr val="0D8D56"/>
          </a:solidFill>
          <a:ln>
            <a:noFill/>
          </a:ln>
        </p:spPr>
        <p:txBody>
          <a:bodyPr/>
          <a:lstStyle/>
          <a:p>
            <a:endParaRPr lang="uk-UA"/>
          </a:p>
        </p:txBody>
      </p:sp>
      <p:sp>
        <p:nvSpPr>
          <p:cNvPr id="965" name="shape965"/>
          <p:cNvSpPr/>
          <p:nvPr/>
        </p:nvSpPr>
        <p:spPr>
          <a:xfrm>
            <a:off x="2442591" y="3493008"/>
            <a:ext cx="83591" cy="202997"/>
          </a:xfrm>
          <a:prstGeom prst="rect">
            <a:avLst/>
          </a:prstGeom>
          <a:solidFill>
            <a:srgbClr val="0D8D56"/>
          </a:solidFill>
          <a:ln>
            <a:noFill/>
          </a:ln>
        </p:spPr>
        <p:txBody>
          <a:bodyPr/>
          <a:lstStyle/>
          <a:p>
            <a:endParaRPr lang="uk-UA"/>
          </a:p>
        </p:txBody>
      </p:sp>
      <p:sp>
        <p:nvSpPr>
          <p:cNvPr id="966" name="shape966"/>
          <p:cNvSpPr/>
          <p:nvPr/>
        </p:nvSpPr>
        <p:spPr>
          <a:xfrm>
            <a:off x="2524354" y="3493008"/>
            <a:ext cx="83591" cy="202997"/>
          </a:xfrm>
          <a:prstGeom prst="rect">
            <a:avLst/>
          </a:prstGeom>
          <a:solidFill>
            <a:srgbClr val="0D8D56"/>
          </a:solidFill>
          <a:ln>
            <a:noFill/>
          </a:ln>
        </p:spPr>
        <p:txBody>
          <a:bodyPr/>
          <a:lstStyle/>
          <a:p>
            <a:endParaRPr lang="uk-UA"/>
          </a:p>
        </p:txBody>
      </p:sp>
      <p:sp>
        <p:nvSpPr>
          <p:cNvPr id="967" name="shape967"/>
          <p:cNvSpPr/>
          <p:nvPr/>
        </p:nvSpPr>
        <p:spPr>
          <a:xfrm>
            <a:off x="2606116" y="3493008"/>
            <a:ext cx="83591" cy="202997"/>
          </a:xfrm>
          <a:prstGeom prst="rect">
            <a:avLst/>
          </a:prstGeom>
          <a:solidFill>
            <a:srgbClr val="0D8D56"/>
          </a:solidFill>
          <a:ln>
            <a:noFill/>
          </a:ln>
        </p:spPr>
        <p:txBody>
          <a:bodyPr/>
          <a:lstStyle/>
          <a:p>
            <a:endParaRPr lang="uk-UA"/>
          </a:p>
        </p:txBody>
      </p:sp>
      <p:sp>
        <p:nvSpPr>
          <p:cNvPr id="968" name="shape968"/>
          <p:cNvSpPr/>
          <p:nvPr/>
        </p:nvSpPr>
        <p:spPr>
          <a:xfrm>
            <a:off x="2687879" y="3493008"/>
            <a:ext cx="83591" cy="202997"/>
          </a:xfrm>
          <a:prstGeom prst="rect">
            <a:avLst/>
          </a:prstGeom>
          <a:solidFill>
            <a:srgbClr val="0D8D56"/>
          </a:solidFill>
          <a:ln>
            <a:noFill/>
          </a:ln>
        </p:spPr>
        <p:txBody>
          <a:bodyPr/>
          <a:lstStyle/>
          <a:p>
            <a:endParaRPr lang="uk-UA"/>
          </a:p>
        </p:txBody>
      </p:sp>
      <p:sp>
        <p:nvSpPr>
          <p:cNvPr id="969" name="shape969"/>
          <p:cNvSpPr/>
          <p:nvPr/>
        </p:nvSpPr>
        <p:spPr>
          <a:xfrm>
            <a:off x="2769641" y="3493008"/>
            <a:ext cx="83591" cy="202997"/>
          </a:xfrm>
          <a:prstGeom prst="rect">
            <a:avLst/>
          </a:prstGeom>
          <a:solidFill>
            <a:srgbClr val="0D8D56"/>
          </a:solidFill>
          <a:ln>
            <a:noFill/>
          </a:ln>
        </p:spPr>
        <p:txBody>
          <a:bodyPr/>
          <a:lstStyle/>
          <a:p>
            <a:endParaRPr lang="uk-UA"/>
          </a:p>
        </p:txBody>
      </p:sp>
      <p:sp>
        <p:nvSpPr>
          <p:cNvPr id="970" name="shape970"/>
          <p:cNvSpPr/>
          <p:nvPr/>
        </p:nvSpPr>
        <p:spPr>
          <a:xfrm>
            <a:off x="2851404" y="3493008"/>
            <a:ext cx="83591" cy="202997"/>
          </a:xfrm>
          <a:prstGeom prst="rect">
            <a:avLst/>
          </a:prstGeom>
          <a:solidFill>
            <a:srgbClr val="0D8D56"/>
          </a:solidFill>
          <a:ln>
            <a:noFill/>
          </a:ln>
        </p:spPr>
        <p:txBody>
          <a:bodyPr/>
          <a:lstStyle/>
          <a:p>
            <a:endParaRPr lang="uk-UA"/>
          </a:p>
        </p:txBody>
      </p:sp>
      <p:sp>
        <p:nvSpPr>
          <p:cNvPr id="971" name="shape971"/>
          <p:cNvSpPr/>
          <p:nvPr/>
        </p:nvSpPr>
        <p:spPr>
          <a:xfrm>
            <a:off x="2933167" y="3493008"/>
            <a:ext cx="83591" cy="202997"/>
          </a:xfrm>
          <a:prstGeom prst="rect">
            <a:avLst/>
          </a:prstGeom>
          <a:solidFill>
            <a:srgbClr val="0D8D56"/>
          </a:solidFill>
          <a:ln>
            <a:noFill/>
          </a:ln>
        </p:spPr>
        <p:txBody>
          <a:bodyPr/>
          <a:lstStyle/>
          <a:p>
            <a:endParaRPr lang="uk-UA"/>
          </a:p>
        </p:txBody>
      </p:sp>
      <p:sp>
        <p:nvSpPr>
          <p:cNvPr id="972" name="shape972"/>
          <p:cNvSpPr/>
          <p:nvPr/>
        </p:nvSpPr>
        <p:spPr>
          <a:xfrm>
            <a:off x="3014929" y="3493008"/>
            <a:ext cx="83591" cy="202997"/>
          </a:xfrm>
          <a:prstGeom prst="rect">
            <a:avLst/>
          </a:prstGeom>
          <a:solidFill>
            <a:srgbClr val="0D8D56"/>
          </a:solidFill>
          <a:ln>
            <a:noFill/>
          </a:ln>
        </p:spPr>
        <p:txBody>
          <a:bodyPr/>
          <a:lstStyle/>
          <a:p>
            <a:endParaRPr lang="uk-UA"/>
          </a:p>
        </p:txBody>
      </p:sp>
      <p:sp>
        <p:nvSpPr>
          <p:cNvPr id="973" name="shape973"/>
          <p:cNvSpPr/>
          <p:nvPr/>
        </p:nvSpPr>
        <p:spPr>
          <a:xfrm>
            <a:off x="3096692" y="3493008"/>
            <a:ext cx="83591" cy="202997"/>
          </a:xfrm>
          <a:prstGeom prst="rect">
            <a:avLst/>
          </a:prstGeom>
          <a:solidFill>
            <a:srgbClr val="0D8D56"/>
          </a:solidFill>
          <a:ln>
            <a:noFill/>
          </a:ln>
        </p:spPr>
        <p:txBody>
          <a:bodyPr/>
          <a:lstStyle/>
          <a:p>
            <a:endParaRPr lang="uk-UA"/>
          </a:p>
        </p:txBody>
      </p:sp>
      <p:sp>
        <p:nvSpPr>
          <p:cNvPr id="974" name="shape974"/>
          <p:cNvSpPr/>
          <p:nvPr/>
        </p:nvSpPr>
        <p:spPr>
          <a:xfrm>
            <a:off x="3178454" y="3493008"/>
            <a:ext cx="83591" cy="202997"/>
          </a:xfrm>
          <a:prstGeom prst="rect">
            <a:avLst/>
          </a:prstGeom>
          <a:solidFill>
            <a:srgbClr val="0D8D56"/>
          </a:solidFill>
          <a:ln>
            <a:noFill/>
          </a:ln>
        </p:spPr>
        <p:txBody>
          <a:bodyPr/>
          <a:lstStyle/>
          <a:p>
            <a:endParaRPr lang="uk-UA"/>
          </a:p>
        </p:txBody>
      </p:sp>
      <p:sp>
        <p:nvSpPr>
          <p:cNvPr id="975" name="shape975"/>
          <p:cNvSpPr/>
          <p:nvPr/>
        </p:nvSpPr>
        <p:spPr>
          <a:xfrm>
            <a:off x="3260217" y="3493008"/>
            <a:ext cx="83591" cy="202997"/>
          </a:xfrm>
          <a:prstGeom prst="rect">
            <a:avLst/>
          </a:prstGeom>
          <a:solidFill>
            <a:srgbClr val="0D8D56"/>
          </a:solidFill>
          <a:ln>
            <a:noFill/>
          </a:ln>
        </p:spPr>
        <p:txBody>
          <a:bodyPr/>
          <a:lstStyle/>
          <a:p>
            <a:endParaRPr lang="uk-UA"/>
          </a:p>
        </p:txBody>
      </p:sp>
      <p:sp>
        <p:nvSpPr>
          <p:cNvPr id="976" name="shape976"/>
          <p:cNvSpPr/>
          <p:nvPr/>
        </p:nvSpPr>
        <p:spPr>
          <a:xfrm>
            <a:off x="3341980" y="3493008"/>
            <a:ext cx="83591" cy="202997"/>
          </a:xfrm>
          <a:prstGeom prst="rect">
            <a:avLst/>
          </a:prstGeom>
          <a:solidFill>
            <a:srgbClr val="0D8D56"/>
          </a:solidFill>
          <a:ln>
            <a:noFill/>
          </a:ln>
        </p:spPr>
        <p:txBody>
          <a:bodyPr/>
          <a:lstStyle/>
          <a:p>
            <a:endParaRPr lang="uk-UA"/>
          </a:p>
        </p:txBody>
      </p:sp>
      <p:sp>
        <p:nvSpPr>
          <p:cNvPr id="977" name="shape977"/>
          <p:cNvSpPr/>
          <p:nvPr/>
        </p:nvSpPr>
        <p:spPr>
          <a:xfrm>
            <a:off x="3423742" y="3493008"/>
            <a:ext cx="83591" cy="202997"/>
          </a:xfrm>
          <a:prstGeom prst="rect">
            <a:avLst/>
          </a:prstGeom>
          <a:solidFill>
            <a:srgbClr val="0D8D56"/>
          </a:solidFill>
          <a:ln>
            <a:noFill/>
          </a:ln>
        </p:spPr>
        <p:txBody>
          <a:bodyPr/>
          <a:lstStyle/>
          <a:p>
            <a:endParaRPr lang="uk-UA"/>
          </a:p>
        </p:txBody>
      </p:sp>
      <p:sp>
        <p:nvSpPr>
          <p:cNvPr id="978" name="shape978"/>
          <p:cNvSpPr/>
          <p:nvPr/>
        </p:nvSpPr>
        <p:spPr>
          <a:xfrm>
            <a:off x="3505505" y="3493008"/>
            <a:ext cx="83591" cy="202997"/>
          </a:xfrm>
          <a:prstGeom prst="rect">
            <a:avLst/>
          </a:prstGeom>
          <a:solidFill>
            <a:srgbClr val="0D8D56"/>
          </a:solidFill>
          <a:ln>
            <a:noFill/>
          </a:ln>
        </p:spPr>
        <p:txBody>
          <a:bodyPr/>
          <a:lstStyle/>
          <a:p>
            <a:endParaRPr lang="uk-UA"/>
          </a:p>
        </p:txBody>
      </p:sp>
      <p:sp>
        <p:nvSpPr>
          <p:cNvPr id="979" name="shape979"/>
          <p:cNvSpPr/>
          <p:nvPr/>
        </p:nvSpPr>
        <p:spPr>
          <a:xfrm>
            <a:off x="3587267" y="3493008"/>
            <a:ext cx="83591" cy="202997"/>
          </a:xfrm>
          <a:prstGeom prst="rect">
            <a:avLst/>
          </a:prstGeom>
          <a:solidFill>
            <a:srgbClr val="0D8D56"/>
          </a:solidFill>
          <a:ln>
            <a:noFill/>
          </a:ln>
        </p:spPr>
        <p:txBody>
          <a:bodyPr/>
          <a:lstStyle/>
          <a:p>
            <a:endParaRPr lang="uk-UA"/>
          </a:p>
        </p:txBody>
      </p:sp>
      <p:sp>
        <p:nvSpPr>
          <p:cNvPr id="980" name="shape980"/>
          <p:cNvSpPr/>
          <p:nvPr/>
        </p:nvSpPr>
        <p:spPr>
          <a:xfrm>
            <a:off x="3669030" y="3493008"/>
            <a:ext cx="83591" cy="202997"/>
          </a:xfrm>
          <a:prstGeom prst="rect">
            <a:avLst/>
          </a:prstGeom>
          <a:solidFill>
            <a:srgbClr val="0D8D56"/>
          </a:solidFill>
          <a:ln>
            <a:noFill/>
          </a:ln>
        </p:spPr>
        <p:txBody>
          <a:bodyPr/>
          <a:lstStyle/>
          <a:p>
            <a:endParaRPr lang="uk-UA"/>
          </a:p>
        </p:txBody>
      </p:sp>
      <p:sp>
        <p:nvSpPr>
          <p:cNvPr id="981" name="shape981"/>
          <p:cNvSpPr/>
          <p:nvPr/>
        </p:nvSpPr>
        <p:spPr>
          <a:xfrm>
            <a:off x="3750793" y="3493008"/>
            <a:ext cx="83591" cy="202997"/>
          </a:xfrm>
          <a:prstGeom prst="rect">
            <a:avLst/>
          </a:prstGeom>
          <a:solidFill>
            <a:srgbClr val="0D8D56"/>
          </a:solidFill>
          <a:ln>
            <a:noFill/>
          </a:ln>
        </p:spPr>
        <p:txBody>
          <a:bodyPr/>
          <a:lstStyle/>
          <a:p>
            <a:endParaRPr lang="uk-UA"/>
          </a:p>
        </p:txBody>
      </p:sp>
      <p:sp>
        <p:nvSpPr>
          <p:cNvPr id="982" name="shape982"/>
          <p:cNvSpPr/>
          <p:nvPr/>
        </p:nvSpPr>
        <p:spPr>
          <a:xfrm>
            <a:off x="3832555" y="3493008"/>
            <a:ext cx="83591" cy="202997"/>
          </a:xfrm>
          <a:prstGeom prst="rect">
            <a:avLst/>
          </a:prstGeom>
          <a:solidFill>
            <a:srgbClr val="0D8D56"/>
          </a:solidFill>
          <a:ln>
            <a:noFill/>
          </a:ln>
        </p:spPr>
        <p:txBody>
          <a:bodyPr/>
          <a:lstStyle/>
          <a:p>
            <a:endParaRPr lang="uk-UA"/>
          </a:p>
        </p:txBody>
      </p:sp>
      <p:sp>
        <p:nvSpPr>
          <p:cNvPr id="983" name="shape983"/>
          <p:cNvSpPr/>
          <p:nvPr/>
        </p:nvSpPr>
        <p:spPr>
          <a:xfrm>
            <a:off x="3914318" y="3493008"/>
            <a:ext cx="83591" cy="202997"/>
          </a:xfrm>
          <a:prstGeom prst="rect">
            <a:avLst/>
          </a:prstGeom>
          <a:solidFill>
            <a:srgbClr val="0D8D56"/>
          </a:solidFill>
          <a:ln>
            <a:noFill/>
          </a:ln>
        </p:spPr>
        <p:txBody>
          <a:bodyPr/>
          <a:lstStyle/>
          <a:p>
            <a:endParaRPr lang="uk-UA"/>
          </a:p>
        </p:txBody>
      </p:sp>
      <p:sp>
        <p:nvSpPr>
          <p:cNvPr id="984" name="shape984"/>
          <p:cNvSpPr/>
          <p:nvPr/>
        </p:nvSpPr>
        <p:spPr>
          <a:xfrm>
            <a:off x="3996080" y="3493008"/>
            <a:ext cx="83591" cy="202997"/>
          </a:xfrm>
          <a:prstGeom prst="rect">
            <a:avLst/>
          </a:prstGeom>
          <a:solidFill>
            <a:srgbClr val="0D8D56"/>
          </a:solidFill>
          <a:ln>
            <a:noFill/>
          </a:ln>
        </p:spPr>
        <p:txBody>
          <a:bodyPr/>
          <a:lstStyle/>
          <a:p>
            <a:endParaRPr lang="uk-UA"/>
          </a:p>
        </p:txBody>
      </p:sp>
      <p:sp>
        <p:nvSpPr>
          <p:cNvPr id="985" name="shape985"/>
          <p:cNvSpPr/>
          <p:nvPr/>
        </p:nvSpPr>
        <p:spPr>
          <a:xfrm>
            <a:off x="4077843" y="3493008"/>
            <a:ext cx="83591" cy="202997"/>
          </a:xfrm>
          <a:prstGeom prst="rect">
            <a:avLst/>
          </a:prstGeom>
          <a:solidFill>
            <a:srgbClr val="0D8D56"/>
          </a:solidFill>
          <a:ln>
            <a:noFill/>
          </a:ln>
        </p:spPr>
        <p:txBody>
          <a:bodyPr/>
          <a:lstStyle/>
          <a:p>
            <a:endParaRPr lang="uk-UA"/>
          </a:p>
        </p:txBody>
      </p:sp>
      <p:sp>
        <p:nvSpPr>
          <p:cNvPr id="986" name="shape986"/>
          <p:cNvSpPr/>
          <p:nvPr/>
        </p:nvSpPr>
        <p:spPr>
          <a:xfrm>
            <a:off x="4159606" y="3493008"/>
            <a:ext cx="83591" cy="202997"/>
          </a:xfrm>
          <a:prstGeom prst="rect">
            <a:avLst/>
          </a:prstGeom>
          <a:solidFill>
            <a:srgbClr val="0D8D56"/>
          </a:solidFill>
          <a:ln>
            <a:noFill/>
          </a:ln>
        </p:spPr>
        <p:txBody>
          <a:bodyPr/>
          <a:lstStyle/>
          <a:p>
            <a:endParaRPr lang="uk-UA"/>
          </a:p>
        </p:txBody>
      </p:sp>
      <p:sp>
        <p:nvSpPr>
          <p:cNvPr id="987" name="shape987"/>
          <p:cNvSpPr/>
          <p:nvPr/>
        </p:nvSpPr>
        <p:spPr>
          <a:xfrm>
            <a:off x="4241368" y="3493008"/>
            <a:ext cx="83591" cy="202997"/>
          </a:xfrm>
          <a:prstGeom prst="rect">
            <a:avLst/>
          </a:prstGeom>
          <a:solidFill>
            <a:srgbClr val="0D8D56"/>
          </a:solidFill>
          <a:ln>
            <a:noFill/>
          </a:ln>
        </p:spPr>
        <p:txBody>
          <a:bodyPr/>
          <a:lstStyle/>
          <a:p>
            <a:endParaRPr lang="uk-UA"/>
          </a:p>
        </p:txBody>
      </p:sp>
      <p:sp>
        <p:nvSpPr>
          <p:cNvPr id="988" name="shape988"/>
          <p:cNvSpPr/>
          <p:nvPr/>
        </p:nvSpPr>
        <p:spPr>
          <a:xfrm>
            <a:off x="4323131" y="3493008"/>
            <a:ext cx="83591" cy="202997"/>
          </a:xfrm>
          <a:prstGeom prst="rect">
            <a:avLst/>
          </a:prstGeom>
          <a:solidFill>
            <a:srgbClr val="0D8D56"/>
          </a:solidFill>
          <a:ln>
            <a:noFill/>
          </a:ln>
        </p:spPr>
        <p:txBody>
          <a:bodyPr/>
          <a:lstStyle/>
          <a:p>
            <a:endParaRPr lang="uk-UA"/>
          </a:p>
        </p:txBody>
      </p:sp>
      <p:sp>
        <p:nvSpPr>
          <p:cNvPr id="989" name="shape989"/>
          <p:cNvSpPr/>
          <p:nvPr/>
        </p:nvSpPr>
        <p:spPr>
          <a:xfrm>
            <a:off x="4404893" y="3493008"/>
            <a:ext cx="83591" cy="202997"/>
          </a:xfrm>
          <a:prstGeom prst="rect">
            <a:avLst/>
          </a:prstGeom>
          <a:solidFill>
            <a:srgbClr val="0D8D56"/>
          </a:solidFill>
          <a:ln>
            <a:noFill/>
          </a:ln>
        </p:spPr>
        <p:txBody>
          <a:bodyPr/>
          <a:lstStyle/>
          <a:p>
            <a:endParaRPr lang="uk-UA"/>
          </a:p>
        </p:txBody>
      </p:sp>
      <p:sp>
        <p:nvSpPr>
          <p:cNvPr id="990" name="shape990"/>
          <p:cNvSpPr/>
          <p:nvPr/>
        </p:nvSpPr>
        <p:spPr>
          <a:xfrm>
            <a:off x="4486656" y="3493008"/>
            <a:ext cx="83591" cy="202997"/>
          </a:xfrm>
          <a:prstGeom prst="rect">
            <a:avLst/>
          </a:prstGeom>
          <a:solidFill>
            <a:srgbClr val="0D8D56"/>
          </a:solidFill>
          <a:ln>
            <a:noFill/>
          </a:ln>
        </p:spPr>
        <p:txBody>
          <a:bodyPr/>
          <a:lstStyle/>
          <a:p>
            <a:endParaRPr lang="uk-UA"/>
          </a:p>
        </p:txBody>
      </p:sp>
      <p:sp>
        <p:nvSpPr>
          <p:cNvPr id="991" name="shape991"/>
          <p:cNvSpPr/>
          <p:nvPr/>
        </p:nvSpPr>
        <p:spPr>
          <a:xfrm>
            <a:off x="4568419" y="3493008"/>
            <a:ext cx="83591" cy="202997"/>
          </a:xfrm>
          <a:prstGeom prst="rect">
            <a:avLst/>
          </a:prstGeom>
          <a:solidFill>
            <a:srgbClr val="0D8D56"/>
          </a:solidFill>
          <a:ln>
            <a:noFill/>
          </a:ln>
        </p:spPr>
        <p:txBody>
          <a:bodyPr/>
          <a:lstStyle/>
          <a:p>
            <a:endParaRPr lang="uk-UA"/>
          </a:p>
        </p:txBody>
      </p:sp>
      <p:sp>
        <p:nvSpPr>
          <p:cNvPr id="992" name="shape992"/>
          <p:cNvSpPr/>
          <p:nvPr/>
        </p:nvSpPr>
        <p:spPr>
          <a:xfrm>
            <a:off x="4650181" y="3493008"/>
            <a:ext cx="83591" cy="202997"/>
          </a:xfrm>
          <a:prstGeom prst="rect">
            <a:avLst/>
          </a:prstGeom>
          <a:solidFill>
            <a:srgbClr val="0D8D56"/>
          </a:solidFill>
          <a:ln>
            <a:noFill/>
          </a:ln>
        </p:spPr>
        <p:txBody>
          <a:bodyPr/>
          <a:lstStyle/>
          <a:p>
            <a:endParaRPr lang="uk-UA"/>
          </a:p>
        </p:txBody>
      </p:sp>
      <p:sp>
        <p:nvSpPr>
          <p:cNvPr id="993" name="shape993"/>
          <p:cNvSpPr/>
          <p:nvPr/>
        </p:nvSpPr>
        <p:spPr>
          <a:xfrm>
            <a:off x="4731944" y="3493008"/>
            <a:ext cx="83591" cy="202997"/>
          </a:xfrm>
          <a:prstGeom prst="rect">
            <a:avLst/>
          </a:prstGeom>
          <a:solidFill>
            <a:srgbClr val="0D8D56"/>
          </a:solidFill>
          <a:ln>
            <a:noFill/>
          </a:ln>
        </p:spPr>
        <p:txBody>
          <a:bodyPr/>
          <a:lstStyle/>
          <a:p>
            <a:endParaRPr lang="uk-UA"/>
          </a:p>
        </p:txBody>
      </p:sp>
      <p:sp>
        <p:nvSpPr>
          <p:cNvPr id="994" name="shape994"/>
          <p:cNvSpPr/>
          <p:nvPr/>
        </p:nvSpPr>
        <p:spPr>
          <a:xfrm>
            <a:off x="4813706" y="3493008"/>
            <a:ext cx="83591" cy="202997"/>
          </a:xfrm>
          <a:prstGeom prst="rect">
            <a:avLst/>
          </a:prstGeom>
          <a:solidFill>
            <a:srgbClr val="0D8D56"/>
          </a:solidFill>
          <a:ln>
            <a:noFill/>
          </a:ln>
        </p:spPr>
        <p:txBody>
          <a:bodyPr/>
          <a:lstStyle/>
          <a:p>
            <a:endParaRPr lang="uk-UA"/>
          </a:p>
        </p:txBody>
      </p:sp>
      <p:sp>
        <p:nvSpPr>
          <p:cNvPr id="995" name="shape995"/>
          <p:cNvSpPr/>
          <p:nvPr/>
        </p:nvSpPr>
        <p:spPr>
          <a:xfrm>
            <a:off x="4895469" y="3493008"/>
            <a:ext cx="83591" cy="202997"/>
          </a:xfrm>
          <a:prstGeom prst="rect">
            <a:avLst/>
          </a:prstGeom>
          <a:solidFill>
            <a:srgbClr val="0D8D56"/>
          </a:solidFill>
          <a:ln>
            <a:noFill/>
          </a:ln>
        </p:spPr>
        <p:txBody>
          <a:bodyPr/>
          <a:lstStyle/>
          <a:p>
            <a:endParaRPr lang="uk-UA"/>
          </a:p>
        </p:txBody>
      </p:sp>
      <p:sp>
        <p:nvSpPr>
          <p:cNvPr id="996" name="shape996"/>
          <p:cNvSpPr/>
          <p:nvPr/>
        </p:nvSpPr>
        <p:spPr>
          <a:xfrm>
            <a:off x="4977232" y="3493008"/>
            <a:ext cx="83591" cy="202997"/>
          </a:xfrm>
          <a:prstGeom prst="rect">
            <a:avLst/>
          </a:prstGeom>
          <a:solidFill>
            <a:srgbClr val="0D8D56"/>
          </a:solidFill>
          <a:ln>
            <a:noFill/>
          </a:ln>
        </p:spPr>
        <p:txBody>
          <a:bodyPr/>
          <a:lstStyle/>
          <a:p>
            <a:endParaRPr lang="uk-UA"/>
          </a:p>
        </p:txBody>
      </p:sp>
      <p:sp>
        <p:nvSpPr>
          <p:cNvPr id="997" name="shape997"/>
          <p:cNvSpPr/>
          <p:nvPr/>
        </p:nvSpPr>
        <p:spPr>
          <a:xfrm>
            <a:off x="5058994" y="3493008"/>
            <a:ext cx="83591" cy="202997"/>
          </a:xfrm>
          <a:prstGeom prst="rect">
            <a:avLst/>
          </a:prstGeom>
          <a:solidFill>
            <a:srgbClr val="0D8D56"/>
          </a:solidFill>
          <a:ln>
            <a:noFill/>
          </a:ln>
        </p:spPr>
        <p:txBody>
          <a:bodyPr/>
          <a:lstStyle/>
          <a:p>
            <a:endParaRPr lang="uk-UA"/>
          </a:p>
        </p:txBody>
      </p:sp>
      <p:sp>
        <p:nvSpPr>
          <p:cNvPr id="998" name="shape998"/>
          <p:cNvSpPr/>
          <p:nvPr/>
        </p:nvSpPr>
        <p:spPr>
          <a:xfrm>
            <a:off x="5140757" y="3493008"/>
            <a:ext cx="83591" cy="202997"/>
          </a:xfrm>
          <a:prstGeom prst="rect">
            <a:avLst/>
          </a:prstGeom>
          <a:solidFill>
            <a:srgbClr val="0D8D56"/>
          </a:solidFill>
          <a:ln>
            <a:noFill/>
          </a:ln>
        </p:spPr>
        <p:txBody>
          <a:bodyPr/>
          <a:lstStyle/>
          <a:p>
            <a:endParaRPr lang="uk-UA"/>
          </a:p>
        </p:txBody>
      </p:sp>
      <p:sp>
        <p:nvSpPr>
          <p:cNvPr id="999" name="shape999"/>
          <p:cNvSpPr/>
          <p:nvPr/>
        </p:nvSpPr>
        <p:spPr>
          <a:xfrm>
            <a:off x="5222519" y="3493008"/>
            <a:ext cx="83591" cy="202997"/>
          </a:xfrm>
          <a:prstGeom prst="rect">
            <a:avLst/>
          </a:prstGeom>
          <a:solidFill>
            <a:srgbClr val="0D8D56"/>
          </a:solidFill>
          <a:ln>
            <a:noFill/>
          </a:ln>
        </p:spPr>
        <p:txBody>
          <a:bodyPr/>
          <a:lstStyle/>
          <a:p>
            <a:endParaRPr lang="uk-UA"/>
          </a:p>
        </p:txBody>
      </p:sp>
      <p:sp>
        <p:nvSpPr>
          <p:cNvPr id="1000" name="shape1000"/>
          <p:cNvSpPr/>
          <p:nvPr/>
        </p:nvSpPr>
        <p:spPr>
          <a:xfrm>
            <a:off x="5304282" y="3493008"/>
            <a:ext cx="83591" cy="202997"/>
          </a:xfrm>
          <a:prstGeom prst="rect">
            <a:avLst/>
          </a:prstGeom>
          <a:solidFill>
            <a:srgbClr val="0D8D56"/>
          </a:solidFill>
          <a:ln>
            <a:noFill/>
          </a:ln>
        </p:spPr>
        <p:txBody>
          <a:bodyPr/>
          <a:lstStyle/>
          <a:p>
            <a:endParaRPr lang="uk-UA"/>
          </a:p>
        </p:txBody>
      </p:sp>
      <p:sp>
        <p:nvSpPr>
          <p:cNvPr id="1001" name="shape1001"/>
          <p:cNvSpPr/>
          <p:nvPr/>
        </p:nvSpPr>
        <p:spPr>
          <a:xfrm>
            <a:off x="5386045" y="3493008"/>
            <a:ext cx="83591" cy="202997"/>
          </a:xfrm>
          <a:prstGeom prst="rect">
            <a:avLst/>
          </a:prstGeom>
          <a:solidFill>
            <a:srgbClr val="0D8D56"/>
          </a:solidFill>
          <a:ln>
            <a:noFill/>
          </a:ln>
        </p:spPr>
        <p:txBody>
          <a:bodyPr/>
          <a:lstStyle/>
          <a:p>
            <a:endParaRPr lang="uk-UA"/>
          </a:p>
        </p:txBody>
      </p:sp>
      <p:sp>
        <p:nvSpPr>
          <p:cNvPr id="1002" name="shape1002"/>
          <p:cNvSpPr/>
          <p:nvPr/>
        </p:nvSpPr>
        <p:spPr>
          <a:xfrm>
            <a:off x="5467807" y="3493008"/>
            <a:ext cx="83591" cy="202997"/>
          </a:xfrm>
          <a:prstGeom prst="rect">
            <a:avLst/>
          </a:prstGeom>
          <a:solidFill>
            <a:srgbClr val="0D8D56"/>
          </a:solidFill>
          <a:ln>
            <a:noFill/>
          </a:ln>
        </p:spPr>
        <p:txBody>
          <a:bodyPr/>
          <a:lstStyle/>
          <a:p>
            <a:endParaRPr lang="uk-UA"/>
          </a:p>
        </p:txBody>
      </p:sp>
      <p:sp>
        <p:nvSpPr>
          <p:cNvPr id="1003" name="shape1003"/>
          <p:cNvSpPr/>
          <p:nvPr/>
        </p:nvSpPr>
        <p:spPr>
          <a:xfrm>
            <a:off x="5549570" y="3493008"/>
            <a:ext cx="83591" cy="202997"/>
          </a:xfrm>
          <a:prstGeom prst="rect">
            <a:avLst/>
          </a:prstGeom>
          <a:solidFill>
            <a:srgbClr val="0D8D56"/>
          </a:solidFill>
          <a:ln>
            <a:noFill/>
          </a:ln>
        </p:spPr>
        <p:txBody>
          <a:bodyPr/>
          <a:lstStyle/>
          <a:p>
            <a:endParaRPr lang="uk-UA"/>
          </a:p>
        </p:txBody>
      </p:sp>
      <p:sp>
        <p:nvSpPr>
          <p:cNvPr id="1004" name="shape1004"/>
          <p:cNvSpPr/>
          <p:nvPr/>
        </p:nvSpPr>
        <p:spPr>
          <a:xfrm>
            <a:off x="5631332" y="3493008"/>
            <a:ext cx="83591" cy="202997"/>
          </a:xfrm>
          <a:prstGeom prst="rect">
            <a:avLst/>
          </a:prstGeom>
          <a:solidFill>
            <a:srgbClr val="0D8D56"/>
          </a:solidFill>
          <a:ln>
            <a:noFill/>
          </a:ln>
        </p:spPr>
        <p:txBody>
          <a:bodyPr/>
          <a:lstStyle/>
          <a:p>
            <a:endParaRPr lang="uk-UA"/>
          </a:p>
        </p:txBody>
      </p:sp>
      <p:sp>
        <p:nvSpPr>
          <p:cNvPr id="1005" name="shape1005"/>
          <p:cNvSpPr/>
          <p:nvPr/>
        </p:nvSpPr>
        <p:spPr>
          <a:xfrm>
            <a:off x="5713095" y="3493008"/>
            <a:ext cx="83591" cy="202997"/>
          </a:xfrm>
          <a:prstGeom prst="rect">
            <a:avLst/>
          </a:prstGeom>
          <a:solidFill>
            <a:srgbClr val="0D8D56"/>
          </a:solidFill>
          <a:ln>
            <a:noFill/>
          </a:ln>
        </p:spPr>
        <p:txBody>
          <a:bodyPr/>
          <a:lstStyle/>
          <a:p>
            <a:endParaRPr lang="uk-UA"/>
          </a:p>
        </p:txBody>
      </p:sp>
      <p:sp>
        <p:nvSpPr>
          <p:cNvPr id="1006" name="shape1006"/>
          <p:cNvSpPr/>
          <p:nvPr/>
        </p:nvSpPr>
        <p:spPr>
          <a:xfrm>
            <a:off x="5794858" y="3493008"/>
            <a:ext cx="83591" cy="202997"/>
          </a:xfrm>
          <a:prstGeom prst="rect">
            <a:avLst/>
          </a:prstGeom>
          <a:solidFill>
            <a:srgbClr val="0D8D56"/>
          </a:solidFill>
          <a:ln>
            <a:noFill/>
          </a:ln>
        </p:spPr>
        <p:txBody>
          <a:bodyPr/>
          <a:lstStyle/>
          <a:p>
            <a:endParaRPr lang="uk-UA"/>
          </a:p>
        </p:txBody>
      </p:sp>
      <p:sp>
        <p:nvSpPr>
          <p:cNvPr id="1007" name="shape1007"/>
          <p:cNvSpPr/>
          <p:nvPr/>
        </p:nvSpPr>
        <p:spPr>
          <a:xfrm>
            <a:off x="5876620" y="3493008"/>
            <a:ext cx="83591" cy="202997"/>
          </a:xfrm>
          <a:prstGeom prst="rect">
            <a:avLst/>
          </a:prstGeom>
          <a:solidFill>
            <a:srgbClr val="0D8D56"/>
          </a:solidFill>
          <a:ln>
            <a:noFill/>
          </a:ln>
        </p:spPr>
        <p:txBody>
          <a:bodyPr/>
          <a:lstStyle/>
          <a:p>
            <a:endParaRPr lang="uk-UA"/>
          </a:p>
        </p:txBody>
      </p:sp>
      <p:sp>
        <p:nvSpPr>
          <p:cNvPr id="1008" name="shape1008"/>
          <p:cNvSpPr/>
          <p:nvPr/>
        </p:nvSpPr>
        <p:spPr>
          <a:xfrm>
            <a:off x="5958383" y="3493008"/>
            <a:ext cx="83591" cy="202997"/>
          </a:xfrm>
          <a:prstGeom prst="rect">
            <a:avLst/>
          </a:prstGeom>
          <a:solidFill>
            <a:srgbClr val="0D8D56"/>
          </a:solidFill>
          <a:ln>
            <a:noFill/>
          </a:ln>
        </p:spPr>
        <p:txBody>
          <a:bodyPr/>
          <a:lstStyle/>
          <a:p>
            <a:endParaRPr lang="uk-UA"/>
          </a:p>
        </p:txBody>
      </p:sp>
      <p:sp>
        <p:nvSpPr>
          <p:cNvPr id="1009" name="shape1009"/>
          <p:cNvSpPr/>
          <p:nvPr/>
        </p:nvSpPr>
        <p:spPr>
          <a:xfrm>
            <a:off x="6040145" y="3493008"/>
            <a:ext cx="83591" cy="202997"/>
          </a:xfrm>
          <a:prstGeom prst="rect">
            <a:avLst/>
          </a:prstGeom>
          <a:solidFill>
            <a:srgbClr val="0D8D56"/>
          </a:solidFill>
          <a:ln>
            <a:noFill/>
          </a:ln>
        </p:spPr>
        <p:txBody>
          <a:bodyPr/>
          <a:lstStyle/>
          <a:p>
            <a:endParaRPr lang="uk-UA"/>
          </a:p>
        </p:txBody>
      </p:sp>
      <p:sp>
        <p:nvSpPr>
          <p:cNvPr id="1010" name="shape1010"/>
          <p:cNvSpPr/>
          <p:nvPr/>
        </p:nvSpPr>
        <p:spPr>
          <a:xfrm>
            <a:off x="6121908" y="3493008"/>
            <a:ext cx="83591" cy="202997"/>
          </a:xfrm>
          <a:prstGeom prst="rect">
            <a:avLst/>
          </a:prstGeom>
          <a:solidFill>
            <a:srgbClr val="0D8D56"/>
          </a:solidFill>
          <a:ln>
            <a:noFill/>
          </a:ln>
        </p:spPr>
        <p:txBody>
          <a:bodyPr/>
          <a:lstStyle/>
          <a:p>
            <a:endParaRPr lang="uk-UA"/>
          </a:p>
        </p:txBody>
      </p:sp>
      <p:sp>
        <p:nvSpPr>
          <p:cNvPr id="1011" name="shape1011"/>
          <p:cNvSpPr/>
          <p:nvPr/>
        </p:nvSpPr>
        <p:spPr>
          <a:xfrm>
            <a:off x="6203671" y="3493008"/>
            <a:ext cx="83591" cy="202997"/>
          </a:xfrm>
          <a:prstGeom prst="rect">
            <a:avLst/>
          </a:prstGeom>
          <a:solidFill>
            <a:srgbClr val="0D8D56"/>
          </a:solidFill>
          <a:ln>
            <a:noFill/>
          </a:ln>
        </p:spPr>
        <p:txBody>
          <a:bodyPr/>
          <a:lstStyle/>
          <a:p>
            <a:endParaRPr lang="uk-UA"/>
          </a:p>
        </p:txBody>
      </p:sp>
      <p:sp>
        <p:nvSpPr>
          <p:cNvPr id="1012" name="shape1012"/>
          <p:cNvSpPr/>
          <p:nvPr/>
        </p:nvSpPr>
        <p:spPr>
          <a:xfrm>
            <a:off x="6285433" y="3493008"/>
            <a:ext cx="83591" cy="202997"/>
          </a:xfrm>
          <a:prstGeom prst="rect">
            <a:avLst/>
          </a:prstGeom>
          <a:solidFill>
            <a:srgbClr val="0D8D56"/>
          </a:solidFill>
          <a:ln>
            <a:noFill/>
          </a:ln>
        </p:spPr>
        <p:txBody>
          <a:bodyPr/>
          <a:lstStyle/>
          <a:p>
            <a:endParaRPr lang="uk-UA"/>
          </a:p>
        </p:txBody>
      </p:sp>
      <p:sp>
        <p:nvSpPr>
          <p:cNvPr id="1013" name="shape1013"/>
          <p:cNvSpPr/>
          <p:nvPr/>
        </p:nvSpPr>
        <p:spPr>
          <a:xfrm>
            <a:off x="6367196" y="3493008"/>
            <a:ext cx="83591" cy="202997"/>
          </a:xfrm>
          <a:prstGeom prst="rect">
            <a:avLst/>
          </a:prstGeom>
          <a:solidFill>
            <a:srgbClr val="0D8D56"/>
          </a:solidFill>
          <a:ln>
            <a:noFill/>
          </a:ln>
        </p:spPr>
        <p:txBody>
          <a:bodyPr/>
          <a:lstStyle/>
          <a:p>
            <a:endParaRPr lang="uk-UA"/>
          </a:p>
        </p:txBody>
      </p:sp>
      <p:sp>
        <p:nvSpPr>
          <p:cNvPr id="1014" name="shape1014"/>
          <p:cNvSpPr/>
          <p:nvPr/>
        </p:nvSpPr>
        <p:spPr>
          <a:xfrm>
            <a:off x="6448958" y="3493008"/>
            <a:ext cx="83591" cy="202997"/>
          </a:xfrm>
          <a:prstGeom prst="rect">
            <a:avLst/>
          </a:prstGeom>
          <a:solidFill>
            <a:srgbClr val="0D8D56"/>
          </a:solidFill>
          <a:ln>
            <a:noFill/>
          </a:ln>
        </p:spPr>
        <p:txBody>
          <a:bodyPr/>
          <a:lstStyle/>
          <a:p>
            <a:endParaRPr lang="uk-UA"/>
          </a:p>
        </p:txBody>
      </p:sp>
      <p:sp>
        <p:nvSpPr>
          <p:cNvPr id="1015" name="shape1015"/>
          <p:cNvSpPr/>
          <p:nvPr/>
        </p:nvSpPr>
        <p:spPr>
          <a:xfrm>
            <a:off x="6530721" y="3493008"/>
            <a:ext cx="83591" cy="202997"/>
          </a:xfrm>
          <a:prstGeom prst="rect">
            <a:avLst/>
          </a:prstGeom>
          <a:solidFill>
            <a:srgbClr val="0D8D56"/>
          </a:solidFill>
          <a:ln>
            <a:noFill/>
          </a:ln>
        </p:spPr>
        <p:txBody>
          <a:bodyPr/>
          <a:lstStyle/>
          <a:p>
            <a:endParaRPr lang="uk-UA"/>
          </a:p>
        </p:txBody>
      </p:sp>
      <p:sp>
        <p:nvSpPr>
          <p:cNvPr id="1016" name="shape1016"/>
          <p:cNvSpPr/>
          <p:nvPr/>
        </p:nvSpPr>
        <p:spPr>
          <a:xfrm>
            <a:off x="6612484" y="3493008"/>
            <a:ext cx="83591" cy="202997"/>
          </a:xfrm>
          <a:prstGeom prst="rect">
            <a:avLst/>
          </a:prstGeom>
          <a:solidFill>
            <a:srgbClr val="0D8D56"/>
          </a:solidFill>
          <a:ln>
            <a:noFill/>
          </a:ln>
        </p:spPr>
        <p:txBody>
          <a:bodyPr/>
          <a:lstStyle/>
          <a:p>
            <a:endParaRPr lang="uk-UA"/>
          </a:p>
        </p:txBody>
      </p:sp>
      <p:sp>
        <p:nvSpPr>
          <p:cNvPr id="1017" name="shape1017"/>
          <p:cNvSpPr/>
          <p:nvPr/>
        </p:nvSpPr>
        <p:spPr>
          <a:xfrm>
            <a:off x="6694246" y="3493008"/>
            <a:ext cx="83591" cy="202997"/>
          </a:xfrm>
          <a:prstGeom prst="rect">
            <a:avLst/>
          </a:prstGeom>
          <a:solidFill>
            <a:srgbClr val="0D8D56"/>
          </a:solidFill>
          <a:ln>
            <a:noFill/>
          </a:ln>
        </p:spPr>
        <p:txBody>
          <a:bodyPr/>
          <a:lstStyle/>
          <a:p>
            <a:endParaRPr lang="uk-UA"/>
          </a:p>
        </p:txBody>
      </p:sp>
      <p:sp>
        <p:nvSpPr>
          <p:cNvPr id="1018" name="shape1018"/>
          <p:cNvSpPr/>
          <p:nvPr/>
        </p:nvSpPr>
        <p:spPr>
          <a:xfrm>
            <a:off x="6776009" y="3493008"/>
            <a:ext cx="83591" cy="202997"/>
          </a:xfrm>
          <a:prstGeom prst="rect">
            <a:avLst/>
          </a:prstGeom>
          <a:solidFill>
            <a:srgbClr val="0D8D56"/>
          </a:solidFill>
          <a:ln>
            <a:noFill/>
          </a:ln>
        </p:spPr>
        <p:txBody>
          <a:bodyPr/>
          <a:lstStyle/>
          <a:p>
            <a:endParaRPr lang="uk-UA"/>
          </a:p>
        </p:txBody>
      </p:sp>
      <p:sp>
        <p:nvSpPr>
          <p:cNvPr id="1019" name="shape1019"/>
          <p:cNvSpPr/>
          <p:nvPr/>
        </p:nvSpPr>
        <p:spPr>
          <a:xfrm>
            <a:off x="6857771" y="3493008"/>
            <a:ext cx="83591" cy="202997"/>
          </a:xfrm>
          <a:prstGeom prst="rect">
            <a:avLst/>
          </a:prstGeom>
          <a:solidFill>
            <a:srgbClr val="0D8D56"/>
          </a:solidFill>
          <a:ln>
            <a:noFill/>
          </a:ln>
        </p:spPr>
        <p:txBody>
          <a:bodyPr/>
          <a:lstStyle/>
          <a:p>
            <a:endParaRPr lang="uk-UA"/>
          </a:p>
        </p:txBody>
      </p:sp>
      <p:sp>
        <p:nvSpPr>
          <p:cNvPr id="1020" name="shape1020"/>
          <p:cNvSpPr/>
          <p:nvPr/>
        </p:nvSpPr>
        <p:spPr>
          <a:xfrm>
            <a:off x="6939534" y="3493008"/>
            <a:ext cx="83591" cy="202997"/>
          </a:xfrm>
          <a:prstGeom prst="rect">
            <a:avLst/>
          </a:prstGeom>
          <a:solidFill>
            <a:srgbClr val="0D8D56"/>
          </a:solidFill>
          <a:ln>
            <a:noFill/>
          </a:ln>
        </p:spPr>
        <p:txBody>
          <a:bodyPr/>
          <a:lstStyle/>
          <a:p>
            <a:endParaRPr lang="uk-UA"/>
          </a:p>
        </p:txBody>
      </p:sp>
      <p:sp>
        <p:nvSpPr>
          <p:cNvPr id="1021" name="shape1021"/>
          <p:cNvSpPr/>
          <p:nvPr/>
        </p:nvSpPr>
        <p:spPr>
          <a:xfrm>
            <a:off x="7021297" y="3493008"/>
            <a:ext cx="83591" cy="202997"/>
          </a:xfrm>
          <a:prstGeom prst="rect">
            <a:avLst/>
          </a:prstGeom>
          <a:solidFill>
            <a:srgbClr val="0D8D56"/>
          </a:solidFill>
          <a:ln>
            <a:noFill/>
          </a:ln>
        </p:spPr>
        <p:txBody>
          <a:bodyPr/>
          <a:lstStyle/>
          <a:p>
            <a:endParaRPr lang="uk-UA"/>
          </a:p>
        </p:txBody>
      </p:sp>
      <p:sp>
        <p:nvSpPr>
          <p:cNvPr id="1022" name="shape1022"/>
          <p:cNvSpPr/>
          <p:nvPr/>
        </p:nvSpPr>
        <p:spPr>
          <a:xfrm>
            <a:off x="7103059" y="3493008"/>
            <a:ext cx="83591" cy="202997"/>
          </a:xfrm>
          <a:prstGeom prst="rect">
            <a:avLst/>
          </a:prstGeom>
          <a:solidFill>
            <a:srgbClr val="0D8D56"/>
          </a:solidFill>
          <a:ln>
            <a:noFill/>
          </a:ln>
        </p:spPr>
        <p:txBody>
          <a:bodyPr/>
          <a:lstStyle/>
          <a:p>
            <a:endParaRPr lang="uk-UA"/>
          </a:p>
        </p:txBody>
      </p:sp>
      <p:sp>
        <p:nvSpPr>
          <p:cNvPr id="1023" name="shape1023"/>
          <p:cNvSpPr/>
          <p:nvPr/>
        </p:nvSpPr>
        <p:spPr>
          <a:xfrm>
            <a:off x="7184822" y="3493008"/>
            <a:ext cx="83591" cy="202997"/>
          </a:xfrm>
          <a:prstGeom prst="rect">
            <a:avLst/>
          </a:prstGeom>
          <a:solidFill>
            <a:srgbClr val="0D8D56"/>
          </a:solidFill>
          <a:ln>
            <a:noFill/>
          </a:ln>
        </p:spPr>
        <p:txBody>
          <a:bodyPr/>
          <a:lstStyle/>
          <a:p>
            <a:endParaRPr lang="uk-UA"/>
          </a:p>
        </p:txBody>
      </p:sp>
      <p:sp>
        <p:nvSpPr>
          <p:cNvPr id="1024" name="shape1024"/>
          <p:cNvSpPr/>
          <p:nvPr/>
        </p:nvSpPr>
        <p:spPr>
          <a:xfrm>
            <a:off x="7266584" y="3493008"/>
            <a:ext cx="83591" cy="202997"/>
          </a:xfrm>
          <a:prstGeom prst="rect">
            <a:avLst/>
          </a:prstGeom>
          <a:solidFill>
            <a:srgbClr val="0D8D56"/>
          </a:solidFill>
          <a:ln>
            <a:noFill/>
          </a:ln>
        </p:spPr>
        <p:txBody>
          <a:bodyPr/>
          <a:lstStyle/>
          <a:p>
            <a:endParaRPr lang="uk-UA"/>
          </a:p>
        </p:txBody>
      </p:sp>
      <p:sp>
        <p:nvSpPr>
          <p:cNvPr id="1025" name="shape1025"/>
          <p:cNvSpPr/>
          <p:nvPr/>
        </p:nvSpPr>
        <p:spPr>
          <a:xfrm>
            <a:off x="7348347" y="3493008"/>
            <a:ext cx="83591" cy="202997"/>
          </a:xfrm>
          <a:prstGeom prst="rect">
            <a:avLst/>
          </a:prstGeom>
          <a:solidFill>
            <a:srgbClr val="0D8D56"/>
          </a:solidFill>
          <a:ln>
            <a:noFill/>
          </a:ln>
        </p:spPr>
        <p:txBody>
          <a:bodyPr/>
          <a:lstStyle/>
          <a:p>
            <a:endParaRPr lang="uk-UA"/>
          </a:p>
        </p:txBody>
      </p:sp>
      <p:sp>
        <p:nvSpPr>
          <p:cNvPr id="1026" name="shape1026"/>
          <p:cNvSpPr/>
          <p:nvPr/>
        </p:nvSpPr>
        <p:spPr>
          <a:xfrm>
            <a:off x="7430110" y="3493008"/>
            <a:ext cx="83591" cy="202997"/>
          </a:xfrm>
          <a:prstGeom prst="rect">
            <a:avLst/>
          </a:prstGeom>
          <a:solidFill>
            <a:srgbClr val="0D8D56"/>
          </a:solidFill>
          <a:ln>
            <a:noFill/>
          </a:ln>
        </p:spPr>
        <p:txBody>
          <a:bodyPr/>
          <a:lstStyle/>
          <a:p>
            <a:endParaRPr lang="uk-UA"/>
          </a:p>
        </p:txBody>
      </p:sp>
      <p:sp>
        <p:nvSpPr>
          <p:cNvPr id="1027" name="shape1027"/>
          <p:cNvSpPr/>
          <p:nvPr/>
        </p:nvSpPr>
        <p:spPr>
          <a:xfrm>
            <a:off x="7511872" y="3493008"/>
            <a:ext cx="83591" cy="202997"/>
          </a:xfrm>
          <a:prstGeom prst="rect">
            <a:avLst/>
          </a:prstGeom>
          <a:solidFill>
            <a:srgbClr val="0D8D56"/>
          </a:solidFill>
          <a:ln>
            <a:noFill/>
          </a:ln>
        </p:spPr>
        <p:txBody>
          <a:bodyPr/>
          <a:lstStyle/>
          <a:p>
            <a:endParaRPr lang="uk-UA"/>
          </a:p>
        </p:txBody>
      </p:sp>
      <p:sp>
        <p:nvSpPr>
          <p:cNvPr id="1028" name="shape1028"/>
          <p:cNvSpPr/>
          <p:nvPr/>
        </p:nvSpPr>
        <p:spPr>
          <a:xfrm>
            <a:off x="7593635" y="3493008"/>
            <a:ext cx="83591" cy="202997"/>
          </a:xfrm>
          <a:prstGeom prst="rect">
            <a:avLst/>
          </a:prstGeom>
          <a:solidFill>
            <a:srgbClr val="0D8D56"/>
          </a:solidFill>
          <a:ln>
            <a:noFill/>
          </a:ln>
        </p:spPr>
        <p:txBody>
          <a:bodyPr/>
          <a:lstStyle/>
          <a:p>
            <a:endParaRPr lang="uk-UA"/>
          </a:p>
        </p:txBody>
      </p:sp>
      <p:sp>
        <p:nvSpPr>
          <p:cNvPr id="1029" name="shape1029"/>
          <p:cNvSpPr/>
          <p:nvPr/>
        </p:nvSpPr>
        <p:spPr>
          <a:xfrm>
            <a:off x="7675397" y="3493008"/>
            <a:ext cx="83591" cy="202997"/>
          </a:xfrm>
          <a:prstGeom prst="rect">
            <a:avLst/>
          </a:prstGeom>
          <a:solidFill>
            <a:srgbClr val="0D8D56"/>
          </a:solidFill>
          <a:ln>
            <a:noFill/>
          </a:ln>
        </p:spPr>
        <p:txBody>
          <a:bodyPr/>
          <a:lstStyle/>
          <a:p>
            <a:endParaRPr lang="uk-UA"/>
          </a:p>
        </p:txBody>
      </p:sp>
      <p:sp>
        <p:nvSpPr>
          <p:cNvPr id="1030" name="shape1030"/>
          <p:cNvSpPr/>
          <p:nvPr/>
        </p:nvSpPr>
        <p:spPr>
          <a:xfrm>
            <a:off x="7757160" y="3493008"/>
            <a:ext cx="83591" cy="202997"/>
          </a:xfrm>
          <a:prstGeom prst="rect">
            <a:avLst/>
          </a:prstGeom>
          <a:solidFill>
            <a:srgbClr val="0D8D56"/>
          </a:solidFill>
          <a:ln>
            <a:noFill/>
          </a:ln>
        </p:spPr>
        <p:txBody>
          <a:bodyPr/>
          <a:lstStyle/>
          <a:p>
            <a:endParaRPr lang="uk-UA"/>
          </a:p>
        </p:txBody>
      </p:sp>
      <p:sp>
        <p:nvSpPr>
          <p:cNvPr id="1031" name="shape1031"/>
          <p:cNvSpPr/>
          <p:nvPr/>
        </p:nvSpPr>
        <p:spPr>
          <a:xfrm>
            <a:off x="7838923" y="3493008"/>
            <a:ext cx="83591" cy="202997"/>
          </a:xfrm>
          <a:prstGeom prst="rect">
            <a:avLst/>
          </a:prstGeom>
          <a:solidFill>
            <a:srgbClr val="0D8D56"/>
          </a:solidFill>
          <a:ln>
            <a:noFill/>
          </a:ln>
        </p:spPr>
        <p:txBody>
          <a:bodyPr/>
          <a:lstStyle/>
          <a:p>
            <a:endParaRPr lang="uk-UA"/>
          </a:p>
        </p:txBody>
      </p:sp>
      <p:sp>
        <p:nvSpPr>
          <p:cNvPr id="1032" name="shape1032"/>
          <p:cNvSpPr/>
          <p:nvPr/>
        </p:nvSpPr>
        <p:spPr>
          <a:xfrm>
            <a:off x="7920685" y="3493008"/>
            <a:ext cx="83591" cy="202997"/>
          </a:xfrm>
          <a:prstGeom prst="rect">
            <a:avLst/>
          </a:prstGeom>
          <a:solidFill>
            <a:srgbClr val="0D8D56"/>
          </a:solidFill>
          <a:ln>
            <a:noFill/>
          </a:ln>
        </p:spPr>
        <p:txBody>
          <a:bodyPr/>
          <a:lstStyle/>
          <a:p>
            <a:endParaRPr lang="uk-UA"/>
          </a:p>
        </p:txBody>
      </p:sp>
      <p:sp>
        <p:nvSpPr>
          <p:cNvPr id="1033" name="shape1033"/>
          <p:cNvSpPr/>
          <p:nvPr/>
        </p:nvSpPr>
        <p:spPr>
          <a:xfrm>
            <a:off x="8002448" y="3493008"/>
            <a:ext cx="83591" cy="202997"/>
          </a:xfrm>
          <a:prstGeom prst="rect">
            <a:avLst/>
          </a:prstGeom>
          <a:solidFill>
            <a:srgbClr val="0D8D56"/>
          </a:solidFill>
          <a:ln>
            <a:noFill/>
          </a:ln>
        </p:spPr>
        <p:txBody>
          <a:bodyPr/>
          <a:lstStyle/>
          <a:p>
            <a:endParaRPr lang="uk-UA"/>
          </a:p>
        </p:txBody>
      </p:sp>
      <p:sp>
        <p:nvSpPr>
          <p:cNvPr id="1034" name="shape1034"/>
          <p:cNvSpPr/>
          <p:nvPr/>
        </p:nvSpPr>
        <p:spPr>
          <a:xfrm>
            <a:off x="8084210" y="3493008"/>
            <a:ext cx="83591" cy="202997"/>
          </a:xfrm>
          <a:prstGeom prst="rect">
            <a:avLst/>
          </a:prstGeom>
          <a:solidFill>
            <a:srgbClr val="0D8D56"/>
          </a:solidFill>
          <a:ln>
            <a:noFill/>
          </a:ln>
        </p:spPr>
        <p:txBody>
          <a:bodyPr/>
          <a:lstStyle/>
          <a:p>
            <a:endParaRPr lang="uk-UA"/>
          </a:p>
        </p:txBody>
      </p:sp>
      <p:sp>
        <p:nvSpPr>
          <p:cNvPr id="1035" name="shape1035"/>
          <p:cNvSpPr/>
          <p:nvPr/>
        </p:nvSpPr>
        <p:spPr>
          <a:xfrm>
            <a:off x="8165973" y="3493008"/>
            <a:ext cx="83591" cy="202997"/>
          </a:xfrm>
          <a:prstGeom prst="rect">
            <a:avLst/>
          </a:prstGeom>
          <a:solidFill>
            <a:srgbClr val="0D8D56"/>
          </a:solidFill>
          <a:ln>
            <a:noFill/>
          </a:ln>
        </p:spPr>
        <p:txBody>
          <a:bodyPr/>
          <a:lstStyle/>
          <a:p>
            <a:endParaRPr lang="uk-UA"/>
          </a:p>
        </p:txBody>
      </p:sp>
      <p:sp>
        <p:nvSpPr>
          <p:cNvPr id="1036" name="shape1036"/>
          <p:cNvSpPr/>
          <p:nvPr/>
        </p:nvSpPr>
        <p:spPr>
          <a:xfrm>
            <a:off x="8247736" y="3493008"/>
            <a:ext cx="83591" cy="202997"/>
          </a:xfrm>
          <a:prstGeom prst="rect">
            <a:avLst/>
          </a:prstGeom>
          <a:solidFill>
            <a:srgbClr val="0D8D56"/>
          </a:solidFill>
          <a:ln>
            <a:noFill/>
          </a:ln>
        </p:spPr>
        <p:txBody>
          <a:bodyPr/>
          <a:lstStyle/>
          <a:p>
            <a:endParaRPr lang="uk-UA"/>
          </a:p>
        </p:txBody>
      </p:sp>
      <p:sp>
        <p:nvSpPr>
          <p:cNvPr id="1037" name="shape1037"/>
          <p:cNvSpPr/>
          <p:nvPr/>
        </p:nvSpPr>
        <p:spPr>
          <a:xfrm>
            <a:off x="8329498" y="3493008"/>
            <a:ext cx="83591" cy="202997"/>
          </a:xfrm>
          <a:prstGeom prst="rect">
            <a:avLst/>
          </a:prstGeom>
          <a:solidFill>
            <a:srgbClr val="0D8D56"/>
          </a:solidFill>
          <a:ln>
            <a:noFill/>
          </a:ln>
        </p:spPr>
        <p:txBody>
          <a:bodyPr/>
          <a:lstStyle/>
          <a:p>
            <a:endParaRPr lang="uk-UA"/>
          </a:p>
        </p:txBody>
      </p:sp>
      <p:sp>
        <p:nvSpPr>
          <p:cNvPr id="1038" name="shape1038"/>
          <p:cNvSpPr/>
          <p:nvPr/>
        </p:nvSpPr>
        <p:spPr>
          <a:xfrm>
            <a:off x="8411261" y="3493008"/>
            <a:ext cx="83591" cy="202997"/>
          </a:xfrm>
          <a:prstGeom prst="rect">
            <a:avLst/>
          </a:prstGeom>
          <a:solidFill>
            <a:srgbClr val="0D8D56"/>
          </a:solidFill>
          <a:ln>
            <a:noFill/>
          </a:ln>
        </p:spPr>
        <p:txBody>
          <a:bodyPr/>
          <a:lstStyle/>
          <a:p>
            <a:endParaRPr lang="uk-UA"/>
          </a:p>
        </p:txBody>
      </p:sp>
      <p:sp>
        <p:nvSpPr>
          <p:cNvPr id="1039" name="shape1039"/>
          <p:cNvSpPr/>
          <p:nvPr/>
        </p:nvSpPr>
        <p:spPr>
          <a:xfrm>
            <a:off x="8493023" y="3493008"/>
            <a:ext cx="83591" cy="202997"/>
          </a:xfrm>
          <a:prstGeom prst="rect">
            <a:avLst/>
          </a:prstGeom>
          <a:solidFill>
            <a:srgbClr val="0D8D56"/>
          </a:solidFill>
          <a:ln>
            <a:noFill/>
          </a:ln>
        </p:spPr>
        <p:txBody>
          <a:bodyPr/>
          <a:lstStyle/>
          <a:p>
            <a:endParaRPr lang="uk-UA"/>
          </a:p>
        </p:txBody>
      </p:sp>
      <p:sp>
        <p:nvSpPr>
          <p:cNvPr id="1040" name="shape1040"/>
          <p:cNvSpPr/>
          <p:nvPr/>
        </p:nvSpPr>
        <p:spPr>
          <a:xfrm>
            <a:off x="8574786" y="3493008"/>
            <a:ext cx="83591" cy="202997"/>
          </a:xfrm>
          <a:prstGeom prst="rect">
            <a:avLst/>
          </a:prstGeom>
          <a:solidFill>
            <a:srgbClr val="0D8D56"/>
          </a:solidFill>
          <a:ln>
            <a:noFill/>
          </a:ln>
        </p:spPr>
        <p:txBody>
          <a:bodyPr/>
          <a:lstStyle/>
          <a:p>
            <a:endParaRPr lang="uk-UA"/>
          </a:p>
        </p:txBody>
      </p:sp>
      <p:sp>
        <p:nvSpPr>
          <p:cNvPr id="1041" name="shape1041"/>
          <p:cNvSpPr/>
          <p:nvPr/>
        </p:nvSpPr>
        <p:spPr>
          <a:xfrm>
            <a:off x="8656549" y="3493008"/>
            <a:ext cx="83591" cy="202997"/>
          </a:xfrm>
          <a:prstGeom prst="rect">
            <a:avLst/>
          </a:prstGeom>
          <a:solidFill>
            <a:srgbClr val="0D8D56"/>
          </a:solidFill>
          <a:ln>
            <a:noFill/>
          </a:ln>
        </p:spPr>
        <p:txBody>
          <a:bodyPr/>
          <a:lstStyle/>
          <a:p>
            <a:endParaRPr lang="uk-UA"/>
          </a:p>
        </p:txBody>
      </p:sp>
      <p:sp>
        <p:nvSpPr>
          <p:cNvPr id="1042" name="shape1042"/>
          <p:cNvSpPr/>
          <p:nvPr/>
        </p:nvSpPr>
        <p:spPr>
          <a:xfrm>
            <a:off x="8738311" y="3493008"/>
            <a:ext cx="83591" cy="202997"/>
          </a:xfrm>
          <a:prstGeom prst="rect">
            <a:avLst/>
          </a:prstGeom>
          <a:solidFill>
            <a:srgbClr val="0D8D56"/>
          </a:solidFill>
          <a:ln>
            <a:noFill/>
          </a:ln>
        </p:spPr>
        <p:txBody>
          <a:bodyPr/>
          <a:lstStyle/>
          <a:p>
            <a:endParaRPr lang="uk-UA"/>
          </a:p>
        </p:txBody>
      </p:sp>
      <p:sp>
        <p:nvSpPr>
          <p:cNvPr id="1043" name="shape1043"/>
          <p:cNvSpPr/>
          <p:nvPr/>
        </p:nvSpPr>
        <p:spPr>
          <a:xfrm>
            <a:off x="8820074" y="3493008"/>
            <a:ext cx="83591" cy="202997"/>
          </a:xfrm>
          <a:prstGeom prst="rect">
            <a:avLst/>
          </a:prstGeom>
          <a:solidFill>
            <a:srgbClr val="0D8D56"/>
          </a:solidFill>
          <a:ln>
            <a:noFill/>
          </a:ln>
        </p:spPr>
        <p:txBody>
          <a:bodyPr/>
          <a:lstStyle/>
          <a:p>
            <a:endParaRPr lang="uk-UA"/>
          </a:p>
        </p:txBody>
      </p:sp>
      <p:sp>
        <p:nvSpPr>
          <p:cNvPr id="1044" name="shape1044"/>
          <p:cNvSpPr/>
          <p:nvPr/>
        </p:nvSpPr>
        <p:spPr>
          <a:xfrm>
            <a:off x="8901836" y="3493008"/>
            <a:ext cx="83591" cy="202997"/>
          </a:xfrm>
          <a:prstGeom prst="rect">
            <a:avLst/>
          </a:prstGeom>
          <a:solidFill>
            <a:srgbClr val="0D8D56"/>
          </a:solidFill>
          <a:ln>
            <a:noFill/>
          </a:ln>
        </p:spPr>
        <p:txBody>
          <a:bodyPr/>
          <a:lstStyle/>
          <a:p>
            <a:endParaRPr lang="uk-UA"/>
          </a:p>
        </p:txBody>
      </p:sp>
      <p:sp>
        <p:nvSpPr>
          <p:cNvPr id="1045" name="shape1045"/>
          <p:cNvSpPr/>
          <p:nvPr/>
        </p:nvSpPr>
        <p:spPr>
          <a:xfrm>
            <a:off x="8983599" y="3493008"/>
            <a:ext cx="83591" cy="202997"/>
          </a:xfrm>
          <a:prstGeom prst="rect">
            <a:avLst/>
          </a:prstGeom>
          <a:solidFill>
            <a:srgbClr val="0D8D56"/>
          </a:solidFill>
          <a:ln>
            <a:noFill/>
          </a:ln>
        </p:spPr>
        <p:txBody>
          <a:bodyPr/>
          <a:lstStyle/>
          <a:p>
            <a:endParaRPr lang="uk-UA"/>
          </a:p>
        </p:txBody>
      </p:sp>
      <p:sp>
        <p:nvSpPr>
          <p:cNvPr id="1046" name="shape1046"/>
          <p:cNvSpPr/>
          <p:nvPr/>
        </p:nvSpPr>
        <p:spPr>
          <a:xfrm>
            <a:off x="9065362" y="3493008"/>
            <a:ext cx="83591" cy="202997"/>
          </a:xfrm>
          <a:prstGeom prst="rect">
            <a:avLst/>
          </a:prstGeom>
          <a:solidFill>
            <a:srgbClr val="0D8D56"/>
          </a:solidFill>
          <a:ln>
            <a:noFill/>
          </a:ln>
        </p:spPr>
        <p:txBody>
          <a:bodyPr/>
          <a:lstStyle/>
          <a:p>
            <a:endParaRPr lang="uk-UA"/>
          </a:p>
        </p:txBody>
      </p:sp>
      <p:sp>
        <p:nvSpPr>
          <p:cNvPr id="1047" name="shape1047"/>
          <p:cNvSpPr/>
          <p:nvPr/>
        </p:nvSpPr>
        <p:spPr>
          <a:xfrm>
            <a:off x="9147124" y="3493008"/>
            <a:ext cx="83591" cy="202997"/>
          </a:xfrm>
          <a:prstGeom prst="rect">
            <a:avLst/>
          </a:prstGeom>
          <a:solidFill>
            <a:srgbClr val="0D8D56"/>
          </a:solidFill>
          <a:ln>
            <a:noFill/>
          </a:ln>
        </p:spPr>
        <p:txBody>
          <a:bodyPr/>
          <a:lstStyle/>
          <a:p>
            <a:endParaRPr lang="uk-UA"/>
          </a:p>
        </p:txBody>
      </p:sp>
      <p:sp>
        <p:nvSpPr>
          <p:cNvPr id="1048" name="shape1048"/>
          <p:cNvSpPr/>
          <p:nvPr/>
        </p:nvSpPr>
        <p:spPr>
          <a:xfrm>
            <a:off x="9228887" y="3493008"/>
            <a:ext cx="83591" cy="202997"/>
          </a:xfrm>
          <a:prstGeom prst="rect">
            <a:avLst/>
          </a:prstGeom>
          <a:solidFill>
            <a:srgbClr val="0D8D56"/>
          </a:solidFill>
          <a:ln>
            <a:noFill/>
          </a:ln>
        </p:spPr>
        <p:txBody>
          <a:bodyPr/>
          <a:lstStyle/>
          <a:p>
            <a:endParaRPr lang="uk-UA"/>
          </a:p>
        </p:txBody>
      </p:sp>
      <p:sp>
        <p:nvSpPr>
          <p:cNvPr id="1049" name="shape1049"/>
          <p:cNvSpPr/>
          <p:nvPr/>
        </p:nvSpPr>
        <p:spPr>
          <a:xfrm>
            <a:off x="9310649" y="3493008"/>
            <a:ext cx="83591" cy="202997"/>
          </a:xfrm>
          <a:prstGeom prst="rect">
            <a:avLst/>
          </a:prstGeom>
          <a:solidFill>
            <a:srgbClr val="0D8D56"/>
          </a:solidFill>
          <a:ln>
            <a:noFill/>
          </a:ln>
        </p:spPr>
        <p:txBody>
          <a:bodyPr/>
          <a:lstStyle/>
          <a:p>
            <a:endParaRPr lang="uk-UA"/>
          </a:p>
        </p:txBody>
      </p:sp>
      <p:sp>
        <p:nvSpPr>
          <p:cNvPr id="1050" name="shape1050"/>
          <p:cNvSpPr/>
          <p:nvPr/>
        </p:nvSpPr>
        <p:spPr>
          <a:xfrm>
            <a:off x="9392412" y="3493008"/>
            <a:ext cx="83591" cy="202997"/>
          </a:xfrm>
          <a:prstGeom prst="rect">
            <a:avLst/>
          </a:prstGeom>
          <a:solidFill>
            <a:srgbClr val="0D8D56"/>
          </a:solidFill>
          <a:ln>
            <a:noFill/>
          </a:ln>
        </p:spPr>
        <p:txBody>
          <a:bodyPr/>
          <a:lstStyle/>
          <a:p>
            <a:endParaRPr lang="uk-UA"/>
          </a:p>
        </p:txBody>
      </p:sp>
      <p:sp>
        <p:nvSpPr>
          <p:cNvPr id="1051" name="shape1051"/>
          <p:cNvSpPr/>
          <p:nvPr/>
        </p:nvSpPr>
        <p:spPr>
          <a:xfrm>
            <a:off x="9474175" y="3493008"/>
            <a:ext cx="83591" cy="202997"/>
          </a:xfrm>
          <a:prstGeom prst="rect">
            <a:avLst/>
          </a:prstGeom>
          <a:solidFill>
            <a:srgbClr val="0D8D56"/>
          </a:solidFill>
          <a:ln>
            <a:noFill/>
          </a:ln>
        </p:spPr>
        <p:txBody>
          <a:bodyPr/>
          <a:lstStyle/>
          <a:p>
            <a:endParaRPr lang="uk-UA"/>
          </a:p>
        </p:txBody>
      </p:sp>
      <p:sp>
        <p:nvSpPr>
          <p:cNvPr id="1052" name="shape1052"/>
          <p:cNvSpPr/>
          <p:nvPr/>
        </p:nvSpPr>
        <p:spPr>
          <a:xfrm>
            <a:off x="9555937" y="3493008"/>
            <a:ext cx="83591" cy="202997"/>
          </a:xfrm>
          <a:prstGeom prst="rect">
            <a:avLst/>
          </a:prstGeom>
          <a:solidFill>
            <a:srgbClr val="0D8D56"/>
          </a:solidFill>
          <a:ln>
            <a:noFill/>
          </a:ln>
        </p:spPr>
        <p:txBody>
          <a:bodyPr/>
          <a:lstStyle/>
          <a:p>
            <a:endParaRPr lang="uk-UA"/>
          </a:p>
        </p:txBody>
      </p:sp>
      <p:sp>
        <p:nvSpPr>
          <p:cNvPr id="1053" name="shape1053"/>
          <p:cNvSpPr/>
          <p:nvPr/>
        </p:nvSpPr>
        <p:spPr>
          <a:xfrm>
            <a:off x="9637700" y="3493008"/>
            <a:ext cx="83591" cy="202997"/>
          </a:xfrm>
          <a:prstGeom prst="rect">
            <a:avLst/>
          </a:prstGeom>
          <a:solidFill>
            <a:srgbClr val="0D8D56"/>
          </a:solidFill>
          <a:ln>
            <a:noFill/>
          </a:ln>
        </p:spPr>
        <p:txBody>
          <a:bodyPr/>
          <a:lstStyle/>
          <a:p>
            <a:endParaRPr lang="uk-UA"/>
          </a:p>
        </p:txBody>
      </p:sp>
      <p:sp>
        <p:nvSpPr>
          <p:cNvPr id="1054" name="shape1054"/>
          <p:cNvSpPr/>
          <p:nvPr/>
        </p:nvSpPr>
        <p:spPr>
          <a:xfrm>
            <a:off x="9719462" y="3493008"/>
            <a:ext cx="83591" cy="202997"/>
          </a:xfrm>
          <a:prstGeom prst="rect">
            <a:avLst/>
          </a:prstGeom>
          <a:solidFill>
            <a:srgbClr val="0D8D56"/>
          </a:solidFill>
          <a:ln>
            <a:noFill/>
          </a:ln>
        </p:spPr>
        <p:txBody>
          <a:bodyPr/>
          <a:lstStyle/>
          <a:p>
            <a:endParaRPr lang="uk-UA"/>
          </a:p>
        </p:txBody>
      </p:sp>
      <p:sp>
        <p:nvSpPr>
          <p:cNvPr id="1055" name="shape1055"/>
          <p:cNvSpPr/>
          <p:nvPr/>
        </p:nvSpPr>
        <p:spPr>
          <a:xfrm>
            <a:off x="9801225" y="3493008"/>
            <a:ext cx="83591" cy="202997"/>
          </a:xfrm>
          <a:prstGeom prst="rect">
            <a:avLst/>
          </a:prstGeom>
          <a:solidFill>
            <a:srgbClr val="0D8D56"/>
          </a:solidFill>
          <a:ln>
            <a:noFill/>
          </a:ln>
        </p:spPr>
        <p:txBody>
          <a:bodyPr/>
          <a:lstStyle/>
          <a:p>
            <a:endParaRPr lang="uk-UA"/>
          </a:p>
        </p:txBody>
      </p:sp>
      <p:sp>
        <p:nvSpPr>
          <p:cNvPr id="1056" name="shape1056"/>
          <p:cNvSpPr/>
          <p:nvPr/>
        </p:nvSpPr>
        <p:spPr>
          <a:xfrm>
            <a:off x="9882988" y="3493008"/>
            <a:ext cx="83591" cy="202997"/>
          </a:xfrm>
          <a:prstGeom prst="rect">
            <a:avLst/>
          </a:prstGeom>
          <a:solidFill>
            <a:srgbClr val="0D8D56"/>
          </a:solidFill>
          <a:ln>
            <a:noFill/>
          </a:ln>
        </p:spPr>
        <p:txBody>
          <a:bodyPr/>
          <a:lstStyle/>
          <a:p>
            <a:endParaRPr lang="uk-UA"/>
          </a:p>
        </p:txBody>
      </p:sp>
      <p:sp>
        <p:nvSpPr>
          <p:cNvPr id="1057" name="shape1057"/>
          <p:cNvSpPr/>
          <p:nvPr/>
        </p:nvSpPr>
        <p:spPr>
          <a:xfrm>
            <a:off x="9964750" y="3493008"/>
            <a:ext cx="83591" cy="202997"/>
          </a:xfrm>
          <a:prstGeom prst="rect">
            <a:avLst/>
          </a:prstGeom>
          <a:solidFill>
            <a:srgbClr val="0D8D56"/>
          </a:solidFill>
          <a:ln>
            <a:noFill/>
          </a:ln>
        </p:spPr>
        <p:txBody>
          <a:bodyPr/>
          <a:lstStyle/>
          <a:p>
            <a:endParaRPr lang="uk-UA"/>
          </a:p>
        </p:txBody>
      </p:sp>
      <p:sp>
        <p:nvSpPr>
          <p:cNvPr id="1058" name="shape1058"/>
          <p:cNvSpPr/>
          <p:nvPr/>
        </p:nvSpPr>
        <p:spPr>
          <a:xfrm>
            <a:off x="10046513" y="3493008"/>
            <a:ext cx="83591" cy="202997"/>
          </a:xfrm>
          <a:prstGeom prst="rect">
            <a:avLst/>
          </a:prstGeom>
          <a:solidFill>
            <a:srgbClr val="0D8D56"/>
          </a:solidFill>
          <a:ln>
            <a:noFill/>
          </a:ln>
        </p:spPr>
        <p:txBody>
          <a:bodyPr/>
          <a:lstStyle/>
          <a:p>
            <a:endParaRPr lang="uk-UA"/>
          </a:p>
        </p:txBody>
      </p:sp>
      <p:sp>
        <p:nvSpPr>
          <p:cNvPr id="1059" name="shape1059"/>
          <p:cNvSpPr/>
          <p:nvPr/>
        </p:nvSpPr>
        <p:spPr>
          <a:xfrm>
            <a:off x="10128275" y="3493008"/>
            <a:ext cx="83591" cy="202997"/>
          </a:xfrm>
          <a:prstGeom prst="rect">
            <a:avLst/>
          </a:prstGeom>
          <a:solidFill>
            <a:srgbClr val="0D8D56"/>
          </a:solidFill>
          <a:ln>
            <a:noFill/>
          </a:ln>
        </p:spPr>
        <p:txBody>
          <a:bodyPr/>
          <a:lstStyle/>
          <a:p>
            <a:endParaRPr lang="uk-UA"/>
          </a:p>
        </p:txBody>
      </p:sp>
      <p:sp>
        <p:nvSpPr>
          <p:cNvPr id="1060" name="shape1060"/>
          <p:cNvSpPr/>
          <p:nvPr/>
        </p:nvSpPr>
        <p:spPr>
          <a:xfrm>
            <a:off x="10210038" y="3493008"/>
            <a:ext cx="83591" cy="202997"/>
          </a:xfrm>
          <a:prstGeom prst="rect">
            <a:avLst/>
          </a:prstGeom>
          <a:solidFill>
            <a:srgbClr val="0D8D56"/>
          </a:solidFill>
          <a:ln>
            <a:noFill/>
          </a:ln>
        </p:spPr>
        <p:txBody>
          <a:bodyPr/>
          <a:lstStyle/>
          <a:p>
            <a:endParaRPr lang="uk-UA"/>
          </a:p>
        </p:txBody>
      </p:sp>
      <p:sp>
        <p:nvSpPr>
          <p:cNvPr id="1061" name="shape1061"/>
          <p:cNvSpPr/>
          <p:nvPr/>
        </p:nvSpPr>
        <p:spPr>
          <a:xfrm>
            <a:off x="10291801" y="3493008"/>
            <a:ext cx="83591" cy="202997"/>
          </a:xfrm>
          <a:prstGeom prst="rect">
            <a:avLst/>
          </a:prstGeom>
          <a:solidFill>
            <a:srgbClr val="0D8D56"/>
          </a:solidFill>
          <a:ln>
            <a:noFill/>
          </a:ln>
        </p:spPr>
        <p:txBody>
          <a:bodyPr/>
          <a:lstStyle/>
          <a:p>
            <a:endParaRPr lang="uk-UA"/>
          </a:p>
        </p:txBody>
      </p:sp>
      <p:sp>
        <p:nvSpPr>
          <p:cNvPr id="1062" name="shape1062"/>
          <p:cNvSpPr/>
          <p:nvPr/>
        </p:nvSpPr>
        <p:spPr>
          <a:xfrm>
            <a:off x="10373563" y="3493008"/>
            <a:ext cx="83591" cy="202997"/>
          </a:xfrm>
          <a:prstGeom prst="rect">
            <a:avLst/>
          </a:prstGeom>
          <a:solidFill>
            <a:srgbClr val="0D8D56"/>
          </a:solidFill>
          <a:ln>
            <a:noFill/>
          </a:ln>
        </p:spPr>
        <p:txBody>
          <a:bodyPr/>
          <a:lstStyle/>
          <a:p>
            <a:endParaRPr lang="uk-UA"/>
          </a:p>
        </p:txBody>
      </p:sp>
      <p:sp>
        <p:nvSpPr>
          <p:cNvPr id="1063" name="shape1063"/>
          <p:cNvSpPr/>
          <p:nvPr/>
        </p:nvSpPr>
        <p:spPr>
          <a:xfrm>
            <a:off x="10455326" y="3493008"/>
            <a:ext cx="83591" cy="202997"/>
          </a:xfrm>
          <a:prstGeom prst="rect">
            <a:avLst/>
          </a:prstGeom>
          <a:solidFill>
            <a:srgbClr val="0D8D56"/>
          </a:solidFill>
          <a:ln>
            <a:noFill/>
          </a:ln>
        </p:spPr>
        <p:txBody>
          <a:bodyPr/>
          <a:lstStyle/>
          <a:p>
            <a:endParaRPr lang="uk-UA"/>
          </a:p>
        </p:txBody>
      </p:sp>
      <p:sp>
        <p:nvSpPr>
          <p:cNvPr id="1064" name="shape1064"/>
          <p:cNvSpPr/>
          <p:nvPr/>
        </p:nvSpPr>
        <p:spPr>
          <a:xfrm>
            <a:off x="10537088" y="3493008"/>
            <a:ext cx="83591" cy="202997"/>
          </a:xfrm>
          <a:prstGeom prst="rect">
            <a:avLst/>
          </a:prstGeom>
          <a:solidFill>
            <a:srgbClr val="0D8D56"/>
          </a:solidFill>
          <a:ln>
            <a:noFill/>
          </a:ln>
        </p:spPr>
        <p:txBody>
          <a:bodyPr/>
          <a:lstStyle/>
          <a:p>
            <a:endParaRPr lang="uk-UA"/>
          </a:p>
        </p:txBody>
      </p:sp>
      <p:sp>
        <p:nvSpPr>
          <p:cNvPr id="1065" name="shape1065"/>
          <p:cNvSpPr/>
          <p:nvPr/>
        </p:nvSpPr>
        <p:spPr>
          <a:xfrm>
            <a:off x="10618851" y="3493008"/>
            <a:ext cx="83591" cy="202997"/>
          </a:xfrm>
          <a:prstGeom prst="rect">
            <a:avLst/>
          </a:prstGeom>
          <a:solidFill>
            <a:srgbClr val="0D8D56"/>
          </a:solidFill>
          <a:ln>
            <a:noFill/>
          </a:ln>
        </p:spPr>
        <p:txBody>
          <a:bodyPr/>
          <a:lstStyle/>
          <a:p>
            <a:endParaRPr lang="uk-UA"/>
          </a:p>
        </p:txBody>
      </p:sp>
      <p:sp>
        <p:nvSpPr>
          <p:cNvPr id="1066" name="shape1066"/>
          <p:cNvSpPr/>
          <p:nvPr/>
        </p:nvSpPr>
        <p:spPr>
          <a:xfrm>
            <a:off x="10700614" y="3493008"/>
            <a:ext cx="83591" cy="202997"/>
          </a:xfrm>
          <a:prstGeom prst="rect">
            <a:avLst/>
          </a:prstGeom>
          <a:solidFill>
            <a:srgbClr val="0D8D56"/>
          </a:solidFill>
          <a:ln>
            <a:noFill/>
          </a:ln>
        </p:spPr>
        <p:txBody>
          <a:bodyPr/>
          <a:lstStyle/>
          <a:p>
            <a:endParaRPr lang="uk-UA"/>
          </a:p>
        </p:txBody>
      </p:sp>
      <p:sp>
        <p:nvSpPr>
          <p:cNvPr id="1067" name="shape1067"/>
          <p:cNvSpPr/>
          <p:nvPr/>
        </p:nvSpPr>
        <p:spPr>
          <a:xfrm>
            <a:off x="10782376" y="3493008"/>
            <a:ext cx="83591" cy="202997"/>
          </a:xfrm>
          <a:prstGeom prst="rect">
            <a:avLst/>
          </a:prstGeom>
          <a:solidFill>
            <a:srgbClr val="0D8D56"/>
          </a:solidFill>
          <a:ln>
            <a:noFill/>
          </a:ln>
        </p:spPr>
        <p:txBody>
          <a:bodyPr/>
          <a:lstStyle/>
          <a:p>
            <a:endParaRPr lang="uk-UA"/>
          </a:p>
        </p:txBody>
      </p:sp>
      <p:sp>
        <p:nvSpPr>
          <p:cNvPr id="1068" name="shape1068"/>
          <p:cNvSpPr/>
          <p:nvPr/>
        </p:nvSpPr>
        <p:spPr>
          <a:xfrm>
            <a:off x="10864139" y="3493008"/>
            <a:ext cx="83591" cy="202997"/>
          </a:xfrm>
          <a:prstGeom prst="rect">
            <a:avLst/>
          </a:prstGeom>
          <a:solidFill>
            <a:srgbClr val="0D8D56"/>
          </a:solidFill>
          <a:ln>
            <a:noFill/>
          </a:ln>
        </p:spPr>
        <p:txBody>
          <a:bodyPr/>
          <a:lstStyle/>
          <a:p>
            <a:endParaRPr lang="uk-UA"/>
          </a:p>
        </p:txBody>
      </p:sp>
      <p:sp>
        <p:nvSpPr>
          <p:cNvPr id="1069" name="shape1069"/>
          <p:cNvSpPr/>
          <p:nvPr/>
        </p:nvSpPr>
        <p:spPr>
          <a:xfrm>
            <a:off x="10945901" y="3493008"/>
            <a:ext cx="83591" cy="202997"/>
          </a:xfrm>
          <a:prstGeom prst="rect">
            <a:avLst/>
          </a:prstGeom>
          <a:solidFill>
            <a:srgbClr val="0D8D56"/>
          </a:solidFill>
          <a:ln>
            <a:noFill/>
          </a:ln>
        </p:spPr>
        <p:txBody>
          <a:bodyPr/>
          <a:lstStyle/>
          <a:p>
            <a:endParaRPr lang="uk-UA"/>
          </a:p>
        </p:txBody>
      </p:sp>
      <p:sp>
        <p:nvSpPr>
          <p:cNvPr id="1070" name="line1070"/>
          <p:cNvSpPr/>
          <p:nvPr/>
        </p:nvSpPr>
        <p:spPr>
          <a:xfrm>
            <a:off x="1216152" y="3493008"/>
            <a:ext cx="9811512" cy="0"/>
          </a:xfrm>
          <a:prstGeom prst="line">
            <a:avLst/>
          </a:prstGeom>
          <a:noFill/>
          <a:ln w="4445">
            <a:solidFill>
              <a:srgbClr val="5A5A5A"/>
            </a:solidFill>
            <a:prstDash val="solid"/>
          </a:ln>
        </p:spPr>
        <p:txBody>
          <a:bodyPr/>
          <a:lstStyle/>
          <a:p>
            <a:endParaRPr lang="uk-UA"/>
          </a:p>
        </p:txBody>
      </p:sp>
      <p:sp>
        <p:nvSpPr>
          <p:cNvPr id="1071" name="line1071"/>
          <p:cNvSpPr/>
          <p:nvPr/>
        </p:nvSpPr>
        <p:spPr>
          <a:xfrm>
            <a:off x="1216152" y="3694176"/>
            <a:ext cx="9811512" cy="0"/>
          </a:xfrm>
          <a:prstGeom prst="line">
            <a:avLst/>
          </a:prstGeom>
          <a:noFill/>
          <a:ln w="4445">
            <a:solidFill>
              <a:srgbClr val="5A5A5A"/>
            </a:solidFill>
            <a:prstDash val="solid"/>
          </a:ln>
        </p:spPr>
        <p:txBody>
          <a:bodyPr/>
          <a:lstStyle/>
          <a:p>
            <a:endParaRPr lang="uk-UA"/>
          </a:p>
        </p:txBody>
      </p:sp>
      <p:sp>
        <p:nvSpPr>
          <p:cNvPr id="1072" name="line1072"/>
          <p:cNvSpPr/>
          <p:nvPr/>
        </p:nvSpPr>
        <p:spPr>
          <a:xfrm>
            <a:off x="1257033" y="2889504"/>
            <a:ext cx="0" cy="804672"/>
          </a:xfrm>
          <a:prstGeom prst="line">
            <a:avLst/>
          </a:prstGeom>
          <a:noFill/>
          <a:ln w="3048">
            <a:solidFill>
              <a:srgbClr val="D0D0D0"/>
            </a:solidFill>
            <a:prstDash val="solid"/>
          </a:ln>
        </p:spPr>
        <p:txBody>
          <a:bodyPr/>
          <a:lstStyle/>
          <a:p>
            <a:endParaRPr lang="uk-UA"/>
          </a:p>
        </p:txBody>
      </p:sp>
      <p:sp>
        <p:nvSpPr>
          <p:cNvPr id="1073" name="line1073"/>
          <p:cNvSpPr/>
          <p:nvPr/>
        </p:nvSpPr>
        <p:spPr>
          <a:xfrm>
            <a:off x="1747609" y="2889504"/>
            <a:ext cx="0" cy="804672"/>
          </a:xfrm>
          <a:prstGeom prst="line">
            <a:avLst/>
          </a:prstGeom>
          <a:noFill/>
          <a:ln w="8890">
            <a:solidFill>
              <a:srgbClr val="FFFFFF"/>
            </a:solidFill>
            <a:prstDash val="solid"/>
          </a:ln>
        </p:spPr>
        <p:txBody>
          <a:bodyPr/>
          <a:lstStyle/>
          <a:p>
            <a:endParaRPr lang="uk-UA"/>
          </a:p>
        </p:txBody>
      </p:sp>
      <p:sp>
        <p:nvSpPr>
          <p:cNvPr id="1074" name="line1074"/>
          <p:cNvSpPr/>
          <p:nvPr/>
        </p:nvSpPr>
        <p:spPr>
          <a:xfrm>
            <a:off x="2238185" y="2889504"/>
            <a:ext cx="0" cy="804672"/>
          </a:xfrm>
          <a:prstGeom prst="line">
            <a:avLst/>
          </a:prstGeom>
          <a:noFill/>
          <a:ln w="3048">
            <a:solidFill>
              <a:srgbClr val="D0D0D0"/>
            </a:solidFill>
            <a:prstDash val="solid"/>
          </a:ln>
        </p:spPr>
        <p:txBody>
          <a:bodyPr/>
          <a:lstStyle/>
          <a:p>
            <a:endParaRPr lang="uk-UA"/>
          </a:p>
        </p:txBody>
      </p:sp>
      <p:sp>
        <p:nvSpPr>
          <p:cNvPr id="1075" name="line1075"/>
          <p:cNvSpPr/>
          <p:nvPr/>
        </p:nvSpPr>
        <p:spPr>
          <a:xfrm>
            <a:off x="2728760" y="2889504"/>
            <a:ext cx="0" cy="804672"/>
          </a:xfrm>
          <a:prstGeom prst="line">
            <a:avLst/>
          </a:prstGeom>
          <a:noFill/>
          <a:ln w="3048">
            <a:solidFill>
              <a:srgbClr val="D0D0D0"/>
            </a:solidFill>
            <a:prstDash val="solid"/>
          </a:ln>
        </p:spPr>
        <p:txBody>
          <a:bodyPr/>
          <a:lstStyle/>
          <a:p>
            <a:endParaRPr lang="uk-UA"/>
          </a:p>
        </p:txBody>
      </p:sp>
      <p:sp>
        <p:nvSpPr>
          <p:cNvPr id="1076" name="line1076"/>
          <p:cNvSpPr/>
          <p:nvPr/>
        </p:nvSpPr>
        <p:spPr>
          <a:xfrm>
            <a:off x="3219336" y="2889504"/>
            <a:ext cx="0" cy="804672"/>
          </a:xfrm>
          <a:prstGeom prst="line">
            <a:avLst/>
          </a:prstGeom>
          <a:noFill/>
          <a:ln w="3048">
            <a:solidFill>
              <a:srgbClr val="D0D0D0"/>
            </a:solidFill>
            <a:prstDash val="solid"/>
          </a:ln>
        </p:spPr>
        <p:txBody>
          <a:bodyPr/>
          <a:lstStyle/>
          <a:p>
            <a:endParaRPr lang="uk-UA"/>
          </a:p>
        </p:txBody>
      </p:sp>
      <p:sp>
        <p:nvSpPr>
          <p:cNvPr id="1077" name="line1077"/>
          <p:cNvSpPr/>
          <p:nvPr/>
        </p:nvSpPr>
        <p:spPr>
          <a:xfrm>
            <a:off x="3709911" y="2889504"/>
            <a:ext cx="0" cy="804672"/>
          </a:xfrm>
          <a:prstGeom prst="line">
            <a:avLst/>
          </a:prstGeom>
          <a:noFill/>
          <a:ln w="8890">
            <a:solidFill>
              <a:srgbClr val="FFFFFF"/>
            </a:solidFill>
            <a:prstDash val="solid"/>
          </a:ln>
        </p:spPr>
        <p:txBody>
          <a:bodyPr/>
          <a:lstStyle/>
          <a:p>
            <a:endParaRPr lang="uk-UA"/>
          </a:p>
        </p:txBody>
      </p:sp>
      <p:sp>
        <p:nvSpPr>
          <p:cNvPr id="1078" name="line1078"/>
          <p:cNvSpPr/>
          <p:nvPr/>
        </p:nvSpPr>
        <p:spPr>
          <a:xfrm>
            <a:off x="4200487" y="2889504"/>
            <a:ext cx="0" cy="804672"/>
          </a:xfrm>
          <a:prstGeom prst="line">
            <a:avLst/>
          </a:prstGeom>
          <a:noFill/>
          <a:ln w="3048">
            <a:solidFill>
              <a:srgbClr val="D0D0D0"/>
            </a:solidFill>
            <a:prstDash val="solid"/>
          </a:ln>
        </p:spPr>
        <p:txBody>
          <a:bodyPr/>
          <a:lstStyle/>
          <a:p>
            <a:endParaRPr lang="uk-UA"/>
          </a:p>
        </p:txBody>
      </p:sp>
      <p:sp>
        <p:nvSpPr>
          <p:cNvPr id="1079" name="line1079"/>
          <p:cNvSpPr/>
          <p:nvPr/>
        </p:nvSpPr>
        <p:spPr>
          <a:xfrm>
            <a:off x="4691063" y="2889504"/>
            <a:ext cx="0" cy="804672"/>
          </a:xfrm>
          <a:prstGeom prst="line">
            <a:avLst/>
          </a:prstGeom>
          <a:noFill/>
          <a:ln w="3048">
            <a:solidFill>
              <a:srgbClr val="D0D0D0"/>
            </a:solidFill>
            <a:prstDash val="solid"/>
          </a:ln>
        </p:spPr>
        <p:txBody>
          <a:bodyPr/>
          <a:lstStyle/>
          <a:p>
            <a:endParaRPr lang="uk-UA"/>
          </a:p>
        </p:txBody>
      </p:sp>
      <p:sp>
        <p:nvSpPr>
          <p:cNvPr id="1080" name="line1080"/>
          <p:cNvSpPr/>
          <p:nvPr/>
        </p:nvSpPr>
        <p:spPr>
          <a:xfrm>
            <a:off x="5181638" y="2889504"/>
            <a:ext cx="0" cy="804672"/>
          </a:xfrm>
          <a:prstGeom prst="line">
            <a:avLst/>
          </a:prstGeom>
          <a:noFill/>
          <a:ln w="3048">
            <a:solidFill>
              <a:srgbClr val="D0D0D0"/>
            </a:solidFill>
            <a:prstDash val="solid"/>
          </a:ln>
        </p:spPr>
        <p:txBody>
          <a:bodyPr/>
          <a:lstStyle/>
          <a:p>
            <a:endParaRPr lang="uk-UA"/>
          </a:p>
        </p:txBody>
      </p:sp>
      <p:sp>
        <p:nvSpPr>
          <p:cNvPr id="1081" name="line1081"/>
          <p:cNvSpPr/>
          <p:nvPr/>
        </p:nvSpPr>
        <p:spPr>
          <a:xfrm>
            <a:off x="5672214" y="2889504"/>
            <a:ext cx="0" cy="804672"/>
          </a:xfrm>
          <a:prstGeom prst="line">
            <a:avLst/>
          </a:prstGeom>
          <a:noFill/>
          <a:ln w="8890">
            <a:solidFill>
              <a:srgbClr val="FFFFFF"/>
            </a:solidFill>
            <a:prstDash val="solid"/>
          </a:ln>
        </p:spPr>
        <p:txBody>
          <a:bodyPr/>
          <a:lstStyle/>
          <a:p>
            <a:endParaRPr lang="uk-UA"/>
          </a:p>
        </p:txBody>
      </p:sp>
      <p:sp>
        <p:nvSpPr>
          <p:cNvPr id="1082" name="line1082"/>
          <p:cNvSpPr/>
          <p:nvPr/>
        </p:nvSpPr>
        <p:spPr>
          <a:xfrm>
            <a:off x="6162789" y="2889504"/>
            <a:ext cx="0" cy="804672"/>
          </a:xfrm>
          <a:prstGeom prst="line">
            <a:avLst/>
          </a:prstGeom>
          <a:noFill/>
          <a:ln w="3048">
            <a:solidFill>
              <a:srgbClr val="D0D0D0"/>
            </a:solidFill>
            <a:prstDash val="solid"/>
          </a:ln>
        </p:spPr>
        <p:txBody>
          <a:bodyPr/>
          <a:lstStyle/>
          <a:p>
            <a:endParaRPr lang="uk-UA"/>
          </a:p>
        </p:txBody>
      </p:sp>
      <p:sp>
        <p:nvSpPr>
          <p:cNvPr id="1083" name="line1083"/>
          <p:cNvSpPr/>
          <p:nvPr/>
        </p:nvSpPr>
        <p:spPr>
          <a:xfrm>
            <a:off x="6653365" y="2889504"/>
            <a:ext cx="0" cy="804672"/>
          </a:xfrm>
          <a:prstGeom prst="line">
            <a:avLst/>
          </a:prstGeom>
          <a:noFill/>
          <a:ln w="3048">
            <a:solidFill>
              <a:srgbClr val="D0D0D0"/>
            </a:solidFill>
            <a:prstDash val="solid"/>
          </a:ln>
        </p:spPr>
        <p:txBody>
          <a:bodyPr/>
          <a:lstStyle/>
          <a:p>
            <a:endParaRPr lang="uk-UA"/>
          </a:p>
        </p:txBody>
      </p:sp>
      <p:sp>
        <p:nvSpPr>
          <p:cNvPr id="1084" name="line1084"/>
          <p:cNvSpPr/>
          <p:nvPr/>
        </p:nvSpPr>
        <p:spPr>
          <a:xfrm>
            <a:off x="7143941" y="2889504"/>
            <a:ext cx="0" cy="804672"/>
          </a:xfrm>
          <a:prstGeom prst="line">
            <a:avLst/>
          </a:prstGeom>
          <a:noFill/>
          <a:ln w="3048">
            <a:solidFill>
              <a:srgbClr val="D0D0D0"/>
            </a:solidFill>
            <a:prstDash val="solid"/>
          </a:ln>
        </p:spPr>
        <p:txBody>
          <a:bodyPr/>
          <a:lstStyle/>
          <a:p>
            <a:endParaRPr lang="uk-UA"/>
          </a:p>
        </p:txBody>
      </p:sp>
      <p:sp>
        <p:nvSpPr>
          <p:cNvPr id="1085" name="line1085"/>
          <p:cNvSpPr/>
          <p:nvPr/>
        </p:nvSpPr>
        <p:spPr>
          <a:xfrm>
            <a:off x="7634516" y="2889504"/>
            <a:ext cx="0" cy="804672"/>
          </a:xfrm>
          <a:prstGeom prst="line">
            <a:avLst/>
          </a:prstGeom>
          <a:noFill/>
          <a:ln w="8890">
            <a:solidFill>
              <a:srgbClr val="FFFFFF"/>
            </a:solidFill>
            <a:prstDash val="solid"/>
          </a:ln>
        </p:spPr>
        <p:txBody>
          <a:bodyPr/>
          <a:lstStyle/>
          <a:p>
            <a:endParaRPr lang="uk-UA"/>
          </a:p>
        </p:txBody>
      </p:sp>
      <p:sp>
        <p:nvSpPr>
          <p:cNvPr id="1086" name="line1086"/>
          <p:cNvSpPr/>
          <p:nvPr/>
        </p:nvSpPr>
        <p:spPr>
          <a:xfrm>
            <a:off x="8125092" y="2889504"/>
            <a:ext cx="0" cy="804672"/>
          </a:xfrm>
          <a:prstGeom prst="line">
            <a:avLst/>
          </a:prstGeom>
          <a:noFill/>
          <a:ln w="3048">
            <a:solidFill>
              <a:srgbClr val="D0D0D0"/>
            </a:solidFill>
            <a:prstDash val="solid"/>
          </a:ln>
        </p:spPr>
        <p:txBody>
          <a:bodyPr/>
          <a:lstStyle/>
          <a:p>
            <a:endParaRPr lang="uk-UA"/>
          </a:p>
        </p:txBody>
      </p:sp>
      <p:sp>
        <p:nvSpPr>
          <p:cNvPr id="1087" name="line1087"/>
          <p:cNvSpPr/>
          <p:nvPr/>
        </p:nvSpPr>
        <p:spPr>
          <a:xfrm>
            <a:off x="8615667" y="2889504"/>
            <a:ext cx="0" cy="804672"/>
          </a:xfrm>
          <a:prstGeom prst="line">
            <a:avLst/>
          </a:prstGeom>
          <a:noFill/>
          <a:ln w="3048">
            <a:solidFill>
              <a:srgbClr val="D0D0D0"/>
            </a:solidFill>
            <a:prstDash val="solid"/>
          </a:ln>
        </p:spPr>
        <p:txBody>
          <a:bodyPr/>
          <a:lstStyle/>
          <a:p>
            <a:endParaRPr lang="uk-UA"/>
          </a:p>
        </p:txBody>
      </p:sp>
      <p:sp>
        <p:nvSpPr>
          <p:cNvPr id="1088" name="line1088"/>
          <p:cNvSpPr/>
          <p:nvPr/>
        </p:nvSpPr>
        <p:spPr>
          <a:xfrm>
            <a:off x="9106243" y="2889504"/>
            <a:ext cx="0" cy="804672"/>
          </a:xfrm>
          <a:prstGeom prst="line">
            <a:avLst/>
          </a:prstGeom>
          <a:noFill/>
          <a:ln w="3048">
            <a:solidFill>
              <a:srgbClr val="D0D0D0"/>
            </a:solidFill>
            <a:prstDash val="solid"/>
          </a:ln>
        </p:spPr>
        <p:txBody>
          <a:bodyPr/>
          <a:lstStyle/>
          <a:p>
            <a:endParaRPr lang="uk-UA"/>
          </a:p>
        </p:txBody>
      </p:sp>
      <p:sp>
        <p:nvSpPr>
          <p:cNvPr id="1089" name="line1089"/>
          <p:cNvSpPr/>
          <p:nvPr/>
        </p:nvSpPr>
        <p:spPr>
          <a:xfrm>
            <a:off x="9596819" y="2889504"/>
            <a:ext cx="0" cy="804672"/>
          </a:xfrm>
          <a:prstGeom prst="line">
            <a:avLst/>
          </a:prstGeom>
          <a:noFill/>
          <a:ln w="8890">
            <a:solidFill>
              <a:srgbClr val="FFFFFF"/>
            </a:solidFill>
            <a:prstDash val="solid"/>
          </a:ln>
        </p:spPr>
        <p:txBody>
          <a:bodyPr/>
          <a:lstStyle/>
          <a:p>
            <a:endParaRPr lang="uk-UA"/>
          </a:p>
        </p:txBody>
      </p:sp>
      <p:sp>
        <p:nvSpPr>
          <p:cNvPr id="1090" name="line1090"/>
          <p:cNvSpPr/>
          <p:nvPr/>
        </p:nvSpPr>
        <p:spPr>
          <a:xfrm>
            <a:off x="10087394" y="2889504"/>
            <a:ext cx="0" cy="804672"/>
          </a:xfrm>
          <a:prstGeom prst="line">
            <a:avLst/>
          </a:prstGeom>
          <a:noFill/>
          <a:ln w="3048">
            <a:solidFill>
              <a:srgbClr val="D0D0D0"/>
            </a:solidFill>
            <a:prstDash val="solid"/>
          </a:ln>
        </p:spPr>
        <p:txBody>
          <a:bodyPr/>
          <a:lstStyle/>
          <a:p>
            <a:endParaRPr lang="uk-UA"/>
          </a:p>
        </p:txBody>
      </p:sp>
      <p:sp>
        <p:nvSpPr>
          <p:cNvPr id="1091" name="line1091"/>
          <p:cNvSpPr/>
          <p:nvPr/>
        </p:nvSpPr>
        <p:spPr>
          <a:xfrm>
            <a:off x="10577970" y="2889504"/>
            <a:ext cx="0" cy="804672"/>
          </a:xfrm>
          <a:prstGeom prst="line">
            <a:avLst/>
          </a:prstGeom>
          <a:noFill/>
          <a:ln w="3048">
            <a:solidFill>
              <a:srgbClr val="D0D0D0"/>
            </a:solidFill>
            <a:prstDash val="solid"/>
          </a:ln>
        </p:spPr>
        <p:txBody>
          <a:bodyPr/>
          <a:lstStyle/>
          <a:p>
            <a:endParaRPr lang="uk-UA"/>
          </a:p>
        </p:txBody>
      </p:sp>
      <p:sp>
        <p:nvSpPr>
          <p:cNvPr id="1092" name="line1092"/>
          <p:cNvSpPr/>
          <p:nvPr/>
        </p:nvSpPr>
        <p:spPr>
          <a:xfrm>
            <a:off x="1216152" y="2889504"/>
            <a:ext cx="0" cy="804672"/>
          </a:xfrm>
          <a:prstGeom prst="line">
            <a:avLst/>
          </a:prstGeom>
          <a:noFill/>
          <a:ln w="8255">
            <a:solidFill>
              <a:srgbClr val="FFFFFF"/>
            </a:solidFill>
            <a:prstDash val="solid"/>
          </a:ln>
        </p:spPr>
        <p:txBody>
          <a:bodyPr/>
          <a:lstStyle/>
          <a:p>
            <a:endParaRPr lang="uk-UA"/>
          </a:p>
        </p:txBody>
      </p:sp>
      <p:sp>
        <p:nvSpPr>
          <p:cNvPr id="1093" name="line1093"/>
          <p:cNvSpPr/>
          <p:nvPr/>
        </p:nvSpPr>
        <p:spPr>
          <a:xfrm>
            <a:off x="11027664" y="2889504"/>
            <a:ext cx="0" cy="804672"/>
          </a:xfrm>
          <a:prstGeom prst="line">
            <a:avLst/>
          </a:prstGeom>
          <a:noFill/>
          <a:ln w="8255">
            <a:solidFill>
              <a:srgbClr val="FFFFFF"/>
            </a:solidFill>
            <a:prstDash val="solid"/>
          </a:ln>
        </p:spPr>
        <p:txBody>
          <a:bodyPr/>
          <a:lstStyle/>
          <a:p>
            <a:endParaRPr lang="uk-UA"/>
          </a:p>
        </p:txBody>
      </p:sp>
      <p:sp>
        <p:nvSpPr>
          <p:cNvPr id="1094" name="text1094"/>
          <p:cNvSpPr txBox="1"/>
          <p:nvPr/>
        </p:nvSpPr>
        <p:spPr>
          <a:xfrm>
            <a:off x="1216152" y="3794760"/>
            <a:ext cx="4892040" cy="219456"/>
          </a:xfrm>
          <a:prstGeom prst="rect">
            <a:avLst/>
          </a:prstGeom>
          <a:noFill/>
          <a:ln>
            <a:noFill/>
          </a:ln>
        </p:spPr>
        <p:txBody>
          <a:bodyPr wrap="none" lIns="0" tIns="0" rIns="0" bIns="0">
            <a:normAutofit lnSpcReduction="10000"/>
          </a:bodyPr>
          <a:lstStyle/>
          <a:p>
            <a:pPr algn="l"/>
            <a:r>
              <a:rPr lang="uk-UA" sz="1500" b="1">
                <a:solidFill>
                  <a:srgbClr val="FFFFFF"/>
                </a:solidFill>
                <a:latin typeface="Aptos"/>
                <a:cs typeface="Aptos"/>
              </a:rPr>
              <a:t>Температура, точка роси та опади</a:t>
            </a:r>
          </a:p>
        </p:txBody>
      </p:sp>
      <p:sp>
        <p:nvSpPr>
          <p:cNvPr id="1095" name="shape1095"/>
          <p:cNvSpPr/>
          <p:nvPr/>
        </p:nvSpPr>
        <p:spPr>
          <a:xfrm>
            <a:off x="1216152" y="4096512"/>
            <a:ext cx="9811512" cy="1901952"/>
          </a:xfrm>
          <a:prstGeom prst="rect">
            <a:avLst/>
          </a:prstGeom>
          <a:solidFill>
            <a:srgbClr val="050505"/>
          </a:solidFill>
          <a:ln w="12700">
            <a:solidFill>
              <a:srgbClr val="303030"/>
            </a:solidFill>
          </a:ln>
        </p:spPr>
        <p:txBody>
          <a:bodyPr/>
          <a:lstStyle/>
          <a:p>
            <a:endParaRPr lang="uk-UA"/>
          </a:p>
        </p:txBody>
      </p:sp>
      <p:sp>
        <p:nvSpPr>
          <p:cNvPr id="1096" name="line1096"/>
          <p:cNvSpPr/>
          <p:nvPr/>
        </p:nvSpPr>
        <p:spPr>
          <a:xfrm>
            <a:off x="1216152" y="4096512"/>
            <a:ext cx="9811512" cy="0"/>
          </a:xfrm>
          <a:prstGeom prst="line">
            <a:avLst/>
          </a:prstGeom>
          <a:noFill/>
          <a:ln w="6985">
            <a:solidFill>
              <a:srgbClr val="262626"/>
            </a:solidFill>
            <a:prstDash val="solid"/>
          </a:ln>
        </p:spPr>
        <p:txBody>
          <a:bodyPr/>
          <a:lstStyle/>
          <a:p>
            <a:endParaRPr lang="uk-UA"/>
          </a:p>
        </p:txBody>
      </p:sp>
      <p:sp>
        <p:nvSpPr>
          <p:cNvPr id="1097" name="text1097"/>
          <p:cNvSpPr txBox="1"/>
          <p:nvPr/>
        </p:nvSpPr>
        <p:spPr>
          <a:xfrm>
            <a:off x="521208" y="4041648"/>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30°</a:t>
            </a:r>
          </a:p>
        </p:txBody>
      </p:sp>
      <p:sp>
        <p:nvSpPr>
          <p:cNvPr id="1098" name="text1098"/>
          <p:cNvSpPr txBox="1"/>
          <p:nvPr/>
        </p:nvSpPr>
        <p:spPr>
          <a:xfrm>
            <a:off x="11173968" y="4041648"/>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1.0</a:t>
            </a:r>
          </a:p>
        </p:txBody>
      </p:sp>
      <p:sp>
        <p:nvSpPr>
          <p:cNvPr id="1099" name="line1099"/>
          <p:cNvSpPr/>
          <p:nvPr/>
        </p:nvSpPr>
        <p:spPr>
          <a:xfrm>
            <a:off x="1216152" y="4413504"/>
            <a:ext cx="9811512" cy="0"/>
          </a:xfrm>
          <a:prstGeom prst="line">
            <a:avLst/>
          </a:prstGeom>
          <a:noFill/>
          <a:ln w="6985">
            <a:solidFill>
              <a:srgbClr val="262626"/>
            </a:solidFill>
            <a:prstDash val="solid"/>
          </a:ln>
        </p:spPr>
        <p:txBody>
          <a:bodyPr/>
          <a:lstStyle/>
          <a:p>
            <a:endParaRPr lang="uk-UA"/>
          </a:p>
        </p:txBody>
      </p:sp>
      <p:sp>
        <p:nvSpPr>
          <p:cNvPr id="1100" name="text1100"/>
          <p:cNvSpPr txBox="1"/>
          <p:nvPr/>
        </p:nvSpPr>
        <p:spPr>
          <a:xfrm>
            <a:off x="521208" y="4358640"/>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25°</a:t>
            </a:r>
          </a:p>
        </p:txBody>
      </p:sp>
      <p:sp>
        <p:nvSpPr>
          <p:cNvPr id="1101" name="text1101"/>
          <p:cNvSpPr txBox="1"/>
          <p:nvPr/>
        </p:nvSpPr>
        <p:spPr>
          <a:xfrm>
            <a:off x="11173968" y="4358640"/>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0.8</a:t>
            </a:r>
          </a:p>
        </p:txBody>
      </p:sp>
      <p:sp>
        <p:nvSpPr>
          <p:cNvPr id="1102" name="line1102"/>
          <p:cNvSpPr/>
          <p:nvPr/>
        </p:nvSpPr>
        <p:spPr>
          <a:xfrm>
            <a:off x="1216152" y="4730496"/>
            <a:ext cx="9811512" cy="0"/>
          </a:xfrm>
          <a:prstGeom prst="line">
            <a:avLst/>
          </a:prstGeom>
          <a:noFill/>
          <a:ln w="6985">
            <a:solidFill>
              <a:srgbClr val="262626"/>
            </a:solidFill>
            <a:prstDash val="solid"/>
          </a:ln>
        </p:spPr>
        <p:txBody>
          <a:bodyPr/>
          <a:lstStyle/>
          <a:p>
            <a:endParaRPr lang="uk-UA"/>
          </a:p>
        </p:txBody>
      </p:sp>
      <p:sp>
        <p:nvSpPr>
          <p:cNvPr id="1103" name="text1103"/>
          <p:cNvSpPr txBox="1"/>
          <p:nvPr/>
        </p:nvSpPr>
        <p:spPr>
          <a:xfrm>
            <a:off x="521208" y="4675632"/>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20°</a:t>
            </a:r>
          </a:p>
        </p:txBody>
      </p:sp>
      <p:sp>
        <p:nvSpPr>
          <p:cNvPr id="1104" name="text1104"/>
          <p:cNvSpPr txBox="1"/>
          <p:nvPr/>
        </p:nvSpPr>
        <p:spPr>
          <a:xfrm>
            <a:off x="11173968" y="4675632"/>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0.7</a:t>
            </a:r>
          </a:p>
        </p:txBody>
      </p:sp>
      <p:sp>
        <p:nvSpPr>
          <p:cNvPr id="1105" name="line1105"/>
          <p:cNvSpPr/>
          <p:nvPr/>
        </p:nvSpPr>
        <p:spPr>
          <a:xfrm>
            <a:off x="1216152" y="5047488"/>
            <a:ext cx="9811512" cy="0"/>
          </a:xfrm>
          <a:prstGeom prst="line">
            <a:avLst/>
          </a:prstGeom>
          <a:noFill/>
          <a:ln w="6985">
            <a:solidFill>
              <a:srgbClr val="262626"/>
            </a:solidFill>
            <a:prstDash val="solid"/>
          </a:ln>
        </p:spPr>
        <p:txBody>
          <a:bodyPr/>
          <a:lstStyle/>
          <a:p>
            <a:endParaRPr lang="uk-UA"/>
          </a:p>
        </p:txBody>
      </p:sp>
      <p:sp>
        <p:nvSpPr>
          <p:cNvPr id="1106" name="text1106"/>
          <p:cNvSpPr txBox="1"/>
          <p:nvPr/>
        </p:nvSpPr>
        <p:spPr>
          <a:xfrm>
            <a:off x="521208" y="4992624"/>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15°</a:t>
            </a:r>
          </a:p>
        </p:txBody>
      </p:sp>
      <p:sp>
        <p:nvSpPr>
          <p:cNvPr id="1107" name="text1107"/>
          <p:cNvSpPr txBox="1"/>
          <p:nvPr/>
        </p:nvSpPr>
        <p:spPr>
          <a:xfrm>
            <a:off x="11173968" y="4992624"/>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0.5</a:t>
            </a:r>
          </a:p>
        </p:txBody>
      </p:sp>
      <p:sp>
        <p:nvSpPr>
          <p:cNvPr id="1108" name="line1108"/>
          <p:cNvSpPr/>
          <p:nvPr/>
        </p:nvSpPr>
        <p:spPr>
          <a:xfrm>
            <a:off x="1216152" y="5364480"/>
            <a:ext cx="9811512" cy="0"/>
          </a:xfrm>
          <a:prstGeom prst="line">
            <a:avLst/>
          </a:prstGeom>
          <a:noFill/>
          <a:ln w="6985">
            <a:solidFill>
              <a:srgbClr val="262626"/>
            </a:solidFill>
            <a:prstDash val="solid"/>
          </a:ln>
        </p:spPr>
        <p:txBody>
          <a:bodyPr/>
          <a:lstStyle/>
          <a:p>
            <a:endParaRPr lang="uk-UA"/>
          </a:p>
        </p:txBody>
      </p:sp>
      <p:sp>
        <p:nvSpPr>
          <p:cNvPr id="1109" name="text1109"/>
          <p:cNvSpPr txBox="1"/>
          <p:nvPr/>
        </p:nvSpPr>
        <p:spPr>
          <a:xfrm>
            <a:off x="521208" y="5309616"/>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a:t>
            </a:r>
          </a:p>
        </p:txBody>
      </p:sp>
      <p:sp>
        <p:nvSpPr>
          <p:cNvPr id="1110" name="text1110"/>
          <p:cNvSpPr txBox="1"/>
          <p:nvPr/>
        </p:nvSpPr>
        <p:spPr>
          <a:xfrm>
            <a:off x="11173968" y="5309616"/>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0.3</a:t>
            </a:r>
          </a:p>
        </p:txBody>
      </p:sp>
      <p:sp>
        <p:nvSpPr>
          <p:cNvPr id="1111" name="line1111"/>
          <p:cNvSpPr/>
          <p:nvPr/>
        </p:nvSpPr>
        <p:spPr>
          <a:xfrm>
            <a:off x="1216152" y="5681472"/>
            <a:ext cx="9811512" cy="0"/>
          </a:xfrm>
          <a:prstGeom prst="line">
            <a:avLst/>
          </a:prstGeom>
          <a:noFill/>
          <a:ln w="6985">
            <a:solidFill>
              <a:srgbClr val="262626"/>
            </a:solidFill>
            <a:prstDash val="solid"/>
          </a:ln>
        </p:spPr>
        <p:txBody>
          <a:bodyPr/>
          <a:lstStyle/>
          <a:p>
            <a:endParaRPr lang="uk-UA"/>
          </a:p>
        </p:txBody>
      </p:sp>
      <p:sp>
        <p:nvSpPr>
          <p:cNvPr id="1112" name="text1112"/>
          <p:cNvSpPr txBox="1"/>
          <p:nvPr/>
        </p:nvSpPr>
        <p:spPr>
          <a:xfrm>
            <a:off x="521208" y="5626608"/>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5°</a:t>
            </a:r>
          </a:p>
        </p:txBody>
      </p:sp>
      <p:sp>
        <p:nvSpPr>
          <p:cNvPr id="1113" name="text1113"/>
          <p:cNvSpPr txBox="1"/>
          <p:nvPr/>
        </p:nvSpPr>
        <p:spPr>
          <a:xfrm>
            <a:off x="11173968" y="5626608"/>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0.2</a:t>
            </a:r>
          </a:p>
        </p:txBody>
      </p:sp>
      <p:sp>
        <p:nvSpPr>
          <p:cNvPr id="1114" name="line1114"/>
          <p:cNvSpPr/>
          <p:nvPr/>
        </p:nvSpPr>
        <p:spPr>
          <a:xfrm>
            <a:off x="1216152" y="5998464"/>
            <a:ext cx="9811512" cy="0"/>
          </a:xfrm>
          <a:prstGeom prst="line">
            <a:avLst/>
          </a:prstGeom>
          <a:noFill/>
          <a:ln w="6985">
            <a:solidFill>
              <a:srgbClr val="262626"/>
            </a:solidFill>
            <a:prstDash val="solid"/>
          </a:ln>
        </p:spPr>
        <p:txBody>
          <a:bodyPr/>
          <a:lstStyle/>
          <a:p>
            <a:endParaRPr lang="uk-UA"/>
          </a:p>
        </p:txBody>
      </p:sp>
      <p:sp>
        <p:nvSpPr>
          <p:cNvPr id="1115" name="text1115"/>
          <p:cNvSpPr txBox="1"/>
          <p:nvPr/>
        </p:nvSpPr>
        <p:spPr>
          <a:xfrm>
            <a:off x="521208" y="5943600"/>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0°</a:t>
            </a:r>
          </a:p>
        </p:txBody>
      </p:sp>
      <p:sp>
        <p:nvSpPr>
          <p:cNvPr id="1116" name="text1116"/>
          <p:cNvSpPr txBox="1"/>
          <p:nvPr/>
        </p:nvSpPr>
        <p:spPr>
          <a:xfrm>
            <a:off x="11173968" y="5943600"/>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0.0</a:t>
            </a:r>
          </a:p>
        </p:txBody>
      </p:sp>
      <p:sp>
        <p:nvSpPr>
          <p:cNvPr id="1117" name="text1117"/>
          <p:cNvSpPr txBox="1"/>
          <p:nvPr/>
        </p:nvSpPr>
        <p:spPr>
          <a:xfrm>
            <a:off x="576072" y="3941064"/>
            <a:ext cx="274320" cy="109728"/>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°C</a:t>
            </a:r>
          </a:p>
        </p:txBody>
      </p:sp>
      <p:sp>
        <p:nvSpPr>
          <p:cNvPr id="1118" name="text1118"/>
          <p:cNvSpPr txBox="1"/>
          <p:nvPr/>
        </p:nvSpPr>
        <p:spPr>
          <a:xfrm>
            <a:off x="11055096" y="3941064"/>
            <a:ext cx="493776" cy="109728"/>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мм/год</a:t>
            </a:r>
          </a:p>
        </p:txBody>
      </p:sp>
      <p:sp>
        <p:nvSpPr>
          <p:cNvPr id="1119" name="line1119"/>
          <p:cNvSpPr/>
          <p:nvPr/>
        </p:nvSpPr>
        <p:spPr>
          <a:xfrm>
            <a:off x="1257033" y="4096512"/>
            <a:ext cx="0" cy="1901952"/>
          </a:xfrm>
          <a:prstGeom prst="line">
            <a:avLst/>
          </a:prstGeom>
          <a:noFill/>
          <a:ln w="4445">
            <a:solidFill>
              <a:srgbClr val="292929"/>
            </a:solidFill>
            <a:prstDash val="solid"/>
          </a:ln>
        </p:spPr>
        <p:txBody>
          <a:bodyPr/>
          <a:lstStyle/>
          <a:p>
            <a:endParaRPr lang="uk-UA"/>
          </a:p>
        </p:txBody>
      </p:sp>
      <p:sp>
        <p:nvSpPr>
          <p:cNvPr id="1120" name="text1120"/>
          <p:cNvSpPr txBox="1"/>
          <p:nvPr/>
        </p:nvSpPr>
        <p:spPr>
          <a:xfrm>
            <a:off x="103757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21" name="text1121"/>
          <p:cNvSpPr txBox="1"/>
          <p:nvPr/>
        </p:nvSpPr>
        <p:spPr>
          <a:xfrm>
            <a:off x="1028433" y="6144768"/>
            <a:ext cx="457200" cy="109728"/>
          </a:xfrm>
          <a:prstGeom prst="rect">
            <a:avLst/>
          </a:prstGeom>
          <a:noFill/>
          <a:ln>
            <a:noFill/>
          </a:ln>
        </p:spPr>
        <p:txBody>
          <a:bodyPr wrap="none" lIns="0" tIns="0" rIns="0" bIns="0">
            <a:normAutofit/>
          </a:bodyPr>
          <a:lstStyle/>
          <a:p>
            <a:pPr algn="ctr"/>
            <a:r>
              <a:rPr lang="uk-UA" sz="600">
                <a:solidFill>
                  <a:srgbClr val="AFAFAF"/>
                </a:solidFill>
                <a:latin typeface="Aptos"/>
                <a:cs typeface="Aptos"/>
              </a:rPr>
              <a:t>06.09</a:t>
            </a:r>
          </a:p>
        </p:txBody>
      </p:sp>
      <p:sp>
        <p:nvSpPr>
          <p:cNvPr id="1122" name="line1122"/>
          <p:cNvSpPr/>
          <p:nvPr/>
        </p:nvSpPr>
        <p:spPr>
          <a:xfrm>
            <a:off x="1747609" y="4096512"/>
            <a:ext cx="0" cy="1901952"/>
          </a:xfrm>
          <a:prstGeom prst="line">
            <a:avLst/>
          </a:prstGeom>
          <a:noFill/>
          <a:ln w="9525">
            <a:solidFill>
              <a:srgbClr val="505050"/>
            </a:solidFill>
            <a:prstDash val="solid"/>
          </a:ln>
        </p:spPr>
        <p:txBody>
          <a:bodyPr/>
          <a:lstStyle/>
          <a:p>
            <a:endParaRPr lang="uk-UA"/>
          </a:p>
        </p:txBody>
      </p:sp>
      <p:sp>
        <p:nvSpPr>
          <p:cNvPr id="1123" name="text1123"/>
          <p:cNvSpPr txBox="1"/>
          <p:nvPr/>
        </p:nvSpPr>
        <p:spPr>
          <a:xfrm>
            <a:off x="152815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24" name="text1124"/>
          <p:cNvSpPr txBox="1"/>
          <p:nvPr/>
        </p:nvSpPr>
        <p:spPr>
          <a:xfrm>
            <a:off x="1519009"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07.09</a:t>
            </a:r>
          </a:p>
        </p:txBody>
      </p:sp>
      <p:sp>
        <p:nvSpPr>
          <p:cNvPr id="1125" name="line1125"/>
          <p:cNvSpPr/>
          <p:nvPr/>
        </p:nvSpPr>
        <p:spPr>
          <a:xfrm>
            <a:off x="2238185" y="4096512"/>
            <a:ext cx="0" cy="1901952"/>
          </a:xfrm>
          <a:prstGeom prst="line">
            <a:avLst/>
          </a:prstGeom>
          <a:noFill/>
          <a:ln w="4445">
            <a:solidFill>
              <a:srgbClr val="292929"/>
            </a:solidFill>
            <a:prstDash val="solid"/>
          </a:ln>
        </p:spPr>
        <p:txBody>
          <a:bodyPr/>
          <a:lstStyle/>
          <a:p>
            <a:endParaRPr lang="uk-UA"/>
          </a:p>
        </p:txBody>
      </p:sp>
      <p:sp>
        <p:nvSpPr>
          <p:cNvPr id="1126" name="text1126"/>
          <p:cNvSpPr txBox="1"/>
          <p:nvPr/>
        </p:nvSpPr>
        <p:spPr>
          <a:xfrm>
            <a:off x="2018729"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27" name="line1127"/>
          <p:cNvSpPr/>
          <p:nvPr/>
        </p:nvSpPr>
        <p:spPr>
          <a:xfrm>
            <a:off x="2728760" y="4096512"/>
            <a:ext cx="0" cy="1901952"/>
          </a:xfrm>
          <a:prstGeom prst="line">
            <a:avLst/>
          </a:prstGeom>
          <a:noFill/>
          <a:ln w="4445">
            <a:solidFill>
              <a:srgbClr val="292929"/>
            </a:solidFill>
            <a:prstDash val="solid"/>
          </a:ln>
        </p:spPr>
        <p:txBody>
          <a:bodyPr/>
          <a:lstStyle/>
          <a:p>
            <a:endParaRPr lang="uk-UA"/>
          </a:p>
        </p:txBody>
      </p:sp>
      <p:sp>
        <p:nvSpPr>
          <p:cNvPr id="1128" name="text1128"/>
          <p:cNvSpPr txBox="1"/>
          <p:nvPr/>
        </p:nvSpPr>
        <p:spPr>
          <a:xfrm>
            <a:off x="2509304"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29" name="line1129"/>
          <p:cNvSpPr/>
          <p:nvPr/>
        </p:nvSpPr>
        <p:spPr>
          <a:xfrm>
            <a:off x="3219336" y="4096512"/>
            <a:ext cx="0" cy="1901952"/>
          </a:xfrm>
          <a:prstGeom prst="line">
            <a:avLst/>
          </a:prstGeom>
          <a:noFill/>
          <a:ln w="4445">
            <a:solidFill>
              <a:srgbClr val="292929"/>
            </a:solidFill>
            <a:prstDash val="solid"/>
          </a:ln>
        </p:spPr>
        <p:txBody>
          <a:bodyPr/>
          <a:lstStyle/>
          <a:p>
            <a:endParaRPr lang="uk-UA"/>
          </a:p>
        </p:txBody>
      </p:sp>
      <p:sp>
        <p:nvSpPr>
          <p:cNvPr id="1130" name="text1130"/>
          <p:cNvSpPr txBox="1"/>
          <p:nvPr/>
        </p:nvSpPr>
        <p:spPr>
          <a:xfrm>
            <a:off x="2999880"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31" name="line1131"/>
          <p:cNvSpPr/>
          <p:nvPr/>
        </p:nvSpPr>
        <p:spPr>
          <a:xfrm>
            <a:off x="3709911" y="4096512"/>
            <a:ext cx="0" cy="1901952"/>
          </a:xfrm>
          <a:prstGeom prst="line">
            <a:avLst/>
          </a:prstGeom>
          <a:noFill/>
          <a:ln w="9525">
            <a:solidFill>
              <a:srgbClr val="505050"/>
            </a:solidFill>
            <a:prstDash val="solid"/>
          </a:ln>
        </p:spPr>
        <p:txBody>
          <a:bodyPr/>
          <a:lstStyle/>
          <a:p>
            <a:endParaRPr lang="uk-UA"/>
          </a:p>
        </p:txBody>
      </p:sp>
      <p:sp>
        <p:nvSpPr>
          <p:cNvPr id="1132" name="text1132"/>
          <p:cNvSpPr txBox="1"/>
          <p:nvPr/>
        </p:nvSpPr>
        <p:spPr>
          <a:xfrm>
            <a:off x="3490455"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33" name="text1133"/>
          <p:cNvSpPr txBox="1"/>
          <p:nvPr/>
        </p:nvSpPr>
        <p:spPr>
          <a:xfrm>
            <a:off x="3481311"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08.09</a:t>
            </a:r>
          </a:p>
        </p:txBody>
      </p:sp>
      <p:sp>
        <p:nvSpPr>
          <p:cNvPr id="1134" name="line1134"/>
          <p:cNvSpPr/>
          <p:nvPr/>
        </p:nvSpPr>
        <p:spPr>
          <a:xfrm>
            <a:off x="4200487" y="4096512"/>
            <a:ext cx="0" cy="1901952"/>
          </a:xfrm>
          <a:prstGeom prst="line">
            <a:avLst/>
          </a:prstGeom>
          <a:noFill/>
          <a:ln w="4445">
            <a:solidFill>
              <a:srgbClr val="292929"/>
            </a:solidFill>
            <a:prstDash val="solid"/>
          </a:ln>
        </p:spPr>
        <p:txBody>
          <a:bodyPr/>
          <a:lstStyle/>
          <a:p>
            <a:endParaRPr lang="uk-UA"/>
          </a:p>
        </p:txBody>
      </p:sp>
      <p:sp>
        <p:nvSpPr>
          <p:cNvPr id="1135" name="text1135"/>
          <p:cNvSpPr txBox="1"/>
          <p:nvPr/>
        </p:nvSpPr>
        <p:spPr>
          <a:xfrm>
            <a:off x="3981031"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36" name="line1136"/>
          <p:cNvSpPr/>
          <p:nvPr/>
        </p:nvSpPr>
        <p:spPr>
          <a:xfrm>
            <a:off x="4691063" y="4096512"/>
            <a:ext cx="0" cy="1901952"/>
          </a:xfrm>
          <a:prstGeom prst="line">
            <a:avLst/>
          </a:prstGeom>
          <a:noFill/>
          <a:ln w="4445">
            <a:solidFill>
              <a:srgbClr val="292929"/>
            </a:solidFill>
            <a:prstDash val="solid"/>
          </a:ln>
        </p:spPr>
        <p:txBody>
          <a:bodyPr/>
          <a:lstStyle/>
          <a:p>
            <a:endParaRPr lang="uk-UA"/>
          </a:p>
        </p:txBody>
      </p:sp>
      <p:sp>
        <p:nvSpPr>
          <p:cNvPr id="1137" name="text1137"/>
          <p:cNvSpPr txBox="1"/>
          <p:nvPr/>
        </p:nvSpPr>
        <p:spPr>
          <a:xfrm>
            <a:off x="447160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38" name="line1138"/>
          <p:cNvSpPr/>
          <p:nvPr/>
        </p:nvSpPr>
        <p:spPr>
          <a:xfrm>
            <a:off x="5181638" y="4096512"/>
            <a:ext cx="0" cy="1901952"/>
          </a:xfrm>
          <a:prstGeom prst="line">
            <a:avLst/>
          </a:prstGeom>
          <a:noFill/>
          <a:ln w="4445">
            <a:solidFill>
              <a:srgbClr val="292929"/>
            </a:solidFill>
            <a:prstDash val="solid"/>
          </a:ln>
        </p:spPr>
        <p:txBody>
          <a:bodyPr/>
          <a:lstStyle/>
          <a:p>
            <a:endParaRPr lang="uk-UA"/>
          </a:p>
        </p:txBody>
      </p:sp>
      <p:sp>
        <p:nvSpPr>
          <p:cNvPr id="1139" name="text1139"/>
          <p:cNvSpPr txBox="1"/>
          <p:nvPr/>
        </p:nvSpPr>
        <p:spPr>
          <a:xfrm>
            <a:off x="4962182"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40" name="line1140"/>
          <p:cNvSpPr/>
          <p:nvPr/>
        </p:nvSpPr>
        <p:spPr>
          <a:xfrm>
            <a:off x="5672214" y="4096512"/>
            <a:ext cx="0" cy="1901952"/>
          </a:xfrm>
          <a:prstGeom prst="line">
            <a:avLst/>
          </a:prstGeom>
          <a:noFill/>
          <a:ln w="9525">
            <a:solidFill>
              <a:srgbClr val="505050"/>
            </a:solidFill>
            <a:prstDash val="solid"/>
          </a:ln>
        </p:spPr>
        <p:txBody>
          <a:bodyPr/>
          <a:lstStyle/>
          <a:p>
            <a:endParaRPr lang="uk-UA"/>
          </a:p>
        </p:txBody>
      </p:sp>
      <p:sp>
        <p:nvSpPr>
          <p:cNvPr id="1141" name="text1141"/>
          <p:cNvSpPr txBox="1"/>
          <p:nvPr/>
        </p:nvSpPr>
        <p:spPr>
          <a:xfrm>
            <a:off x="5452758"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42" name="text1142"/>
          <p:cNvSpPr txBox="1"/>
          <p:nvPr/>
        </p:nvSpPr>
        <p:spPr>
          <a:xfrm>
            <a:off x="5443614"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09.09</a:t>
            </a:r>
          </a:p>
        </p:txBody>
      </p:sp>
      <p:sp>
        <p:nvSpPr>
          <p:cNvPr id="1143" name="line1143"/>
          <p:cNvSpPr/>
          <p:nvPr/>
        </p:nvSpPr>
        <p:spPr>
          <a:xfrm>
            <a:off x="6162789" y="4096512"/>
            <a:ext cx="0" cy="1901952"/>
          </a:xfrm>
          <a:prstGeom prst="line">
            <a:avLst/>
          </a:prstGeom>
          <a:noFill/>
          <a:ln w="4445">
            <a:solidFill>
              <a:srgbClr val="292929"/>
            </a:solidFill>
            <a:prstDash val="solid"/>
          </a:ln>
        </p:spPr>
        <p:txBody>
          <a:bodyPr/>
          <a:lstStyle/>
          <a:p>
            <a:endParaRPr lang="uk-UA"/>
          </a:p>
        </p:txBody>
      </p:sp>
      <p:sp>
        <p:nvSpPr>
          <p:cNvPr id="1144" name="text1144"/>
          <p:cNvSpPr txBox="1"/>
          <p:nvPr/>
        </p:nvSpPr>
        <p:spPr>
          <a:xfrm>
            <a:off x="594333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45" name="line1145"/>
          <p:cNvSpPr/>
          <p:nvPr/>
        </p:nvSpPr>
        <p:spPr>
          <a:xfrm>
            <a:off x="6653365" y="4096512"/>
            <a:ext cx="0" cy="1901952"/>
          </a:xfrm>
          <a:prstGeom prst="line">
            <a:avLst/>
          </a:prstGeom>
          <a:noFill/>
          <a:ln w="4445">
            <a:solidFill>
              <a:srgbClr val="292929"/>
            </a:solidFill>
            <a:prstDash val="solid"/>
          </a:ln>
        </p:spPr>
        <p:txBody>
          <a:bodyPr/>
          <a:lstStyle/>
          <a:p>
            <a:endParaRPr lang="uk-UA"/>
          </a:p>
        </p:txBody>
      </p:sp>
      <p:sp>
        <p:nvSpPr>
          <p:cNvPr id="1146" name="text1146"/>
          <p:cNvSpPr txBox="1"/>
          <p:nvPr/>
        </p:nvSpPr>
        <p:spPr>
          <a:xfrm>
            <a:off x="6433909"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47" name="line1147"/>
          <p:cNvSpPr/>
          <p:nvPr/>
        </p:nvSpPr>
        <p:spPr>
          <a:xfrm>
            <a:off x="7143941" y="4096512"/>
            <a:ext cx="0" cy="1901952"/>
          </a:xfrm>
          <a:prstGeom prst="line">
            <a:avLst/>
          </a:prstGeom>
          <a:noFill/>
          <a:ln w="4445">
            <a:solidFill>
              <a:srgbClr val="292929"/>
            </a:solidFill>
            <a:prstDash val="solid"/>
          </a:ln>
        </p:spPr>
        <p:txBody>
          <a:bodyPr/>
          <a:lstStyle/>
          <a:p>
            <a:endParaRPr lang="uk-UA"/>
          </a:p>
        </p:txBody>
      </p:sp>
      <p:sp>
        <p:nvSpPr>
          <p:cNvPr id="1148" name="text1148"/>
          <p:cNvSpPr txBox="1"/>
          <p:nvPr/>
        </p:nvSpPr>
        <p:spPr>
          <a:xfrm>
            <a:off x="6924485"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49" name="line1149"/>
          <p:cNvSpPr/>
          <p:nvPr/>
        </p:nvSpPr>
        <p:spPr>
          <a:xfrm>
            <a:off x="7634516" y="4096512"/>
            <a:ext cx="0" cy="1901952"/>
          </a:xfrm>
          <a:prstGeom prst="line">
            <a:avLst/>
          </a:prstGeom>
          <a:noFill/>
          <a:ln w="9525">
            <a:solidFill>
              <a:srgbClr val="505050"/>
            </a:solidFill>
            <a:prstDash val="solid"/>
          </a:ln>
        </p:spPr>
        <p:txBody>
          <a:bodyPr/>
          <a:lstStyle/>
          <a:p>
            <a:endParaRPr lang="uk-UA"/>
          </a:p>
        </p:txBody>
      </p:sp>
      <p:sp>
        <p:nvSpPr>
          <p:cNvPr id="1150" name="text1150"/>
          <p:cNvSpPr txBox="1"/>
          <p:nvPr/>
        </p:nvSpPr>
        <p:spPr>
          <a:xfrm>
            <a:off x="7415060"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51" name="text1151"/>
          <p:cNvSpPr txBox="1"/>
          <p:nvPr/>
        </p:nvSpPr>
        <p:spPr>
          <a:xfrm>
            <a:off x="7405916"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10.09</a:t>
            </a:r>
          </a:p>
        </p:txBody>
      </p:sp>
      <p:sp>
        <p:nvSpPr>
          <p:cNvPr id="1152" name="line1152"/>
          <p:cNvSpPr/>
          <p:nvPr/>
        </p:nvSpPr>
        <p:spPr>
          <a:xfrm>
            <a:off x="8125092" y="4096512"/>
            <a:ext cx="0" cy="1901952"/>
          </a:xfrm>
          <a:prstGeom prst="line">
            <a:avLst/>
          </a:prstGeom>
          <a:noFill/>
          <a:ln w="4445">
            <a:solidFill>
              <a:srgbClr val="292929"/>
            </a:solidFill>
            <a:prstDash val="solid"/>
          </a:ln>
        </p:spPr>
        <p:txBody>
          <a:bodyPr/>
          <a:lstStyle/>
          <a:p>
            <a:endParaRPr lang="uk-UA"/>
          </a:p>
        </p:txBody>
      </p:sp>
      <p:sp>
        <p:nvSpPr>
          <p:cNvPr id="1153" name="text1153"/>
          <p:cNvSpPr txBox="1"/>
          <p:nvPr/>
        </p:nvSpPr>
        <p:spPr>
          <a:xfrm>
            <a:off x="7905636"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54" name="line1154"/>
          <p:cNvSpPr/>
          <p:nvPr/>
        </p:nvSpPr>
        <p:spPr>
          <a:xfrm>
            <a:off x="8615667" y="4096512"/>
            <a:ext cx="0" cy="1901952"/>
          </a:xfrm>
          <a:prstGeom prst="line">
            <a:avLst/>
          </a:prstGeom>
          <a:noFill/>
          <a:ln w="4445">
            <a:solidFill>
              <a:srgbClr val="292929"/>
            </a:solidFill>
            <a:prstDash val="solid"/>
          </a:ln>
        </p:spPr>
        <p:txBody>
          <a:bodyPr/>
          <a:lstStyle/>
          <a:p>
            <a:endParaRPr lang="uk-UA"/>
          </a:p>
        </p:txBody>
      </p:sp>
      <p:sp>
        <p:nvSpPr>
          <p:cNvPr id="1155" name="text1155"/>
          <p:cNvSpPr txBox="1"/>
          <p:nvPr/>
        </p:nvSpPr>
        <p:spPr>
          <a:xfrm>
            <a:off x="8396211"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56" name="line1156"/>
          <p:cNvSpPr/>
          <p:nvPr/>
        </p:nvSpPr>
        <p:spPr>
          <a:xfrm>
            <a:off x="9106243" y="4096512"/>
            <a:ext cx="0" cy="1901952"/>
          </a:xfrm>
          <a:prstGeom prst="line">
            <a:avLst/>
          </a:prstGeom>
          <a:noFill/>
          <a:ln w="4445">
            <a:solidFill>
              <a:srgbClr val="292929"/>
            </a:solidFill>
            <a:prstDash val="solid"/>
          </a:ln>
        </p:spPr>
        <p:txBody>
          <a:bodyPr/>
          <a:lstStyle/>
          <a:p>
            <a:endParaRPr lang="uk-UA"/>
          </a:p>
        </p:txBody>
      </p:sp>
      <p:sp>
        <p:nvSpPr>
          <p:cNvPr id="1157" name="text1157"/>
          <p:cNvSpPr txBox="1"/>
          <p:nvPr/>
        </p:nvSpPr>
        <p:spPr>
          <a:xfrm>
            <a:off x="888678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58" name="line1158"/>
          <p:cNvSpPr/>
          <p:nvPr/>
        </p:nvSpPr>
        <p:spPr>
          <a:xfrm>
            <a:off x="9596819" y="4096512"/>
            <a:ext cx="0" cy="1901952"/>
          </a:xfrm>
          <a:prstGeom prst="line">
            <a:avLst/>
          </a:prstGeom>
          <a:noFill/>
          <a:ln w="9525">
            <a:solidFill>
              <a:srgbClr val="505050"/>
            </a:solidFill>
            <a:prstDash val="solid"/>
          </a:ln>
        </p:spPr>
        <p:txBody>
          <a:bodyPr/>
          <a:lstStyle/>
          <a:p>
            <a:endParaRPr lang="uk-UA"/>
          </a:p>
        </p:txBody>
      </p:sp>
      <p:sp>
        <p:nvSpPr>
          <p:cNvPr id="1159" name="text1159"/>
          <p:cNvSpPr txBox="1"/>
          <p:nvPr/>
        </p:nvSpPr>
        <p:spPr>
          <a:xfrm>
            <a:off x="937736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60" name="text1160"/>
          <p:cNvSpPr txBox="1"/>
          <p:nvPr/>
        </p:nvSpPr>
        <p:spPr>
          <a:xfrm>
            <a:off x="9368219"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11.09</a:t>
            </a:r>
          </a:p>
        </p:txBody>
      </p:sp>
      <p:sp>
        <p:nvSpPr>
          <p:cNvPr id="1161" name="line1161"/>
          <p:cNvSpPr/>
          <p:nvPr/>
        </p:nvSpPr>
        <p:spPr>
          <a:xfrm>
            <a:off x="10087394" y="4096512"/>
            <a:ext cx="0" cy="1901952"/>
          </a:xfrm>
          <a:prstGeom prst="line">
            <a:avLst/>
          </a:prstGeom>
          <a:noFill/>
          <a:ln w="4445">
            <a:solidFill>
              <a:srgbClr val="292929"/>
            </a:solidFill>
            <a:prstDash val="solid"/>
          </a:ln>
        </p:spPr>
        <p:txBody>
          <a:bodyPr/>
          <a:lstStyle/>
          <a:p>
            <a:endParaRPr lang="uk-UA"/>
          </a:p>
        </p:txBody>
      </p:sp>
      <p:sp>
        <p:nvSpPr>
          <p:cNvPr id="1162" name="text1162"/>
          <p:cNvSpPr txBox="1"/>
          <p:nvPr/>
        </p:nvSpPr>
        <p:spPr>
          <a:xfrm>
            <a:off x="9867938"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63" name="line1163"/>
          <p:cNvSpPr/>
          <p:nvPr/>
        </p:nvSpPr>
        <p:spPr>
          <a:xfrm>
            <a:off x="10577970" y="4096512"/>
            <a:ext cx="0" cy="1901952"/>
          </a:xfrm>
          <a:prstGeom prst="line">
            <a:avLst/>
          </a:prstGeom>
          <a:noFill/>
          <a:ln w="4445">
            <a:solidFill>
              <a:srgbClr val="292929"/>
            </a:solidFill>
            <a:prstDash val="solid"/>
          </a:ln>
        </p:spPr>
        <p:txBody>
          <a:bodyPr/>
          <a:lstStyle/>
          <a:p>
            <a:endParaRPr lang="uk-UA"/>
          </a:p>
        </p:txBody>
      </p:sp>
      <p:sp>
        <p:nvSpPr>
          <p:cNvPr id="1164" name="text1164"/>
          <p:cNvSpPr txBox="1"/>
          <p:nvPr/>
        </p:nvSpPr>
        <p:spPr>
          <a:xfrm>
            <a:off x="10358514"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65" name="line1165"/>
          <p:cNvSpPr/>
          <p:nvPr/>
        </p:nvSpPr>
        <p:spPr>
          <a:xfrm>
            <a:off x="1216152" y="4096512"/>
            <a:ext cx="0" cy="1901952"/>
          </a:xfrm>
          <a:prstGeom prst="line">
            <a:avLst/>
          </a:prstGeom>
          <a:noFill/>
          <a:ln w="10160">
            <a:solidFill>
              <a:srgbClr val="484848"/>
            </a:solidFill>
            <a:prstDash val="solid"/>
          </a:ln>
        </p:spPr>
        <p:txBody>
          <a:bodyPr/>
          <a:lstStyle/>
          <a:p>
            <a:endParaRPr lang="uk-UA"/>
          </a:p>
        </p:txBody>
      </p:sp>
      <p:sp>
        <p:nvSpPr>
          <p:cNvPr id="1166" name="line1166"/>
          <p:cNvSpPr/>
          <p:nvPr/>
        </p:nvSpPr>
        <p:spPr>
          <a:xfrm>
            <a:off x="11027664" y="4096512"/>
            <a:ext cx="0" cy="1901952"/>
          </a:xfrm>
          <a:prstGeom prst="line">
            <a:avLst/>
          </a:prstGeom>
          <a:noFill/>
          <a:ln w="10160">
            <a:solidFill>
              <a:srgbClr val="484848"/>
            </a:solidFill>
            <a:prstDash val="solid"/>
          </a:ln>
        </p:spPr>
        <p:txBody>
          <a:bodyPr/>
          <a:lstStyle/>
          <a:p>
            <a:endParaRPr lang="uk-UA"/>
          </a:p>
        </p:txBody>
      </p:sp>
      <p:sp>
        <p:nvSpPr>
          <p:cNvPr id="1167" name="shape1167"/>
          <p:cNvSpPr/>
          <p:nvPr/>
        </p:nvSpPr>
        <p:spPr>
          <a:xfrm>
            <a:off x="2781088" y="5808269"/>
            <a:ext cx="58869" cy="190195"/>
          </a:xfrm>
          <a:prstGeom prst="rect">
            <a:avLst/>
          </a:prstGeom>
          <a:solidFill>
            <a:srgbClr val="1E557F"/>
          </a:solidFill>
          <a:ln>
            <a:noFill/>
          </a:ln>
        </p:spPr>
        <p:txBody>
          <a:bodyPr/>
          <a:lstStyle/>
          <a:p>
            <a:endParaRPr lang="uk-UA"/>
          </a:p>
        </p:txBody>
      </p:sp>
      <p:sp>
        <p:nvSpPr>
          <p:cNvPr id="1168" name="line1168"/>
          <p:cNvSpPr/>
          <p:nvPr/>
        </p:nvSpPr>
        <p:spPr>
          <a:xfrm>
            <a:off x="1257033" y="4774875"/>
            <a:ext cx="81763" cy="95098"/>
          </a:xfrm>
          <a:prstGeom prst="line">
            <a:avLst/>
          </a:prstGeom>
          <a:noFill/>
          <a:ln w="19685">
            <a:solidFill>
              <a:srgbClr val="FFB347"/>
            </a:solidFill>
            <a:prstDash val="solid"/>
          </a:ln>
        </p:spPr>
        <p:txBody>
          <a:bodyPr/>
          <a:lstStyle/>
          <a:p>
            <a:endParaRPr lang="uk-UA"/>
          </a:p>
        </p:txBody>
      </p:sp>
      <p:sp>
        <p:nvSpPr>
          <p:cNvPr id="1169" name="line1169"/>
          <p:cNvSpPr/>
          <p:nvPr/>
        </p:nvSpPr>
        <p:spPr>
          <a:xfrm>
            <a:off x="1338796" y="4869972"/>
            <a:ext cx="81763" cy="133137"/>
          </a:xfrm>
          <a:prstGeom prst="line">
            <a:avLst/>
          </a:prstGeom>
          <a:noFill/>
          <a:ln w="19685">
            <a:solidFill>
              <a:srgbClr val="FFB347"/>
            </a:solidFill>
            <a:prstDash val="solid"/>
          </a:ln>
        </p:spPr>
        <p:txBody>
          <a:bodyPr/>
          <a:lstStyle/>
          <a:p>
            <a:endParaRPr lang="uk-UA"/>
          </a:p>
        </p:txBody>
      </p:sp>
      <p:sp>
        <p:nvSpPr>
          <p:cNvPr id="1170" name="line1170"/>
          <p:cNvSpPr/>
          <p:nvPr/>
        </p:nvSpPr>
        <p:spPr>
          <a:xfrm>
            <a:off x="1420559" y="5003109"/>
            <a:ext cx="81763" cy="69738"/>
          </a:xfrm>
          <a:prstGeom prst="line">
            <a:avLst/>
          </a:prstGeom>
          <a:noFill/>
          <a:ln w="19685">
            <a:solidFill>
              <a:srgbClr val="FFB347"/>
            </a:solidFill>
            <a:prstDash val="solid"/>
          </a:ln>
        </p:spPr>
        <p:txBody>
          <a:bodyPr/>
          <a:lstStyle/>
          <a:p>
            <a:endParaRPr lang="uk-UA"/>
          </a:p>
        </p:txBody>
      </p:sp>
      <p:sp>
        <p:nvSpPr>
          <p:cNvPr id="1171" name="line1171"/>
          <p:cNvSpPr/>
          <p:nvPr/>
        </p:nvSpPr>
        <p:spPr>
          <a:xfrm>
            <a:off x="1502321" y="5072847"/>
            <a:ext cx="81763" cy="31699"/>
          </a:xfrm>
          <a:prstGeom prst="line">
            <a:avLst/>
          </a:prstGeom>
          <a:noFill/>
          <a:ln w="19685">
            <a:solidFill>
              <a:srgbClr val="FFB347"/>
            </a:solidFill>
            <a:prstDash val="solid"/>
          </a:ln>
        </p:spPr>
        <p:txBody>
          <a:bodyPr/>
          <a:lstStyle/>
          <a:p>
            <a:endParaRPr lang="uk-UA"/>
          </a:p>
        </p:txBody>
      </p:sp>
      <p:sp>
        <p:nvSpPr>
          <p:cNvPr id="1172" name="line1172"/>
          <p:cNvSpPr/>
          <p:nvPr/>
        </p:nvSpPr>
        <p:spPr>
          <a:xfrm>
            <a:off x="1584084" y="5104547"/>
            <a:ext cx="81763" cy="25359"/>
          </a:xfrm>
          <a:prstGeom prst="line">
            <a:avLst/>
          </a:prstGeom>
          <a:noFill/>
          <a:ln w="19685">
            <a:solidFill>
              <a:srgbClr val="FFB347"/>
            </a:solidFill>
            <a:prstDash val="solid"/>
          </a:ln>
        </p:spPr>
        <p:txBody>
          <a:bodyPr/>
          <a:lstStyle/>
          <a:p>
            <a:endParaRPr lang="uk-UA"/>
          </a:p>
        </p:txBody>
      </p:sp>
      <p:sp>
        <p:nvSpPr>
          <p:cNvPr id="1173" name="line1173"/>
          <p:cNvSpPr/>
          <p:nvPr/>
        </p:nvSpPr>
        <p:spPr>
          <a:xfrm>
            <a:off x="1665846" y="5129906"/>
            <a:ext cx="81763" cy="12680"/>
          </a:xfrm>
          <a:prstGeom prst="line">
            <a:avLst/>
          </a:prstGeom>
          <a:noFill/>
          <a:ln w="19685">
            <a:solidFill>
              <a:srgbClr val="FFB347"/>
            </a:solidFill>
            <a:prstDash val="solid"/>
          </a:ln>
        </p:spPr>
        <p:txBody>
          <a:bodyPr/>
          <a:lstStyle/>
          <a:p>
            <a:endParaRPr lang="uk-UA"/>
          </a:p>
        </p:txBody>
      </p:sp>
      <p:sp>
        <p:nvSpPr>
          <p:cNvPr id="1174" name="line1174"/>
          <p:cNvSpPr/>
          <p:nvPr/>
        </p:nvSpPr>
        <p:spPr>
          <a:xfrm>
            <a:off x="1747609" y="5142586"/>
            <a:ext cx="81763" cy="38039"/>
          </a:xfrm>
          <a:prstGeom prst="line">
            <a:avLst/>
          </a:prstGeom>
          <a:noFill/>
          <a:ln w="19685">
            <a:solidFill>
              <a:srgbClr val="FFB347"/>
            </a:solidFill>
            <a:prstDash val="solid"/>
          </a:ln>
        </p:spPr>
        <p:txBody>
          <a:bodyPr/>
          <a:lstStyle/>
          <a:p>
            <a:endParaRPr lang="uk-UA"/>
          </a:p>
        </p:txBody>
      </p:sp>
      <p:sp>
        <p:nvSpPr>
          <p:cNvPr id="1175" name="line1175"/>
          <p:cNvSpPr/>
          <p:nvPr/>
        </p:nvSpPr>
        <p:spPr>
          <a:xfrm>
            <a:off x="1829372" y="5180625"/>
            <a:ext cx="81763" cy="25359"/>
          </a:xfrm>
          <a:prstGeom prst="line">
            <a:avLst/>
          </a:prstGeom>
          <a:noFill/>
          <a:ln w="19685">
            <a:solidFill>
              <a:srgbClr val="FFB347"/>
            </a:solidFill>
            <a:prstDash val="solid"/>
          </a:ln>
        </p:spPr>
        <p:txBody>
          <a:bodyPr/>
          <a:lstStyle/>
          <a:p>
            <a:endParaRPr lang="uk-UA"/>
          </a:p>
        </p:txBody>
      </p:sp>
      <p:sp>
        <p:nvSpPr>
          <p:cNvPr id="1176" name="line1176"/>
          <p:cNvSpPr/>
          <p:nvPr/>
        </p:nvSpPr>
        <p:spPr>
          <a:xfrm>
            <a:off x="1911134" y="5205984"/>
            <a:ext cx="81763" cy="25359"/>
          </a:xfrm>
          <a:prstGeom prst="line">
            <a:avLst/>
          </a:prstGeom>
          <a:noFill/>
          <a:ln w="19685">
            <a:solidFill>
              <a:srgbClr val="FFB347"/>
            </a:solidFill>
            <a:prstDash val="solid"/>
          </a:ln>
        </p:spPr>
        <p:txBody>
          <a:bodyPr/>
          <a:lstStyle/>
          <a:p>
            <a:endParaRPr lang="uk-UA"/>
          </a:p>
        </p:txBody>
      </p:sp>
      <p:sp>
        <p:nvSpPr>
          <p:cNvPr id="1177" name="line1177"/>
          <p:cNvSpPr/>
          <p:nvPr/>
        </p:nvSpPr>
        <p:spPr>
          <a:xfrm>
            <a:off x="1992897" y="5231343"/>
            <a:ext cx="81763" cy="38039"/>
          </a:xfrm>
          <a:prstGeom prst="line">
            <a:avLst/>
          </a:prstGeom>
          <a:noFill/>
          <a:ln w="19685">
            <a:solidFill>
              <a:srgbClr val="FFB347"/>
            </a:solidFill>
            <a:prstDash val="solid"/>
          </a:ln>
        </p:spPr>
        <p:txBody>
          <a:bodyPr/>
          <a:lstStyle/>
          <a:p>
            <a:endParaRPr lang="uk-UA"/>
          </a:p>
        </p:txBody>
      </p:sp>
      <p:sp>
        <p:nvSpPr>
          <p:cNvPr id="1178" name="line1178"/>
          <p:cNvSpPr/>
          <p:nvPr/>
        </p:nvSpPr>
        <p:spPr>
          <a:xfrm>
            <a:off x="2074659" y="5269382"/>
            <a:ext cx="81763" cy="38039"/>
          </a:xfrm>
          <a:prstGeom prst="line">
            <a:avLst/>
          </a:prstGeom>
          <a:noFill/>
          <a:ln w="19685">
            <a:solidFill>
              <a:srgbClr val="FFB347"/>
            </a:solidFill>
            <a:prstDash val="solid"/>
          </a:ln>
        </p:spPr>
        <p:txBody>
          <a:bodyPr/>
          <a:lstStyle/>
          <a:p>
            <a:endParaRPr lang="uk-UA"/>
          </a:p>
        </p:txBody>
      </p:sp>
      <p:sp>
        <p:nvSpPr>
          <p:cNvPr id="1179" name="line1179"/>
          <p:cNvSpPr/>
          <p:nvPr/>
        </p:nvSpPr>
        <p:spPr>
          <a:xfrm>
            <a:off x="2156422" y="5307421"/>
            <a:ext cx="81763" cy="31699"/>
          </a:xfrm>
          <a:prstGeom prst="line">
            <a:avLst/>
          </a:prstGeom>
          <a:noFill/>
          <a:ln w="19685">
            <a:solidFill>
              <a:srgbClr val="FFB347"/>
            </a:solidFill>
            <a:prstDash val="solid"/>
          </a:ln>
        </p:spPr>
        <p:txBody>
          <a:bodyPr/>
          <a:lstStyle/>
          <a:p>
            <a:endParaRPr lang="uk-UA"/>
          </a:p>
        </p:txBody>
      </p:sp>
      <p:sp>
        <p:nvSpPr>
          <p:cNvPr id="1180" name="line1180"/>
          <p:cNvSpPr/>
          <p:nvPr/>
        </p:nvSpPr>
        <p:spPr>
          <a:xfrm flipV="1">
            <a:off x="2238185" y="5307421"/>
            <a:ext cx="81763" cy="31699"/>
          </a:xfrm>
          <a:prstGeom prst="line">
            <a:avLst/>
          </a:prstGeom>
          <a:noFill/>
          <a:ln w="19685">
            <a:solidFill>
              <a:srgbClr val="FFB347"/>
            </a:solidFill>
            <a:prstDash val="solid"/>
          </a:ln>
        </p:spPr>
        <p:txBody>
          <a:bodyPr/>
          <a:lstStyle/>
          <a:p>
            <a:endParaRPr lang="uk-UA"/>
          </a:p>
        </p:txBody>
      </p:sp>
      <p:sp>
        <p:nvSpPr>
          <p:cNvPr id="1181" name="line1181"/>
          <p:cNvSpPr/>
          <p:nvPr/>
        </p:nvSpPr>
        <p:spPr>
          <a:xfrm flipV="1">
            <a:off x="2319947" y="5205984"/>
            <a:ext cx="81763" cy="101437"/>
          </a:xfrm>
          <a:prstGeom prst="line">
            <a:avLst/>
          </a:prstGeom>
          <a:noFill/>
          <a:ln w="19685">
            <a:solidFill>
              <a:srgbClr val="FFB347"/>
            </a:solidFill>
            <a:prstDash val="solid"/>
          </a:ln>
        </p:spPr>
        <p:txBody>
          <a:bodyPr/>
          <a:lstStyle/>
          <a:p>
            <a:endParaRPr lang="uk-UA"/>
          </a:p>
        </p:txBody>
      </p:sp>
      <p:sp>
        <p:nvSpPr>
          <p:cNvPr id="1182" name="line1182"/>
          <p:cNvSpPr/>
          <p:nvPr/>
        </p:nvSpPr>
        <p:spPr>
          <a:xfrm flipV="1">
            <a:off x="2401710" y="5098207"/>
            <a:ext cx="81763" cy="107777"/>
          </a:xfrm>
          <a:prstGeom prst="line">
            <a:avLst/>
          </a:prstGeom>
          <a:noFill/>
          <a:ln w="19685">
            <a:solidFill>
              <a:srgbClr val="FFB347"/>
            </a:solidFill>
            <a:prstDash val="solid"/>
          </a:ln>
        </p:spPr>
        <p:txBody>
          <a:bodyPr/>
          <a:lstStyle/>
          <a:p>
            <a:endParaRPr lang="uk-UA"/>
          </a:p>
        </p:txBody>
      </p:sp>
      <p:sp>
        <p:nvSpPr>
          <p:cNvPr id="1183" name="line1183"/>
          <p:cNvSpPr/>
          <p:nvPr/>
        </p:nvSpPr>
        <p:spPr>
          <a:xfrm flipV="1">
            <a:off x="2483472" y="4990429"/>
            <a:ext cx="81763" cy="107777"/>
          </a:xfrm>
          <a:prstGeom prst="line">
            <a:avLst/>
          </a:prstGeom>
          <a:noFill/>
          <a:ln w="19685">
            <a:solidFill>
              <a:srgbClr val="FFB347"/>
            </a:solidFill>
            <a:prstDash val="solid"/>
          </a:ln>
        </p:spPr>
        <p:txBody>
          <a:bodyPr/>
          <a:lstStyle/>
          <a:p>
            <a:endParaRPr lang="uk-UA"/>
          </a:p>
        </p:txBody>
      </p:sp>
      <p:sp>
        <p:nvSpPr>
          <p:cNvPr id="1184" name="line1184"/>
          <p:cNvSpPr/>
          <p:nvPr/>
        </p:nvSpPr>
        <p:spPr>
          <a:xfrm flipV="1">
            <a:off x="2565235" y="4927031"/>
            <a:ext cx="81763" cy="63398"/>
          </a:xfrm>
          <a:prstGeom prst="line">
            <a:avLst/>
          </a:prstGeom>
          <a:noFill/>
          <a:ln w="19685">
            <a:solidFill>
              <a:srgbClr val="FFB347"/>
            </a:solidFill>
            <a:prstDash val="solid"/>
          </a:ln>
        </p:spPr>
        <p:txBody>
          <a:bodyPr/>
          <a:lstStyle/>
          <a:p>
            <a:endParaRPr lang="uk-UA"/>
          </a:p>
        </p:txBody>
      </p:sp>
      <p:sp>
        <p:nvSpPr>
          <p:cNvPr id="1185" name="line1185"/>
          <p:cNvSpPr/>
          <p:nvPr/>
        </p:nvSpPr>
        <p:spPr>
          <a:xfrm flipV="1">
            <a:off x="2646998" y="4869972"/>
            <a:ext cx="81763" cy="57059"/>
          </a:xfrm>
          <a:prstGeom prst="line">
            <a:avLst/>
          </a:prstGeom>
          <a:noFill/>
          <a:ln w="19685">
            <a:solidFill>
              <a:srgbClr val="FFB347"/>
            </a:solidFill>
            <a:prstDash val="solid"/>
          </a:ln>
        </p:spPr>
        <p:txBody>
          <a:bodyPr/>
          <a:lstStyle/>
          <a:p>
            <a:endParaRPr lang="uk-UA"/>
          </a:p>
        </p:txBody>
      </p:sp>
      <p:sp>
        <p:nvSpPr>
          <p:cNvPr id="1186" name="line1186"/>
          <p:cNvSpPr/>
          <p:nvPr/>
        </p:nvSpPr>
        <p:spPr>
          <a:xfrm flipV="1">
            <a:off x="2728760" y="4863633"/>
            <a:ext cx="81763" cy="6340"/>
          </a:xfrm>
          <a:prstGeom prst="line">
            <a:avLst/>
          </a:prstGeom>
          <a:noFill/>
          <a:ln w="19685">
            <a:solidFill>
              <a:srgbClr val="FFB347"/>
            </a:solidFill>
            <a:prstDash val="solid"/>
          </a:ln>
        </p:spPr>
        <p:txBody>
          <a:bodyPr/>
          <a:lstStyle/>
          <a:p>
            <a:endParaRPr lang="uk-UA"/>
          </a:p>
        </p:txBody>
      </p:sp>
      <p:sp>
        <p:nvSpPr>
          <p:cNvPr id="1187" name="line1187"/>
          <p:cNvSpPr/>
          <p:nvPr/>
        </p:nvSpPr>
        <p:spPr>
          <a:xfrm flipV="1">
            <a:off x="2810523" y="4831933"/>
            <a:ext cx="81763" cy="31699"/>
          </a:xfrm>
          <a:prstGeom prst="line">
            <a:avLst/>
          </a:prstGeom>
          <a:noFill/>
          <a:ln w="19685">
            <a:solidFill>
              <a:srgbClr val="FFB347"/>
            </a:solidFill>
            <a:prstDash val="solid"/>
          </a:ln>
        </p:spPr>
        <p:txBody>
          <a:bodyPr/>
          <a:lstStyle/>
          <a:p>
            <a:endParaRPr lang="uk-UA"/>
          </a:p>
        </p:txBody>
      </p:sp>
      <p:sp>
        <p:nvSpPr>
          <p:cNvPr id="1188" name="line1188"/>
          <p:cNvSpPr/>
          <p:nvPr/>
        </p:nvSpPr>
        <p:spPr>
          <a:xfrm flipV="1">
            <a:off x="2892285" y="4781215"/>
            <a:ext cx="81763" cy="50719"/>
          </a:xfrm>
          <a:prstGeom prst="line">
            <a:avLst/>
          </a:prstGeom>
          <a:noFill/>
          <a:ln w="19685">
            <a:solidFill>
              <a:srgbClr val="FFB347"/>
            </a:solidFill>
            <a:prstDash val="solid"/>
          </a:ln>
        </p:spPr>
        <p:txBody>
          <a:bodyPr/>
          <a:lstStyle/>
          <a:p>
            <a:endParaRPr lang="uk-UA"/>
          </a:p>
        </p:txBody>
      </p:sp>
      <p:sp>
        <p:nvSpPr>
          <p:cNvPr id="1189" name="line1189"/>
          <p:cNvSpPr/>
          <p:nvPr/>
        </p:nvSpPr>
        <p:spPr>
          <a:xfrm>
            <a:off x="2974048" y="4781215"/>
            <a:ext cx="81763" cy="0"/>
          </a:xfrm>
          <a:prstGeom prst="line">
            <a:avLst/>
          </a:prstGeom>
          <a:noFill/>
          <a:ln w="19685">
            <a:solidFill>
              <a:srgbClr val="FFB347"/>
            </a:solidFill>
            <a:prstDash val="solid"/>
          </a:ln>
        </p:spPr>
        <p:txBody>
          <a:bodyPr/>
          <a:lstStyle/>
          <a:p>
            <a:endParaRPr lang="uk-UA"/>
          </a:p>
        </p:txBody>
      </p:sp>
      <p:sp>
        <p:nvSpPr>
          <p:cNvPr id="1190" name="line1190"/>
          <p:cNvSpPr/>
          <p:nvPr/>
        </p:nvSpPr>
        <p:spPr>
          <a:xfrm>
            <a:off x="3055811" y="4781215"/>
            <a:ext cx="81763" cy="31699"/>
          </a:xfrm>
          <a:prstGeom prst="line">
            <a:avLst/>
          </a:prstGeom>
          <a:noFill/>
          <a:ln w="19685">
            <a:solidFill>
              <a:srgbClr val="FFB347"/>
            </a:solidFill>
            <a:prstDash val="solid"/>
          </a:ln>
        </p:spPr>
        <p:txBody>
          <a:bodyPr/>
          <a:lstStyle/>
          <a:p>
            <a:endParaRPr lang="uk-UA"/>
          </a:p>
        </p:txBody>
      </p:sp>
      <p:sp>
        <p:nvSpPr>
          <p:cNvPr id="1191" name="line1191"/>
          <p:cNvSpPr/>
          <p:nvPr/>
        </p:nvSpPr>
        <p:spPr>
          <a:xfrm>
            <a:off x="3137573" y="4812914"/>
            <a:ext cx="81763" cy="44379"/>
          </a:xfrm>
          <a:prstGeom prst="line">
            <a:avLst/>
          </a:prstGeom>
          <a:noFill/>
          <a:ln w="19685">
            <a:solidFill>
              <a:srgbClr val="FFB347"/>
            </a:solidFill>
            <a:prstDash val="solid"/>
          </a:ln>
        </p:spPr>
        <p:txBody>
          <a:bodyPr/>
          <a:lstStyle/>
          <a:p>
            <a:endParaRPr lang="uk-UA"/>
          </a:p>
        </p:txBody>
      </p:sp>
      <p:sp>
        <p:nvSpPr>
          <p:cNvPr id="1192" name="line1192"/>
          <p:cNvSpPr/>
          <p:nvPr/>
        </p:nvSpPr>
        <p:spPr>
          <a:xfrm>
            <a:off x="3219336" y="4857293"/>
            <a:ext cx="81763" cy="158496"/>
          </a:xfrm>
          <a:prstGeom prst="line">
            <a:avLst/>
          </a:prstGeom>
          <a:noFill/>
          <a:ln w="19685">
            <a:solidFill>
              <a:srgbClr val="FFB347"/>
            </a:solidFill>
            <a:prstDash val="solid"/>
          </a:ln>
        </p:spPr>
        <p:txBody>
          <a:bodyPr/>
          <a:lstStyle/>
          <a:p>
            <a:endParaRPr lang="uk-UA"/>
          </a:p>
        </p:txBody>
      </p:sp>
      <p:sp>
        <p:nvSpPr>
          <p:cNvPr id="1193" name="line1193"/>
          <p:cNvSpPr/>
          <p:nvPr/>
        </p:nvSpPr>
        <p:spPr>
          <a:xfrm>
            <a:off x="3301098" y="5015789"/>
            <a:ext cx="81763" cy="158496"/>
          </a:xfrm>
          <a:prstGeom prst="line">
            <a:avLst/>
          </a:prstGeom>
          <a:noFill/>
          <a:ln w="19685">
            <a:solidFill>
              <a:srgbClr val="FFB347"/>
            </a:solidFill>
            <a:prstDash val="solid"/>
          </a:ln>
        </p:spPr>
        <p:txBody>
          <a:bodyPr/>
          <a:lstStyle/>
          <a:p>
            <a:endParaRPr lang="uk-UA"/>
          </a:p>
        </p:txBody>
      </p:sp>
      <p:sp>
        <p:nvSpPr>
          <p:cNvPr id="1194" name="line1194"/>
          <p:cNvSpPr/>
          <p:nvPr/>
        </p:nvSpPr>
        <p:spPr>
          <a:xfrm>
            <a:off x="3382861" y="5174285"/>
            <a:ext cx="81763" cy="126797"/>
          </a:xfrm>
          <a:prstGeom prst="line">
            <a:avLst/>
          </a:prstGeom>
          <a:noFill/>
          <a:ln w="19685">
            <a:solidFill>
              <a:srgbClr val="FFB347"/>
            </a:solidFill>
            <a:prstDash val="solid"/>
          </a:ln>
        </p:spPr>
        <p:txBody>
          <a:bodyPr/>
          <a:lstStyle/>
          <a:p>
            <a:endParaRPr lang="uk-UA"/>
          </a:p>
        </p:txBody>
      </p:sp>
      <p:sp>
        <p:nvSpPr>
          <p:cNvPr id="1195" name="line1195"/>
          <p:cNvSpPr/>
          <p:nvPr/>
        </p:nvSpPr>
        <p:spPr>
          <a:xfrm>
            <a:off x="3464624" y="5301082"/>
            <a:ext cx="81763" cy="38039"/>
          </a:xfrm>
          <a:prstGeom prst="line">
            <a:avLst/>
          </a:prstGeom>
          <a:noFill/>
          <a:ln w="19685">
            <a:solidFill>
              <a:srgbClr val="FFB347"/>
            </a:solidFill>
            <a:prstDash val="solid"/>
          </a:ln>
        </p:spPr>
        <p:txBody>
          <a:bodyPr/>
          <a:lstStyle/>
          <a:p>
            <a:endParaRPr lang="uk-UA"/>
          </a:p>
        </p:txBody>
      </p:sp>
      <p:sp>
        <p:nvSpPr>
          <p:cNvPr id="1196" name="line1196"/>
          <p:cNvSpPr/>
          <p:nvPr/>
        </p:nvSpPr>
        <p:spPr>
          <a:xfrm flipV="1">
            <a:off x="3546386" y="5313761"/>
            <a:ext cx="81763" cy="25359"/>
          </a:xfrm>
          <a:prstGeom prst="line">
            <a:avLst/>
          </a:prstGeom>
          <a:noFill/>
          <a:ln w="19685">
            <a:solidFill>
              <a:srgbClr val="FFB347"/>
            </a:solidFill>
            <a:prstDash val="solid"/>
          </a:ln>
        </p:spPr>
        <p:txBody>
          <a:bodyPr/>
          <a:lstStyle/>
          <a:p>
            <a:endParaRPr lang="uk-UA"/>
          </a:p>
        </p:txBody>
      </p:sp>
      <p:sp>
        <p:nvSpPr>
          <p:cNvPr id="1197" name="line1197"/>
          <p:cNvSpPr/>
          <p:nvPr/>
        </p:nvSpPr>
        <p:spPr>
          <a:xfrm>
            <a:off x="3628149" y="5313761"/>
            <a:ext cx="81763" cy="44379"/>
          </a:xfrm>
          <a:prstGeom prst="line">
            <a:avLst/>
          </a:prstGeom>
          <a:noFill/>
          <a:ln w="19685">
            <a:solidFill>
              <a:srgbClr val="FFB347"/>
            </a:solidFill>
            <a:prstDash val="solid"/>
          </a:ln>
        </p:spPr>
        <p:txBody>
          <a:bodyPr/>
          <a:lstStyle/>
          <a:p>
            <a:endParaRPr lang="uk-UA"/>
          </a:p>
        </p:txBody>
      </p:sp>
      <p:sp>
        <p:nvSpPr>
          <p:cNvPr id="1198" name="line1198"/>
          <p:cNvSpPr/>
          <p:nvPr/>
        </p:nvSpPr>
        <p:spPr>
          <a:xfrm>
            <a:off x="3709911" y="5358140"/>
            <a:ext cx="81763" cy="57059"/>
          </a:xfrm>
          <a:prstGeom prst="line">
            <a:avLst/>
          </a:prstGeom>
          <a:noFill/>
          <a:ln w="19685">
            <a:solidFill>
              <a:srgbClr val="FFB347"/>
            </a:solidFill>
            <a:prstDash val="solid"/>
          </a:ln>
        </p:spPr>
        <p:txBody>
          <a:bodyPr/>
          <a:lstStyle/>
          <a:p>
            <a:endParaRPr lang="uk-UA"/>
          </a:p>
        </p:txBody>
      </p:sp>
      <p:sp>
        <p:nvSpPr>
          <p:cNvPr id="1199" name="line1199"/>
          <p:cNvSpPr/>
          <p:nvPr/>
        </p:nvSpPr>
        <p:spPr>
          <a:xfrm>
            <a:off x="3791674" y="5415199"/>
            <a:ext cx="81763" cy="57059"/>
          </a:xfrm>
          <a:prstGeom prst="line">
            <a:avLst/>
          </a:prstGeom>
          <a:noFill/>
          <a:ln w="19685">
            <a:solidFill>
              <a:srgbClr val="FFB347"/>
            </a:solidFill>
            <a:prstDash val="solid"/>
          </a:ln>
        </p:spPr>
        <p:txBody>
          <a:bodyPr/>
          <a:lstStyle/>
          <a:p>
            <a:endParaRPr lang="uk-UA"/>
          </a:p>
        </p:txBody>
      </p:sp>
      <p:sp>
        <p:nvSpPr>
          <p:cNvPr id="1200" name="line1200"/>
          <p:cNvSpPr/>
          <p:nvPr/>
        </p:nvSpPr>
        <p:spPr>
          <a:xfrm flipV="1">
            <a:off x="3873437" y="5446898"/>
            <a:ext cx="81763" cy="25359"/>
          </a:xfrm>
          <a:prstGeom prst="line">
            <a:avLst/>
          </a:prstGeom>
          <a:noFill/>
          <a:ln w="19685">
            <a:solidFill>
              <a:srgbClr val="FFB347"/>
            </a:solidFill>
            <a:prstDash val="solid"/>
          </a:ln>
        </p:spPr>
        <p:txBody>
          <a:bodyPr/>
          <a:lstStyle/>
          <a:p>
            <a:endParaRPr lang="uk-UA"/>
          </a:p>
        </p:txBody>
      </p:sp>
      <p:sp>
        <p:nvSpPr>
          <p:cNvPr id="1201" name="line1201"/>
          <p:cNvSpPr/>
          <p:nvPr/>
        </p:nvSpPr>
        <p:spPr>
          <a:xfrm>
            <a:off x="3955199" y="5446898"/>
            <a:ext cx="81763" cy="0"/>
          </a:xfrm>
          <a:prstGeom prst="line">
            <a:avLst/>
          </a:prstGeom>
          <a:noFill/>
          <a:ln w="19685">
            <a:solidFill>
              <a:srgbClr val="FFB347"/>
            </a:solidFill>
            <a:prstDash val="solid"/>
          </a:ln>
        </p:spPr>
        <p:txBody>
          <a:bodyPr/>
          <a:lstStyle/>
          <a:p>
            <a:endParaRPr lang="uk-UA"/>
          </a:p>
        </p:txBody>
      </p:sp>
      <p:sp>
        <p:nvSpPr>
          <p:cNvPr id="1202" name="line1202"/>
          <p:cNvSpPr/>
          <p:nvPr/>
        </p:nvSpPr>
        <p:spPr>
          <a:xfrm>
            <a:off x="4036962" y="5446898"/>
            <a:ext cx="81763" cy="6340"/>
          </a:xfrm>
          <a:prstGeom prst="line">
            <a:avLst/>
          </a:prstGeom>
          <a:noFill/>
          <a:ln w="19685">
            <a:solidFill>
              <a:srgbClr val="FFB347"/>
            </a:solidFill>
            <a:prstDash val="solid"/>
          </a:ln>
        </p:spPr>
        <p:txBody>
          <a:bodyPr/>
          <a:lstStyle/>
          <a:p>
            <a:endParaRPr lang="uk-UA"/>
          </a:p>
        </p:txBody>
      </p:sp>
      <p:sp>
        <p:nvSpPr>
          <p:cNvPr id="1203" name="line1203"/>
          <p:cNvSpPr/>
          <p:nvPr/>
        </p:nvSpPr>
        <p:spPr>
          <a:xfrm>
            <a:off x="4118724" y="5453238"/>
            <a:ext cx="81763" cy="19020"/>
          </a:xfrm>
          <a:prstGeom prst="line">
            <a:avLst/>
          </a:prstGeom>
          <a:noFill/>
          <a:ln w="19685">
            <a:solidFill>
              <a:srgbClr val="FFB347"/>
            </a:solidFill>
            <a:prstDash val="solid"/>
          </a:ln>
        </p:spPr>
        <p:txBody>
          <a:bodyPr/>
          <a:lstStyle/>
          <a:p>
            <a:endParaRPr lang="uk-UA"/>
          </a:p>
        </p:txBody>
      </p:sp>
      <p:sp>
        <p:nvSpPr>
          <p:cNvPr id="1204" name="line1204"/>
          <p:cNvSpPr/>
          <p:nvPr/>
        </p:nvSpPr>
        <p:spPr>
          <a:xfrm flipV="1">
            <a:off x="4200487" y="5377160"/>
            <a:ext cx="81763" cy="95098"/>
          </a:xfrm>
          <a:prstGeom prst="line">
            <a:avLst/>
          </a:prstGeom>
          <a:noFill/>
          <a:ln w="19685">
            <a:solidFill>
              <a:srgbClr val="FFB347"/>
            </a:solidFill>
            <a:prstDash val="solid"/>
          </a:ln>
        </p:spPr>
        <p:txBody>
          <a:bodyPr/>
          <a:lstStyle/>
          <a:p>
            <a:endParaRPr lang="uk-UA"/>
          </a:p>
        </p:txBody>
      </p:sp>
      <p:sp>
        <p:nvSpPr>
          <p:cNvPr id="1205" name="line1205"/>
          <p:cNvSpPr/>
          <p:nvPr/>
        </p:nvSpPr>
        <p:spPr>
          <a:xfrm flipV="1">
            <a:off x="4282250" y="5231343"/>
            <a:ext cx="81763" cy="145816"/>
          </a:xfrm>
          <a:prstGeom prst="line">
            <a:avLst/>
          </a:prstGeom>
          <a:noFill/>
          <a:ln w="19685">
            <a:solidFill>
              <a:srgbClr val="FFB347"/>
            </a:solidFill>
            <a:prstDash val="solid"/>
          </a:ln>
        </p:spPr>
        <p:txBody>
          <a:bodyPr/>
          <a:lstStyle/>
          <a:p>
            <a:endParaRPr lang="uk-UA"/>
          </a:p>
        </p:txBody>
      </p:sp>
      <p:sp>
        <p:nvSpPr>
          <p:cNvPr id="1206" name="line1206"/>
          <p:cNvSpPr/>
          <p:nvPr/>
        </p:nvSpPr>
        <p:spPr>
          <a:xfrm flipV="1">
            <a:off x="4364012" y="5085527"/>
            <a:ext cx="81763" cy="145816"/>
          </a:xfrm>
          <a:prstGeom prst="line">
            <a:avLst/>
          </a:prstGeom>
          <a:noFill/>
          <a:ln w="19685">
            <a:solidFill>
              <a:srgbClr val="FFB347"/>
            </a:solidFill>
            <a:prstDash val="solid"/>
          </a:ln>
        </p:spPr>
        <p:txBody>
          <a:bodyPr/>
          <a:lstStyle/>
          <a:p>
            <a:endParaRPr lang="uk-UA"/>
          </a:p>
        </p:txBody>
      </p:sp>
      <p:sp>
        <p:nvSpPr>
          <p:cNvPr id="1207" name="line1207"/>
          <p:cNvSpPr/>
          <p:nvPr/>
        </p:nvSpPr>
        <p:spPr>
          <a:xfrm flipV="1">
            <a:off x="4445775" y="4952390"/>
            <a:ext cx="81763" cy="133137"/>
          </a:xfrm>
          <a:prstGeom prst="line">
            <a:avLst/>
          </a:prstGeom>
          <a:noFill/>
          <a:ln w="19685">
            <a:solidFill>
              <a:srgbClr val="FFB347"/>
            </a:solidFill>
            <a:prstDash val="solid"/>
          </a:ln>
        </p:spPr>
        <p:txBody>
          <a:bodyPr/>
          <a:lstStyle/>
          <a:p>
            <a:endParaRPr lang="uk-UA"/>
          </a:p>
        </p:txBody>
      </p:sp>
      <p:sp>
        <p:nvSpPr>
          <p:cNvPr id="1208" name="line1208"/>
          <p:cNvSpPr/>
          <p:nvPr/>
        </p:nvSpPr>
        <p:spPr>
          <a:xfrm flipV="1">
            <a:off x="4527537" y="4838273"/>
            <a:ext cx="81763" cy="114117"/>
          </a:xfrm>
          <a:prstGeom prst="line">
            <a:avLst/>
          </a:prstGeom>
          <a:noFill/>
          <a:ln w="19685">
            <a:solidFill>
              <a:srgbClr val="FFB347"/>
            </a:solidFill>
            <a:prstDash val="solid"/>
          </a:ln>
        </p:spPr>
        <p:txBody>
          <a:bodyPr/>
          <a:lstStyle/>
          <a:p>
            <a:endParaRPr lang="uk-UA"/>
          </a:p>
        </p:txBody>
      </p:sp>
      <p:sp>
        <p:nvSpPr>
          <p:cNvPr id="1209" name="line1209"/>
          <p:cNvSpPr/>
          <p:nvPr/>
        </p:nvSpPr>
        <p:spPr>
          <a:xfrm flipV="1">
            <a:off x="4609300" y="4768535"/>
            <a:ext cx="81763" cy="69738"/>
          </a:xfrm>
          <a:prstGeom prst="line">
            <a:avLst/>
          </a:prstGeom>
          <a:noFill/>
          <a:ln w="19685">
            <a:solidFill>
              <a:srgbClr val="FFB347"/>
            </a:solidFill>
            <a:prstDash val="solid"/>
          </a:ln>
        </p:spPr>
        <p:txBody>
          <a:bodyPr/>
          <a:lstStyle/>
          <a:p>
            <a:endParaRPr lang="uk-UA"/>
          </a:p>
        </p:txBody>
      </p:sp>
      <p:sp>
        <p:nvSpPr>
          <p:cNvPr id="1210" name="line1210"/>
          <p:cNvSpPr/>
          <p:nvPr/>
        </p:nvSpPr>
        <p:spPr>
          <a:xfrm flipV="1">
            <a:off x="4691063" y="4698797"/>
            <a:ext cx="81763" cy="69738"/>
          </a:xfrm>
          <a:prstGeom prst="line">
            <a:avLst/>
          </a:prstGeom>
          <a:noFill/>
          <a:ln w="19685">
            <a:solidFill>
              <a:srgbClr val="FFB347"/>
            </a:solidFill>
            <a:prstDash val="solid"/>
          </a:ln>
        </p:spPr>
        <p:txBody>
          <a:bodyPr/>
          <a:lstStyle/>
          <a:p>
            <a:endParaRPr lang="uk-UA"/>
          </a:p>
        </p:txBody>
      </p:sp>
      <p:sp>
        <p:nvSpPr>
          <p:cNvPr id="1211" name="line1211"/>
          <p:cNvSpPr/>
          <p:nvPr/>
        </p:nvSpPr>
        <p:spPr>
          <a:xfrm flipV="1">
            <a:off x="4772825" y="4654418"/>
            <a:ext cx="81763" cy="44379"/>
          </a:xfrm>
          <a:prstGeom prst="line">
            <a:avLst/>
          </a:prstGeom>
          <a:noFill/>
          <a:ln w="19685">
            <a:solidFill>
              <a:srgbClr val="FFB347"/>
            </a:solidFill>
            <a:prstDash val="solid"/>
          </a:ln>
        </p:spPr>
        <p:txBody>
          <a:bodyPr/>
          <a:lstStyle/>
          <a:p>
            <a:endParaRPr lang="uk-UA"/>
          </a:p>
        </p:txBody>
      </p:sp>
      <p:sp>
        <p:nvSpPr>
          <p:cNvPr id="1212" name="line1212"/>
          <p:cNvSpPr/>
          <p:nvPr/>
        </p:nvSpPr>
        <p:spPr>
          <a:xfrm flipV="1">
            <a:off x="4854588" y="4641738"/>
            <a:ext cx="81763" cy="12680"/>
          </a:xfrm>
          <a:prstGeom prst="line">
            <a:avLst/>
          </a:prstGeom>
          <a:noFill/>
          <a:ln w="19685">
            <a:solidFill>
              <a:srgbClr val="FFB347"/>
            </a:solidFill>
            <a:prstDash val="solid"/>
          </a:ln>
        </p:spPr>
        <p:txBody>
          <a:bodyPr/>
          <a:lstStyle/>
          <a:p>
            <a:endParaRPr lang="uk-UA"/>
          </a:p>
        </p:txBody>
      </p:sp>
      <p:sp>
        <p:nvSpPr>
          <p:cNvPr id="1213" name="line1213"/>
          <p:cNvSpPr/>
          <p:nvPr/>
        </p:nvSpPr>
        <p:spPr>
          <a:xfrm>
            <a:off x="4936350" y="4641738"/>
            <a:ext cx="81763" cy="6340"/>
          </a:xfrm>
          <a:prstGeom prst="line">
            <a:avLst/>
          </a:prstGeom>
          <a:noFill/>
          <a:ln w="19685">
            <a:solidFill>
              <a:srgbClr val="FFB347"/>
            </a:solidFill>
            <a:prstDash val="solid"/>
          </a:ln>
        </p:spPr>
        <p:txBody>
          <a:bodyPr/>
          <a:lstStyle/>
          <a:p>
            <a:endParaRPr lang="uk-UA"/>
          </a:p>
        </p:txBody>
      </p:sp>
      <p:sp>
        <p:nvSpPr>
          <p:cNvPr id="1214" name="line1214"/>
          <p:cNvSpPr/>
          <p:nvPr/>
        </p:nvSpPr>
        <p:spPr>
          <a:xfrm>
            <a:off x="5018113" y="4648078"/>
            <a:ext cx="81763" cy="31699"/>
          </a:xfrm>
          <a:prstGeom prst="line">
            <a:avLst/>
          </a:prstGeom>
          <a:noFill/>
          <a:ln w="19685">
            <a:solidFill>
              <a:srgbClr val="FFB347"/>
            </a:solidFill>
            <a:prstDash val="solid"/>
          </a:ln>
        </p:spPr>
        <p:txBody>
          <a:bodyPr/>
          <a:lstStyle/>
          <a:p>
            <a:endParaRPr lang="uk-UA"/>
          </a:p>
        </p:txBody>
      </p:sp>
      <p:sp>
        <p:nvSpPr>
          <p:cNvPr id="1215" name="line1215"/>
          <p:cNvSpPr/>
          <p:nvPr/>
        </p:nvSpPr>
        <p:spPr>
          <a:xfrm>
            <a:off x="5099876" y="4679777"/>
            <a:ext cx="81763" cy="44379"/>
          </a:xfrm>
          <a:prstGeom prst="line">
            <a:avLst/>
          </a:prstGeom>
          <a:noFill/>
          <a:ln w="19685">
            <a:solidFill>
              <a:srgbClr val="FFB347"/>
            </a:solidFill>
            <a:prstDash val="solid"/>
          </a:ln>
        </p:spPr>
        <p:txBody>
          <a:bodyPr/>
          <a:lstStyle/>
          <a:p>
            <a:endParaRPr lang="uk-UA"/>
          </a:p>
        </p:txBody>
      </p:sp>
      <p:sp>
        <p:nvSpPr>
          <p:cNvPr id="1216" name="line1216"/>
          <p:cNvSpPr/>
          <p:nvPr/>
        </p:nvSpPr>
        <p:spPr>
          <a:xfrm>
            <a:off x="5181638" y="4724156"/>
            <a:ext cx="81763" cy="177516"/>
          </a:xfrm>
          <a:prstGeom prst="line">
            <a:avLst/>
          </a:prstGeom>
          <a:noFill/>
          <a:ln w="19685">
            <a:solidFill>
              <a:srgbClr val="FFB347"/>
            </a:solidFill>
            <a:prstDash val="solid"/>
          </a:ln>
        </p:spPr>
        <p:txBody>
          <a:bodyPr/>
          <a:lstStyle/>
          <a:p>
            <a:endParaRPr lang="uk-UA"/>
          </a:p>
        </p:txBody>
      </p:sp>
      <p:sp>
        <p:nvSpPr>
          <p:cNvPr id="1217" name="line1217"/>
          <p:cNvSpPr/>
          <p:nvPr/>
        </p:nvSpPr>
        <p:spPr>
          <a:xfrm>
            <a:off x="5263401" y="4901672"/>
            <a:ext cx="81763" cy="152156"/>
          </a:xfrm>
          <a:prstGeom prst="line">
            <a:avLst/>
          </a:prstGeom>
          <a:noFill/>
          <a:ln w="19685">
            <a:solidFill>
              <a:srgbClr val="FFB347"/>
            </a:solidFill>
            <a:prstDash val="solid"/>
          </a:ln>
        </p:spPr>
        <p:txBody>
          <a:bodyPr/>
          <a:lstStyle/>
          <a:p>
            <a:endParaRPr lang="uk-UA"/>
          </a:p>
        </p:txBody>
      </p:sp>
      <p:sp>
        <p:nvSpPr>
          <p:cNvPr id="1218" name="line1218"/>
          <p:cNvSpPr/>
          <p:nvPr/>
        </p:nvSpPr>
        <p:spPr>
          <a:xfrm>
            <a:off x="5345163" y="5053828"/>
            <a:ext cx="81763" cy="133137"/>
          </a:xfrm>
          <a:prstGeom prst="line">
            <a:avLst/>
          </a:prstGeom>
          <a:noFill/>
          <a:ln w="19685">
            <a:solidFill>
              <a:srgbClr val="FFB347"/>
            </a:solidFill>
            <a:prstDash val="solid"/>
          </a:ln>
        </p:spPr>
        <p:txBody>
          <a:bodyPr/>
          <a:lstStyle/>
          <a:p>
            <a:endParaRPr lang="uk-UA"/>
          </a:p>
        </p:txBody>
      </p:sp>
      <p:sp>
        <p:nvSpPr>
          <p:cNvPr id="1219" name="line1219"/>
          <p:cNvSpPr/>
          <p:nvPr/>
        </p:nvSpPr>
        <p:spPr>
          <a:xfrm>
            <a:off x="5426926" y="5186964"/>
            <a:ext cx="81763" cy="82418"/>
          </a:xfrm>
          <a:prstGeom prst="line">
            <a:avLst/>
          </a:prstGeom>
          <a:noFill/>
          <a:ln w="19685">
            <a:solidFill>
              <a:srgbClr val="FFB347"/>
            </a:solidFill>
            <a:prstDash val="solid"/>
          </a:ln>
        </p:spPr>
        <p:txBody>
          <a:bodyPr/>
          <a:lstStyle/>
          <a:p>
            <a:endParaRPr lang="uk-UA"/>
          </a:p>
        </p:txBody>
      </p:sp>
      <p:sp>
        <p:nvSpPr>
          <p:cNvPr id="1220" name="line1220"/>
          <p:cNvSpPr/>
          <p:nvPr/>
        </p:nvSpPr>
        <p:spPr>
          <a:xfrm>
            <a:off x="5508689" y="5269382"/>
            <a:ext cx="81763" cy="50719"/>
          </a:xfrm>
          <a:prstGeom prst="line">
            <a:avLst/>
          </a:prstGeom>
          <a:noFill/>
          <a:ln w="19685">
            <a:solidFill>
              <a:srgbClr val="FFB347"/>
            </a:solidFill>
            <a:prstDash val="solid"/>
          </a:ln>
        </p:spPr>
        <p:txBody>
          <a:bodyPr/>
          <a:lstStyle/>
          <a:p>
            <a:endParaRPr lang="uk-UA"/>
          </a:p>
        </p:txBody>
      </p:sp>
      <p:sp>
        <p:nvSpPr>
          <p:cNvPr id="1221" name="line1221"/>
          <p:cNvSpPr/>
          <p:nvPr/>
        </p:nvSpPr>
        <p:spPr>
          <a:xfrm>
            <a:off x="5590451" y="5320101"/>
            <a:ext cx="81763" cy="31699"/>
          </a:xfrm>
          <a:prstGeom prst="line">
            <a:avLst/>
          </a:prstGeom>
          <a:noFill/>
          <a:ln w="19685">
            <a:solidFill>
              <a:srgbClr val="FFB347"/>
            </a:solidFill>
            <a:prstDash val="solid"/>
          </a:ln>
        </p:spPr>
        <p:txBody>
          <a:bodyPr/>
          <a:lstStyle/>
          <a:p>
            <a:endParaRPr lang="uk-UA"/>
          </a:p>
        </p:txBody>
      </p:sp>
      <p:sp>
        <p:nvSpPr>
          <p:cNvPr id="1222" name="line1222"/>
          <p:cNvSpPr/>
          <p:nvPr/>
        </p:nvSpPr>
        <p:spPr>
          <a:xfrm>
            <a:off x="5672214" y="5351800"/>
            <a:ext cx="81763" cy="25359"/>
          </a:xfrm>
          <a:prstGeom prst="line">
            <a:avLst/>
          </a:prstGeom>
          <a:noFill/>
          <a:ln w="19685">
            <a:solidFill>
              <a:srgbClr val="FFB347"/>
            </a:solidFill>
            <a:prstDash val="solid"/>
          </a:ln>
        </p:spPr>
        <p:txBody>
          <a:bodyPr/>
          <a:lstStyle/>
          <a:p>
            <a:endParaRPr lang="uk-UA"/>
          </a:p>
        </p:txBody>
      </p:sp>
      <p:sp>
        <p:nvSpPr>
          <p:cNvPr id="1223" name="line1223"/>
          <p:cNvSpPr/>
          <p:nvPr/>
        </p:nvSpPr>
        <p:spPr>
          <a:xfrm>
            <a:off x="5753976" y="5377160"/>
            <a:ext cx="81763" cy="25359"/>
          </a:xfrm>
          <a:prstGeom prst="line">
            <a:avLst/>
          </a:prstGeom>
          <a:noFill/>
          <a:ln w="19685">
            <a:solidFill>
              <a:srgbClr val="FFB347"/>
            </a:solidFill>
            <a:prstDash val="solid"/>
          </a:ln>
        </p:spPr>
        <p:txBody>
          <a:bodyPr/>
          <a:lstStyle/>
          <a:p>
            <a:endParaRPr lang="uk-UA"/>
          </a:p>
        </p:txBody>
      </p:sp>
      <p:sp>
        <p:nvSpPr>
          <p:cNvPr id="1224" name="line1224"/>
          <p:cNvSpPr/>
          <p:nvPr/>
        </p:nvSpPr>
        <p:spPr>
          <a:xfrm>
            <a:off x="5835739" y="5402519"/>
            <a:ext cx="81763" cy="44379"/>
          </a:xfrm>
          <a:prstGeom prst="line">
            <a:avLst/>
          </a:prstGeom>
          <a:noFill/>
          <a:ln w="19685">
            <a:solidFill>
              <a:srgbClr val="FFB347"/>
            </a:solidFill>
            <a:prstDash val="solid"/>
          </a:ln>
        </p:spPr>
        <p:txBody>
          <a:bodyPr/>
          <a:lstStyle/>
          <a:p>
            <a:endParaRPr lang="uk-UA"/>
          </a:p>
        </p:txBody>
      </p:sp>
      <p:sp>
        <p:nvSpPr>
          <p:cNvPr id="1225" name="line1225"/>
          <p:cNvSpPr/>
          <p:nvPr/>
        </p:nvSpPr>
        <p:spPr>
          <a:xfrm>
            <a:off x="5917502" y="5446898"/>
            <a:ext cx="81763" cy="57059"/>
          </a:xfrm>
          <a:prstGeom prst="line">
            <a:avLst/>
          </a:prstGeom>
          <a:noFill/>
          <a:ln w="19685">
            <a:solidFill>
              <a:srgbClr val="FFB347"/>
            </a:solidFill>
            <a:prstDash val="solid"/>
          </a:ln>
        </p:spPr>
        <p:txBody>
          <a:bodyPr/>
          <a:lstStyle/>
          <a:p>
            <a:endParaRPr lang="uk-UA"/>
          </a:p>
        </p:txBody>
      </p:sp>
      <p:sp>
        <p:nvSpPr>
          <p:cNvPr id="1226" name="line1226"/>
          <p:cNvSpPr/>
          <p:nvPr/>
        </p:nvSpPr>
        <p:spPr>
          <a:xfrm>
            <a:off x="5999264" y="5503956"/>
            <a:ext cx="81763" cy="44379"/>
          </a:xfrm>
          <a:prstGeom prst="line">
            <a:avLst/>
          </a:prstGeom>
          <a:noFill/>
          <a:ln w="19685">
            <a:solidFill>
              <a:srgbClr val="FFB347"/>
            </a:solidFill>
            <a:prstDash val="solid"/>
          </a:ln>
        </p:spPr>
        <p:txBody>
          <a:bodyPr/>
          <a:lstStyle/>
          <a:p>
            <a:endParaRPr lang="uk-UA"/>
          </a:p>
        </p:txBody>
      </p:sp>
      <p:sp>
        <p:nvSpPr>
          <p:cNvPr id="1227" name="line1227"/>
          <p:cNvSpPr/>
          <p:nvPr/>
        </p:nvSpPr>
        <p:spPr>
          <a:xfrm>
            <a:off x="6081027" y="5548335"/>
            <a:ext cx="81763" cy="38039"/>
          </a:xfrm>
          <a:prstGeom prst="line">
            <a:avLst/>
          </a:prstGeom>
          <a:noFill/>
          <a:ln w="19685">
            <a:solidFill>
              <a:srgbClr val="FFB347"/>
            </a:solidFill>
            <a:prstDash val="solid"/>
          </a:ln>
        </p:spPr>
        <p:txBody>
          <a:bodyPr/>
          <a:lstStyle/>
          <a:p>
            <a:endParaRPr lang="uk-UA"/>
          </a:p>
        </p:txBody>
      </p:sp>
      <p:sp>
        <p:nvSpPr>
          <p:cNvPr id="1228" name="line1228"/>
          <p:cNvSpPr/>
          <p:nvPr/>
        </p:nvSpPr>
        <p:spPr>
          <a:xfrm flipV="1">
            <a:off x="6162789" y="5535656"/>
            <a:ext cx="81763" cy="50719"/>
          </a:xfrm>
          <a:prstGeom prst="line">
            <a:avLst/>
          </a:prstGeom>
          <a:noFill/>
          <a:ln w="19685">
            <a:solidFill>
              <a:srgbClr val="FFB347"/>
            </a:solidFill>
            <a:prstDash val="solid"/>
          </a:ln>
        </p:spPr>
        <p:txBody>
          <a:bodyPr/>
          <a:lstStyle/>
          <a:p>
            <a:endParaRPr lang="uk-UA"/>
          </a:p>
        </p:txBody>
      </p:sp>
      <p:sp>
        <p:nvSpPr>
          <p:cNvPr id="1229" name="line1229"/>
          <p:cNvSpPr/>
          <p:nvPr/>
        </p:nvSpPr>
        <p:spPr>
          <a:xfrm flipV="1">
            <a:off x="6244552" y="5301082"/>
            <a:ext cx="81763" cy="234574"/>
          </a:xfrm>
          <a:prstGeom prst="line">
            <a:avLst/>
          </a:prstGeom>
          <a:noFill/>
          <a:ln w="19685">
            <a:solidFill>
              <a:srgbClr val="FFB347"/>
            </a:solidFill>
            <a:prstDash val="solid"/>
          </a:ln>
        </p:spPr>
        <p:txBody>
          <a:bodyPr/>
          <a:lstStyle/>
          <a:p>
            <a:endParaRPr lang="uk-UA"/>
          </a:p>
        </p:txBody>
      </p:sp>
      <p:sp>
        <p:nvSpPr>
          <p:cNvPr id="1230" name="line1230"/>
          <p:cNvSpPr/>
          <p:nvPr/>
        </p:nvSpPr>
        <p:spPr>
          <a:xfrm flipV="1">
            <a:off x="6326315" y="5060168"/>
            <a:ext cx="81763" cy="240914"/>
          </a:xfrm>
          <a:prstGeom prst="line">
            <a:avLst/>
          </a:prstGeom>
          <a:noFill/>
          <a:ln w="19685">
            <a:solidFill>
              <a:srgbClr val="FFB347"/>
            </a:solidFill>
            <a:prstDash val="solid"/>
          </a:ln>
        </p:spPr>
        <p:txBody>
          <a:bodyPr/>
          <a:lstStyle/>
          <a:p>
            <a:endParaRPr lang="uk-UA"/>
          </a:p>
        </p:txBody>
      </p:sp>
      <p:sp>
        <p:nvSpPr>
          <p:cNvPr id="1231" name="line1231"/>
          <p:cNvSpPr/>
          <p:nvPr/>
        </p:nvSpPr>
        <p:spPr>
          <a:xfrm flipV="1">
            <a:off x="6408077" y="4895332"/>
            <a:ext cx="81763" cy="164836"/>
          </a:xfrm>
          <a:prstGeom prst="line">
            <a:avLst/>
          </a:prstGeom>
          <a:noFill/>
          <a:ln w="19685">
            <a:solidFill>
              <a:srgbClr val="FFB347"/>
            </a:solidFill>
            <a:prstDash val="solid"/>
          </a:ln>
        </p:spPr>
        <p:txBody>
          <a:bodyPr/>
          <a:lstStyle/>
          <a:p>
            <a:endParaRPr lang="uk-UA"/>
          </a:p>
        </p:txBody>
      </p:sp>
      <p:sp>
        <p:nvSpPr>
          <p:cNvPr id="1232" name="line1232"/>
          <p:cNvSpPr/>
          <p:nvPr/>
        </p:nvSpPr>
        <p:spPr>
          <a:xfrm flipV="1">
            <a:off x="6489840" y="4781215"/>
            <a:ext cx="81763" cy="114117"/>
          </a:xfrm>
          <a:prstGeom prst="line">
            <a:avLst/>
          </a:prstGeom>
          <a:noFill/>
          <a:ln w="19685">
            <a:solidFill>
              <a:srgbClr val="FFB347"/>
            </a:solidFill>
            <a:prstDash val="solid"/>
          </a:ln>
        </p:spPr>
        <p:txBody>
          <a:bodyPr/>
          <a:lstStyle/>
          <a:p>
            <a:endParaRPr lang="uk-UA"/>
          </a:p>
        </p:txBody>
      </p:sp>
      <p:sp>
        <p:nvSpPr>
          <p:cNvPr id="1233" name="line1233"/>
          <p:cNvSpPr/>
          <p:nvPr/>
        </p:nvSpPr>
        <p:spPr>
          <a:xfrm flipV="1">
            <a:off x="6571602" y="4692457"/>
            <a:ext cx="81763" cy="88758"/>
          </a:xfrm>
          <a:prstGeom prst="line">
            <a:avLst/>
          </a:prstGeom>
          <a:noFill/>
          <a:ln w="19685">
            <a:solidFill>
              <a:srgbClr val="FFB347"/>
            </a:solidFill>
            <a:prstDash val="solid"/>
          </a:ln>
        </p:spPr>
        <p:txBody>
          <a:bodyPr/>
          <a:lstStyle/>
          <a:p>
            <a:endParaRPr lang="uk-UA"/>
          </a:p>
        </p:txBody>
      </p:sp>
      <p:sp>
        <p:nvSpPr>
          <p:cNvPr id="1234" name="line1234"/>
          <p:cNvSpPr/>
          <p:nvPr/>
        </p:nvSpPr>
        <p:spPr>
          <a:xfrm flipV="1">
            <a:off x="6653365" y="4622719"/>
            <a:ext cx="81763" cy="69738"/>
          </a:xfrm>
          <a:prstGeom prst="line">
            <a:avLst/>
          </a:prstGeom>
          <a:noFill/>
          <a:ln w="19685">
            <a:solidFill>
              <a:srgbClr val="FFB347"/>
            </a:solidFill>
            <a:prstDash val="solid"/>
          </a:ln>
        </p:spPr>
        <p:txBody>
          <a:bodyPr/>
          <a:lstStyle/>
          <a:p>
            <a:endParaRPr lang="uk-UA"/>
          </a:p>
        </p:txBody>
      </p:sp>
      <p:sp>
        <p:nvSpPr>
          <p:cNvPr id="1235" name="line1235"/>
          <p:cNvSpPr/>
          <p:nvPr/>
        </p:nvSpPr>
        <p:spPr>
          <a:xfrm flipV="1">
            <a:off x="6735128" y="4578340"/>
            <a:ext cx="81763" cy="44379"/>
          </a:xfrm>
          <a:prstGeom prst="line">
            <a:avLst/>
          </a:prstGeom>
          <a:noFill/>
          <a:ln w="19685">
            <a:solidFill>
              <a:srgbClr val="FFB347"/>
            </a:solidFill>
            <a:prstDash val="solid"/>
          </a:ln>
        </p:spPr>
        <p:txBody>
          <a:bodyPr/>
          <a:lstStyle/>
          <a:p>
            <a:endParaRPr lang="uk-UA"/>
          </a:p>
        </p:txBody>
      </p:sp>
      <p:sp>
        <p:nvSpPr>
          <p:cNvPr id="1236" name="line1236"/>
          <p:cNvSpPr/>
          <p:nvPr/>
        </p:nvSpPr>
        <p:spPr>
          <a:xfrm flipV="1">
            <a:off x="6816890" y="4559320"/>
            <a:ext cx="81763" cy="19020"/>
          </a:xfrm>
          <a:prstGeom prst="line">
            <a:avLst/>
          </a:prstGeom>
          <a:noFill/>
          <a:ln w="19685">
            <a:solidFill>
              <a:srgbClr val="FFB347"/>
            </a:solidFill>
            <a:prstDash val="solid"/>
          </a:ln>
        </p:spPr>
        <p:txBody>
          <a:bodyPr/>
          <a:lstStyle/>
          <a:p>
            <a:endParaRPr lang="uk-UA"/>
          </a:p>
        </p:txBody>
      </p:sp>
      <p:sp>
        <p:nvSpPr>
          <p:cNvPr id="1237" name="line1237"/>
          <p:cNvSpPr/>
          <p:nvPr/>
        </p:nvSpPr>
        <p:spPr>
          <a:xfrm>
            <a:off x="6898653" y="4559320"/>
            <a:ext cx="81763" cy="0"/>
          </a:xfrm>
          <a:prstGeom prst="line">
            <a:avLst/>
          </a:prstGeom>
          <a:noFill/>
          <a:ln w="19685">
            <a:solidFill>
              <a:srgbClr val="FFB347"/>
            </a:solidFill>
            <a:prstDash val="solid"/>
          </a:ln>
        </p:spPr>
        <p:txBody>
          <a:bodyPr/>
          <a:lstStyle/>
          <a:p>
            <a:endParaRPr lang="uk-UA"/>
          </a:p>
        </p:txBody>
      </p:sp>
      <p:sp>
        <p:nvSpPr>
          <p:cNvPr id="1238" name="line1238"/>
          <p:cNvSpPr/>
          <p:nvPr/>
        </p:nvSpPr>
        <p:spPr>
          <a:xfrm>
            <a:off x="6980415" y="4559320"/>
            <a:ext cx="81763" cy="19020"/>
          </a:xfrm>
          <a:prstGeom prst="line">
            <a:avLst/>
          </a:prstGeom>
          <a:noFill/>
          <a:ln w="19685">
            <a:solidFill>
              <a:srgbClr val="FFB347"/>
            </a:solidFill>
            <a:prstDash val="solid"/>
          </a:ln>
        </p:spPr>
        <p:txBody>
          <a:bodyPr/>
          <a:lstStyle/>
          <a:p>
            <a:endParaRPr lang="uk-UA"/>
          </a:p>
        </p:txBody>
      </p:sp>
      <p:sp>
        <p:nvSpPr>
          <p:cNvPr id="1239" name="line1239"/>
          <p:cNvSpPr/>
          <p:nvPr/>
        </p:nvSpPr>
        <p:spPr>
          <a:xfrm>
            <a:off x="7062178" y="4578340"/>
            <a:ext cx="81763" cy="57059"/>
          </a:xfrm>
          <a:prstGeom prst="line">
            <a:avLst/>
          </a:prstGeom>
          <a:noFill/>
          <a:ln w="19685">
            <a:solidFill>
              <a:srgbClr val="FFB347"/>
            </a:solidFill>
            <a:prstDash val="solid"/>
          </a:ln>
        </p:spPr>
        <p:txBody>
          <a:bodyPr/>
          <a:lstStyle/>
          <a:p>
            <a:endParaRPr lang="uk-UA"/>
          </a:p>
        </p:txBody>
      </p:sp>
      <p:sp>
        <p:nvSpPr>
          <p:cNvPr id="1240" name="line1240"/>
          <p:cNvSpPr/>
          <p:nvPr/>
        </p:nvSpPr>
        <p:spPr>
          <a:xfrm>
            <a:off x="7143941" y="4635398"/>
            <a:ext cx="81763" cy="114117"/>
          </a:xfrm>
          <a:prstGeom prst="line">
            <a:avLst/>
          </a:prstGeom>
          <a:noFill/>
          <a:ln w="19685">
            <a:solidFill>
              <a:srgbClr val="FFB347"/>
            </a:solidFill>
            <a:prstDash val="solid"/>
          </a:ln>
        </p:spPr>
        <p:txBody>
          <a:bodyPr/>
          <a:lstStyle/>
          <a:p>
            <a:endParaRPr lang="uk-UA"/>
          </a:p>
        </p:txBody>
      </p:sp>
      <p:sp>
        <p:nvSpPr>
          <p:cNvPr id="1241" name="line1241"/>
          <p:cNvSpPr/>
          <p:nvPr/>
        </p:nvSpPr>
        <p:spPr>
          <a:xfrm>
            <a:off x="7225703" y="4749516"/>
            <a:ext cx="81763" cy="145816"/>
          </a:xfrm>
          <a:prstGeom prst="line">
            <a:avLst/>
          </a:prstGeom>
          <a:noFill/>
          <a:ln w="19685">
            <a:solidFill>
              <a:srgbClr val="FFB347"/>
            </a:solidFill>
            <a:prstDash val="solid"/>
          </a:ln>
        </p:spPr>
        <p:txBody>
          <a:bodyPr/>
          <a:lstStyle/>
          <a:p>
            <a:endParaRPr lang="uk-UA"/>
          </a:p>
        </p:txBody>
      </p:sp>
      <p:sp>
        <p:nvSpPr>
          <p:cNvPr id="1242" name="line1242"/>
          <p:cNvSpPr/>
          <p:nvPr/>
        </p:nvSpPr>
        <p:spPr>
          <a:xfrm>
            <a:off x="7307466" y="4895332"/>
            <a:ext cx="81763" cy="120457"/>
          </a:xfrm>
          <a:prstGeom prst="line">
            <a:avLst/>
          </a:prstGeom>
          <a:noFill/>
          <a:ln w="19685">
            <a:solidFill>
              <a:srgbClr val="FFB347"/>
            </a:solidFill>
            <a:prstDash val="solid"/>
          </a:ln>
        </p:spPr>
        <p:txBody>
          <a:bodyPr/>
          <a:lstStyle/>
          <a:p>
            <a:endParaRPr lang="uk-UA"/>
          </a:p>
        </p:txBody>
      </p:sp>
      <p:sp>
        <p:nvSpPr>
          <p:cNvPr id="1243" name="line1243"/>
          <p:cNvSpPr/>
          <p:nvPr/>
        </p:nvSpPr>
        <p:spPr>
          <a:xfrm>
            <a:off x="7389228" y="5015789"/>
            <a:ext cx="81763" cy="69738"/>
          </a:xfrm>
          <a:prstGeom prst="line">
            <a:avLst/>
          </a:prstGeom>
          <a:noFill/>
          <a:ln w="19685">
            <a:solidFill>
              <a:srgbClr val="FFB347"/>
            </a:solidFill>
            <a:prstDash val="solid"/>
          </a:ln>
        </p:spPr>
        <p:txBody>
          <a:bodyPr/>
          <a:lstStyle/>
          <a:p>
            <a:endParaRPr lang="uk-UA"/>
          </a:p>
        </p:txBody>
      </p:sp>
      <p:sp>
        <p:nvSpPr>
          <p:cNvPr id="1244" name="line1244"/>
          <p:cNvSpPr/>
          <p:nvPr/>
        </p:nvSpPr>
        <p:spPr>
          <a:xfrm>
            <a:off x="7470991" y="5085527"/>
            <a:ext cx="81763" cy="44379"/>
          </a:xfrm>
          <a:prstGeom prst="line">
            <a:avLst/>
          </a:prstGeom>
          <a:noFill/>
          <a:ln w="19685">
            <a:solidFill>
              <a:srgbClr val="FFB347"/>
            </a:solidFill>
            <a:prstDash val="solid"/>
          </a:ln>
        </p:spPr>
        <p:txBody>
          <a:bodyPr/>
          <a:lstStyle/>
          <a:p>
            <a:endParaRPr lang="uk-UA"/>
          </a:p>
        </p:txBody>
      </p:sp>
      <p:sp>
        <p:nvSpPr>
          <p:cNvPr id="1245" name="line1245"/>
          <p:cNvSpPr/>
          <p:nvPr/>
        </p:nvSpPr>
        <p:spPr>
          <a:xfrm>
            <a:off x="7552754" y="5129906"/>
            <a:ext cx="81763" cy="38039"/>
          </a:xfrm>
          <a:prstGeom prst="line">
            <a:avLst/>
          </a:prstGeom>
          <a:noFill/>
          <a:ln w="19685">
            <a:solidFill>
              <a:srgbClr val="FFB347"/>
            </a:solidFill>
            <a:prstDash val="solid"/>
          </a:ln>
        </p:spPr>
        <p:txBody>
          <a:bodyPr/>
          <a:lstStyle/>
          <a:p>
            <a:endParaRPr lang="uk-UA"/>
          </a:p>
        </p:txBody>
      </p:sp>
      <p:sp>
        <p:nvSpPr>
          <p:cNvPr id="1246" name="line1246"/>
          <p:cNvSpPr/>
          <p:nvPr/>
        </p:nvSpPr>
        <p:spPr>
          <a:xfrm>
            <a:off x="7634516" y="5167945"/>
            <a:ext cx="81763" cy="38039"/>
          </a:xfrm>
          <a:prstGeom prst="line">
            <a:avLst/>
          </a:prstGeom>
          <a:noFill/>
          <a:ln w="19685">
            <a:solidFill>
              <a:srgbClr val="FFB347"/>
            </a:solidFill>
            <a:prstDash val="solid"/>
          </a:ln>
        </p:spPr>
        <p:txBody>
          <a:bodyPr/>
          <a:lstStyle/>
          <a:p>
            <a:endParaRPr lang="uk-UA"/>
          </a:p>
        </p:txBody>
      </p:sp>
      <p:sp>
        <p:nvSpPr>
          <p:cNvPr id="1247" name="line1247"/>
          <p:cNvSpPr/>
          <p:nvPr/>
        </p:nvSpPr>
        <p:spPr>
          <a:xfrm>
            <a:off x="7716279" y="5205984"/>
            <a:ext cx="81763" cy="38039"/>
          </a:xfrm>
          <a:prstGeom prst="line">
            <a:avLst/>
          </a:prstGeom>
          <a:noFill/>
          <a:ln w="19685">
            <a:solidFill>
              <a:srgbClr val="FFB347"/>
            </a:solidFill>
            <a:prstDash val="solid"/>
          </a:ln>
        </p:spPr>
        <p:txBody>
          <a:bodyPr/>
          <a:lstStyle/>
          <a:p>
            <a:endParaRPr lang="uk-UA"/>
          </a:p>
        </p:txBody>
      </p:sp>
      <p:sp>
        <p:nvSpPr>
          <p:cNvPr id="1248" name="line1248"/>
          <p:cNvSpPr/>
          <p:nvPr/>
        </p:nvSpPr>
        <p:spPr>
          <a:xfrm>
            <a:off x="7798041" y="5244023"/>
            <a:ext cx="81763" cy="31699"/>
          </a:xfrm>
          <a:prstGeom prst="line">
            <a:avLst/>
          </a:prstGeom>
          <a:noFill/>
          <a:ln w="19685">
            <a:solidFill>
              <a:srgbClr val="FFB347"/>
            </a:solidFill>
            <a:prstDash val="solid"/>
          </a:ln>
        </p:spPr>
        <p:txBody>
          <a:bodyPr/>
          <a:lstStyle/>
          <a:p>
            <a:endParaRPr lang="uk-UA"/>
          </a:p>
        </p:txBody>
      </p:sp>
      <p:sp>
        <p:nvSpPr>
          <p:cNvPr id="1249" name="line1249"/>
          <p:cNvSpPr/>
          <p:nvPr/>
        </p:nvSpPr>
        <p:spPr>
          <a:xfrm>
            <a:off x="7879804" y="5275722"/>
            <a:ext cx="81763" cy="57059"/>
          </a:xfrm>
          <a:prstGeom prst="line">
            <a:avLst/>
          </a:prstGeom>
          <a:noFill/>
          <a:ln w="19685">
            <a:solidFill>
              <a:srgbClr val="FFB347"/>
            </a:solidFill>
            <a:prstDash val="solid"/>
          </a:ln>
        </p:spPr>
        <p:txBody>
          <a:bodyPr/>
          <a:lstStyle/>
          <a:p>
            <a:endParaRPr lang="uk-UA"/>
          </a:p>
        </p:txBody>
      </p:sp>
      <p:sp>
        <p:nvSpPr>
          <p:cNvPr id="1250" name="line1250"/>
          <p:cNvSpPr/>
          <p:nvPr/>
        </p:nvSpPr>
        <p:spPr>
          <a:xfrm>
            <a:off x="7961567" y="5332781"/>
            <a:ext cx="81763" cy="63398"/>
          </a:xfrm>
          <a:prstGeom prst="line">
            <a:avLst/>
          </a:prstGeom>
          <a:noFill/>
          <a:ln w="19685">
            <a:solidFill>
              <a:srgbClr val="FFB347"/>
            </a:solidFill>
            <a:prstDash val="solid"/>
          </a:ln>
        </p:spPr>
        <p:txBody>
          <a:bodyPr/>
          <a:lstStyle/>
          <a:p>
            <a:endParaRPr lang="uk-UA"/>
          </a:p>
        </p:txBody>
      </p:sp>
      <p:sp>
        <p:nvSpPr>
          <p:cNvPr id="1251" name="line1251"/>
          <p:cNvSpPr/>
          <p:nvPr/>
        </p:nvSpPr>
        <p:spPr>
          <a:xfrm flipV="1">
            <a:off x="8043329" y="5377160"/>
            <a:ext cx="81763" cy="19020"/>
          </a:xfrm>
          <a:prstGeom prst="line">
            <a:avLst/>
          </a:prstGeom>
          <a:noFill/>
          <a:ln w="19685">
            <a:solidFill>
              <a:srgbClr val="FFB347"/>
            </a:solidFill>
            <a:prstDash val="solid"/>
          </a:ln>
        </p:spPr>
        <p:txBody>
          <a:bodyPr/>
          <a:lstStyle/>
          <a:p>
            <a:endParaRPr lang="uk-UA"/>
          </a:p>
        </p:txBody>
      </p:sp>
      <p:sp>
        <p:nvSpPr>
          <p:cNvPr id="1252" name="line1252"/>
          <p:cNvSpPr/>
          <p:nvPr/>
        </p:nvSpPr>
        <p:spPr>
          <a:xfrm flipV="1">
            <a:off x="8125092" y="5225004"/>
            <a:ext cx="81763" cy="152156"/>
          </a:xfrm>
          <a:prstGeom prst="line">
            <a:avLst/>
          </a:prstGeom>
          <a:noFill/>
          <a:ln w="19685">
            <a:solidFill>
              <a:srgbClr val="FFB347"/>
            </a:solidFill>
            <a:prstDash val="solid"/>
          </a:ln>
        </p:spPr>
        <p:txBody>
          <a:bodyPr/>
          <a:lstStyle/>
          <a:p>
            <a:endParaRPr lang="uk-UA"/>
          </a:p>
        </p:txBody>
      </p:sp>
      <p:sp>
        <p:nvSpPr>
          <p:cNvPr id="1253" name="line1253"/>
          <p:cNvSpPr/>
          <p:nvPr/>
        </p:nvSpPr>
        <p:spPr>
          <a:xfrm flipV="1">
            <a:off x="8206854" y="5003109"/>
            <a:ext cx="81763" cy="221894"/>
          </a:xfrm>
          <a:prstGeom prst="line">
            <a:avLst/>
          </a:prstGeom>
          <a:noFill/>
          <a:ln w="19685">
            <a:solidFill>
              <a:srgbClr val="FFB347"/>
            </a:solidFill>
            <a:prstDash val="solid"/>
          </a:ln>
        </p:spPr>
        <p:txBody>
          <a:bodyPr/>
          <a:lstStyle/>
          <a:p>
            <a:endParaRPr lang="uk-UA"/>
          </a:p>
        </p:txBody>
      </p:sp>
      <p:sp>
        <p:nvSpPr>
          <p:cNvPr id="1254" name="line1254"/>
          <p:cNvSpPr/>
          <p:nvPr/>
        </p:nvSpPr>
        <p:spPr>
          <a:xfrm flipV="1">
            <a:off x="8288617" y="4800234"/>
            <a:ext cx="81763" cy="202875"/>
          </a:xfrm>
          <a:prstGeom prst="line">
            <a:avLst/>
          </a:prstGeom>
          <a:noFill/>
          <a:ln w="19685">
            <a:solidFill>
              <a:srgbClr val="FFB347"/>
            </a:solidFill>
            <a:prstDash val="solid"/>
          </a:ln>
        </p:spPr>
        <p:txBody>
          <a:bodyPr/>
          <a:lstStyle/>
          <a:p>
            <a:endParaRPr lang="uk-UA"/>
          </a:p>
        </p:txBody>
      </p:sp>
      <p:sp>
        <p:nvSpPr>
          <p:cNvPr id="1255" name="line1255"/>
          <p:cNvSpPr/>
          <p:nvPr/>
        </p:nvSpPr>
        <p:spPr>
          <a:xfrm flipV="1">
            <a:off x="8370380" y="4641738"/>
            <a:ext cx="81763" cy="158496"/>
          </a:xfrm>
          <a:prstGeom prst="line">
            <a:avLst/>
          </a:prstGeom>
          <a:noFill/>
          <a:ln w="19685">
            <a:solidFill>
              <a:srgbClr val="FFB347"/>
            </a:solidFill>
            <a:prstDash val="solid"/>
          </a:ln>
        </p:spPr>
        <p:txBody>
          <a:bodyPr/>
          <a:lstStyle/>
          <a:p>
            <a:endParaRPr lang="uk-UA"/>
          </a:p>
        </p:txBody>
      </p:sp>
      <p:sp>
        <p:nvSpPr>
          <p:cNvPr id="1256" name="line1256"/>
          <p:cNvSpPr/>
          <p:nvPr/>
        </p:nvSpPr>
        <p:spPr>
          <a:xfrm flipV="1">
            <a:off x="8452142" y="4502262"/>
            <a:ext cx="81763" cy="139476"/>
          </a:xfrm>
          <a:prstGeom prst="line">
            <a:avLst/>
          </a:prstGeom>
          <a:noFill/>
          <a:ln w="19685">
            <a:solidFill>
              <a:srgbClr val="FFB347"/>
            </a:solidFill>
            <a:prstDash val="solid"/>
          </a:ln>
        </p:spPr>
        <p:txBody>
          <a:bodyPr/>
          <a:lstStyle/>
          <a:p>
            <a:endParaRPr lang="uk-UA"/>
          </a:p>
        </p:txBody>
      </p:sp>
      <p:sp>
        <p:nvSpPr>
          <p:cNvPr id="1257" name="line1257"/>
          <p:cNvSpPr/>
          <p:nvPr/>
        </p:nvSpPr>
        <p:spPr>
          <a:xfrm flipV="1">
            <a:off x="8533905" y="4394484"/>
            <a:ext cx="81763" cy="107777"/>
          </a:xfrm>
          <a:prstGeom prst="line">
            <a:avLst/>
          </a:prstGeom>
          <a:noFill/>
          <a:ln w="19685">
            <a:solidFill>
              <a:srgbClr val="FFB347"/>
            </a:solidFill>
            <a:prstDash val="solid"/>
          </a:ln>
        </p:spPr>
        <p:txBody>
          <a:bodyPr/>
          <a:lstStyle/>
          <a:p>
            <a:endParaRPr lang="uk-UA"/>
          </a:p>
        </p:txBody>
      </p:sp>
      <p:sp>
        <p:nvSpPr>
          <p:cNvPr id="1258" name="line1258"/>
          <p:cNvSpPr/>
          <p:nvPr/>
        </p:nvSpPr>
        <p:spPr>
          <a:xfrm flipV="1">
            <a:off x="8615667" y="4324746"/>
            <a:ext cx="81763" cy="69738"/>
          </a:xfrm>
          <a:prstGeom prst="line">
            <a:avLst/>
          </a:prstGeom>
          <a:noFill/>
          <a:ln w="19685">
            <a:solidFill>
              <a:srgbClr val="FFB347"/>
            </a:solidFill>
            <a:prstDash val="solid"/>
          </a:ln>
        </p:spPr>
        <p:txBody>
          <a:bodyPr/>
          <a:lstStyle/>
          <a:p>
            <a:endParaRPr lang="uk-UA"/>
          </a:p>
        </p:txBody>
      </p:sp>
      <p:sp>
        <p:nvSpPr>
          <p:cNvPr id="1259" name="line1259"/>
          <p:cNvSpPr/>
          <p:nvPr/>
        </p:nvSpPr>
        <p:spPr>
          <a:xfrm flipV="1">
            <a:off x="8697430" y="4293047"/>
            <a:ext cx="81763" cy="31699"/>
          </a:xfrm>
          <a:prstGeom prst="line">
            <a:avLst/>
          </a:prstGeom>
          <a:noFill/>
          <a:ln w="19685">
            <a:solidFill>
              <a:srgbClr val="FFB347"/>
            </a:solidFill>
            <a:prstDash val="solid"/>
          </a:ln>
        </p:spPr>
        <p:txBody>
          <a:bodyPr/>
          <a:lstStyle/>
          <a:p>
            <a:endParaRPr lang="uk-UA"/>
          </a:p>
        </p:txBody>
      </p:sp>
      <p:sp>
        <p:nvSpPr>
          <p:cNvPr id="1260" name="line1260"/>
          <p:cNvSpPr/>
          <p:nvPr/>
        </p:nvSpPr>
        <p:spPr>
          <a:xfrm flipV="1">
            <a:off x="8779193" y="4280367"/>
            <a:ext cx="81763" cy="12680"/>
          </a:xfrm>
          <a:prstGeom prst="line">
            <a:avLst/>
          </a:prstGeom>
          <a:noFill/>
          <a:ln w="19685">
            <a:solidFill>
              <a:srgbClr val="FFB347"/>
            </a:solidFill>
            <a:prstDash val="solid"/>
          </a:ln>
        </p:spPr>
        <p:txBody>
          <a:bodyPr/>
          <a:lstStyle/>
          <a:p>
            <a:endParaRPr lang="uk-UA"/>
          </a:p>
        </p:txBody>
      </p:sp>
      <p:sp>
        <p:nvSpPr>
          <p:cNvPr id="1261" name="line1261"/>
          <p:cNvSpPr/>
          <p:nvPr/>
        </p:nvSpPr>
        <p:spPr>
          <a:xfrm>
            <a:off x="8860955" y="4280367"/>
            <a:ext cx="81763" cy="6340"/>
          </a:xfrm>
          <a:prstGeom prst="line">
            <a:avLst/>
          </a:prstGeom>
          <a:noFill/>
          <a:ln w="19685">
            <a:solidFill>
              <a:srgbClr val="FFB347"/>
            </a:solidFill>
            <a:prstDash val="solid"/>
          </a:ln>
        </p:spPr>
        <p:txBody>
          <a:bodyPr/>
          <a:lstStyle/>
          <a:p>
            <a:endParaRPr lang="uk-UA"/>
          </a:p>
        </p:txBody>
      </p:sp>
      <p:sp>
        <p:nvSpPr>
          <p:cNvPr id="1262" name="line1262"/>
          <p:cNvSpPr/>
          <p:nvPr/>
        </p:nvSpPr>
        <p:spPr>
          <a:xfrm>
            <a:off x="8942718" y="4286707"/>
            <a:ext cx="81763" cy="31699"/>
          </a:xfrm>
          <a:prstGeom prst="line">
            <a:avLst/>
          </a:prstGeom>
          <a:noFill/>
          <a:ln w="19685">
            <a:solidFill>
              <a:srgbClr val="FFB347"/>
            </a:solidFill>
            <a:prstDash val="solid"/>
          </a:ln>
        </p:spPr>
        <p:txBody>
          <a:bodyPr/>
          <a:lstStyle/>
          <a:p>
            <a:endParaRPr lang="uk-UA"/>
          </a:p>
        </p:txBody>
      </p:sp>
      <p:sp>
        <p:nvSpPr>
          <p:cNvPr id="1263" name="line1263"/>
          <p:cNvSpPr/>
          <p:nvPr/>
        </p:nvSpPr>
        <p:spPr>
          <a:xfrm>
            <a:off x="9024480" y="4318406"/>
            <a:ext cx="81763" cy="69738"/>
          </a:xfrm>
          <a:prstGeom prst="line">
            <a:avLst/>
          </a:prstGeom>
          <a:noFill/>
          <a:ln w="19685">
            <a:solidFill>
              <a:srgbClr val="FFB347"/>
            </a:solidFill>
            <a:prstDash val="solid"/>
          </a:ln>
        </p:spPr>
        <p:txBody>
          <a:bodyPr/>
          <a:lstStyle/>
          <a:p>
            <a:endParaRPr lang="uk-UA"/>
          </a:p>
        </p:txBody>
      </p:sp>
      <p:sp>
        <p:nvSpPr>
          <p:cNvPr id="1264" name="line1264"/>
          <p:cNvSpPr/>
          <p:nvPr/>
        </p:nvSpPr>
        <p:spPr>
          <a:xfrm>
            <a:off x="9106243" y="4388145"/>
            <a:ext cx="81763" cy="145816"/>
          </a:xfrm>
          <a:prstGeom prst="line">
            <a:avLst/>
          </a:prstGeom>
          <a:noFill/>
          <a:ln w="19685">
            <a:solidFill>
              <a:srgbClr val="FFB347"/>
            </a:solidFill>
            <a:prstDash val="solid"/>
          </a:ln>
        </p:spPr>
        <p:txBody>
          <a:bodyPr/>
          <a:lstStyle/>
          <a:p>
            <a:endParaRPr lang="uk-UA"/>
          </a:p>
        </p:txBody>
      </p:sp>
      <p:sp>
        <p:nvSpPr>
          <p:cNvPr id="1265" name="line1265"/>
          <p:cNvSpPr/>
          <p:nvPr/>
        </p:nvSpPr>
        <p:spPr>
          <a:xfrm>
            <a:off x="9188005" y="4533961"/>
            <a:ext cx="81763" cy="183855"/>
          </a:xfrm>
          <a:prstGeom prst="line">
            <a:avLst/>
          </a:prstGeom>
          <a:noFill/>
          <a:ln w="19685">
            <a:solidFill>
              <a:srgbClr val="FFB347"/>
            </a:solidFill>
            <a:prstDash val="solid"/>
          </a:ln>
        </p:spPr>
        <p:txBody>
          <a:bodyPr/>
          <a:lstStyle/>
          <a:p>
            <a:endParaRPr lang="uk-UA"/>
          </a:p>
        </p:txBody>
      </p:sp>
      <p:sp>
        <p:nvSpPr>
          <p:cNvPr id="1266" name="line1266"/>
          <p:cNvSpPr/>
          <p:nvPr/>
        </p:nvSpPr>
        <p:spPr>
          <a:xfrm>
            <a:off x="9269768" y="4717816"/>
            <a:ext cx="81763" cy="152156"/>
          </a:xfrm>
          <a:prstGeom prst="line">
            <a:avLst/>
          </a:prstGeom>
          <a:noFill/>
          <a:ln w="19685">
            <a:solidFill>
              <a:srgbClr val="FFB347"/>
            </a:solidFill>
            <a:prstDash val="solid"/>
          </a:ln>
        </p:spPr>
        <p:txBody>
          <a:bodyPr/>
          <a:lstStyle/>
          <a:p>
            <a:endParaRPr lang="uk-UA"/>
          </a:p>
        </p:txBody>
      </p:sp>
      <p:sp>
        <p:nvSpPr>
          <p:cNvPr id="1267" name="line1267"/>
          <p:cNvSpPr/>
          <p:nvPr/>
        </p:nvSpPr>
        <p:spPr>
          <a:xfrm>
            <a:off x="9351531" y="4869972"/>
            <a:ext cx="81763" cy="76078"/>
          </a:xfrm>
          <a:prstGeom prst="line">
            <a:avLst/>
          </a:prstGeom>
          <a:noFill/>
          <a:ln w="19685">
            <a:solidFill>
              <a:srgbClr val="FFB347"/>
            </a:solidFill>
            <a:prstDash val="solid"/>
          </a:ln>
        </p:spPr>
        <p:txBody>
          <a:bodyPr/>
          <a:lstStyle/>
          <a:p>
            <a:endParaRPr lang="uk-UA"/>
          </a:p>
        </p:txBody>
      </p:sp>
      <p:sp>
        <p:nvSpPr>
          <p:cNvPr id="1268" name="line1268"/>
          <p:cNvSpPr/>
          <p:nvPr/>
        </p:nvSpPr>
        <p:spPr>
          <a:xfrm>
            <a:off x="9433293" y="4946051"/>
            <a:ext cx="81763" cy="44379"/>
          </a:xfrm>
          <a:prstGeom prst="line">
            <a:avLst/>
          </a:prstGeom>
          <a:noFill/>
          <a:ln w="19685">
            <a:solidFill>
              <a:srgbClr val="FFB347"/>
            </a:solidFill>
            <a:prstDash val="solid"/>
          </a:ln>
        </p:spPr>
        <p:txBody>
          <a:bodyPr/>
          <a:lstStyle/>
          <a:p>
            <a:endParaRPr lang="uk-UA"/>
          </a:p>
        </p:txBody>
      </p:sp>
      <p:sp>
        <p:nvSpPr>
          <p:cNvPr id="1269" name="line1269"/>
          <p:cNvSpPr/>
          <p:nvPr/>
        </p:nvSpPr>
        <p:spPr>
          <a:xfrm>
            <a:off x="9515056" y="4990429"/>
            <a:ext cx="81763" cy="31699"/>
          </a:xfrm>
          <a:prstGeom prst="line">
            <a:avLst/>
          </a:prstGeom>
          <a:noFill/>
          <a:ln w="19685">
            <a:solidFill>
              <a:srgbClr val="FFB347"/>
            </a:solidFill>
            <a:prstDash val="solid"/>
          </a:ln>
        </p:spPr>
        <p:txBody>
          <a:bodyPr/>
          <a:lstStyle/>
          <a:p>
            <a:endParaRPr lang="uk-UA"/>
          </a:p>
        </p:txBody>
      </p:sp>
      <p:sp>
        <p:nvSpPr>
          <p:cNvPr id="1270" name="line1270"/>
          <p:cNvSpPr/>
          <p:nvPr/>
        </p:nvSpPr>
        <p:spPr>
          <a:xfrm>
            <a:off x="9596819" y="5022129"/>
            <a:ext cx="81763" cy="44379"/>
          </a:xfrm>
          <a:prstGeom prst="line">
            <a:avLst/>
          </a:prstGeom>
          <a:noFill/>
          <a:ln w="19685">
            <a:solidFill>
              <a:srgbClr val="FFB347"/>
            </a:solidFill>
            <a:prstDash val="solid"/>
          </a:ln>
        </p:spPr>
        <p:txBody>
          <a:bodyPr/>
          <a:lstStyle/>
          <a:p>
            <a:endParaRPr lang="uk-UA"/>
          </a:p>
        </p:txBody>
      </p:sp>
      <p:sp>
        <p:nvSpPr>
          <p:cNvPr id="1271" name="line1271"/>
          <p:cNvSpPr/>
          <p:nvPr/>
        </p:nvSpPr>
        <p:spPr>
          <a:xfrm>
            <a:off x="9678581" y="5066508"/>
            <a:ext cx="81763" cy="44379"/>
          </a:xfrm>
          <a:prstGeom prst="line">
            <a:avLst/>
          </a:prstGeom>
          <a:noFill/>
          <a:ln w="19685">
            <a:solidFill>
              <a:srgbClr val="FFB347"/>
            </a:solidFill>
            <a:prstDash val="solid"/>
          </a:ln>
        </p:spPr>
        <p:txBody>
          <a:bodyPr/>
          <a:lstStyle/>
          <a:p>
            <a:endParaRPr lang="uk-UA"/>
          </a:p>
        </p:txBody>
      </p:sp>
      <p:sp>
        <p:nvSpPr>
          <p:cNvPr id="1272" name="line1272"/>
          <p:cNvSpPr/>
          <p:nvPr/>
        </p:nvSpPr>
        <p:spPr>
          <a:xfrm>
            <a:off x="9760344" y="5110886"/>
            <a:ext cx="81763" cy="31699"/>
          </a:xfrm>
          <a:prstGeom prst="line">
            <a:avLst/>
          </a:prstGeom>
          <a:noFill/>
          <a:ln w="19685">
            <a:solidFill>
              <a:srgbClr val="FFB347"/>
            </a:solidFill>
            <a:prstDash val="solid"/>
          </a:ln>
        </p:spPr>
        <p:txBody>
          <a:bodyPr/>
          <a:lstStyle/>
          <a:p>
            <a:endParaRPr lang="uk-UA"/>
          </a:p>
        </p:txBody>
      </p:sp>
      <p:sp>
        <p:nvSpPr>
          <p:cNvPr id="1273" name="line1273"/>
          <p:cNvSpPr/>
          <p:nvPr/>
        </p:nvSpPr>
        <p:spPr>
          <a:xfrm>
            <a:off x="9842106" y="5142586"/>
            <a:ext cx="81763" cy="44379"/>
          </a:xfrm>
          <a:prstGeom prst="line">
            <a:avLst/>
          </a:prstGeom>
          <a:noFill/>
          <a:ln w="19685">
            <a:solidFill>
              <a:srgbClr val="FFB347"/>
            </a:solidFill>
            <a:prstDash val="solid"/>
          </a:ln>
        </p:spPr>
        <p:txBody>
          <a:bodyPr/>
          <a:lstStyle/>
          <a:p>
            <a:endParaRPr lang="uk-UA"/>
          </a:p>
        </p:txBody>
      </p:sp>
      <p:sp>
        <p:nvSpPr>
          <p:cNvPr id="1274" name="line1274"/>
          <p:cNvSpPr/>
          <p:nvPr/>
        </p:nvSpPr>
        <p:spPr>
          <a:xfrm>
            <a:off x="9923869" y="5186964"/>
            <a:ext cx="81763" cy="38039"/>
          </a:xfrm>
          <a:prstGeom prst="line">
            <a:avLst/>
          </a:prstGeom>
          <a:noFill/>
          <a:ln w="19685">
            <a:solidFill>
              <a:srgbClr val="FFB347"/>
            </a:solidFill>
            <a:prstDash val="solid"/>
          </a:ln>
        </p:spPr>
        <p:txBody>
          <a:bodyPr/>
          <a:lstStyle/>
          <a:p>
            <a:endParaRPr lang="uk-UA"/>
          </a:p>
        </p:txBody>
      </p:sp>
      <p:sp>
        <p:nvSpPr>
          <p:cNvPr id="1275" name="line1275"/>
          <p:cNvSpPr/>
          <p:nvPr/>
        </p:nvSpPr>
        <p:spPr>
          <a:xfrm flipV="1">
            <a:off x="10005632" y="5199644"/>
            <a:ext cx="81763" cy="25359"/>
          </a:xfrm>
          <a:prstGeom prst="line">
            <a:avLst/>
          </a:prstGeom>
          <a:noFill/>
          <a:ln w="19685">
            <a:solidFill>
              <a:srgbClr val="FFB347"/>
            </a:solidFill>
            <a:prstDash val="solid"/>
          </a:ln>
        </p:spPr>
        <p:txBody>
          <a:bodyPr/>
          <a:lstStyle/>
          <a:p>
            <a:endParaRPr lang="uk-UA"/>
          </a:p>
        </p:txBody>
      </p:sp>
      <p:sp>
        <p:nvSpPr>
          <p:cNvPr id="1276" name="line1276"/>
          <p:cNvSpPr/>
          <p:nvPr/>
        </p:nvSpPr>
        <p:spPr>
          <a:xfrm flipV="1">
            <a:off x="10087394" y="5079187"/>
            <a:ext cx="81763" cy="120457"/>
          </a:xfrm>
          <a:prstGeom prst="line">
            <a:avLst/>
          </a:prstGeom>
          <a:noFill/>
          <a:ln w="19685">
            <a:solidFill>
              <a:srgbClr val="FFB347"/>
            </a:solidFill>
            <a:prstDash val="solid"/>
          </a:ln>
        </p:spPr>
        <p:txBody>
          <a:bodyPr/>
          <a:lstStyle/>
          <a:p>
            <a:endParaRPr lang="uk-UA"/>
          </a:p>
        </p:txBody>
      </p:sp>
      <p:sp>
        <p:nvSpPr>
          <p:cNvPr id="1277" name="line1277"/>
          <p:cNvSpPr/>
          <p:nvPr/>
        </p:nvSpPr>
        <p:spPr>
          <a:xfrm flipV="1">
            <a:off x="10169157" y="4882652"/>
            <a:ext cx="81763" cy="196535"/>
          </a:xfrm>
          <a:prstGeom prst="line">
            <a:avLst/>
          </a:prstGeom>
          <a:noFill/>
          <a:ln w="19685">
            <a:solidFill>
              <a:srgbClr val="FFB347"/>
            </a:solidFill>
            <a:prstDash val="solid"/>
          </a:ln>
        </p:spPr>
        <p:txBody>
          <a:bodyPr/>
          <a:lstStyle/>
          <a:p>
            <a:endParaRPr lang="uk-UA"/>
          </a:p>
        </p:txBody>
      </p:sp>
      <p:sp>
        <p:nvSpPr>
          <p:cNvPr id="1278" name="line1278"/>
          <p:cNvSpPr/>
          <p:nvPr/>
        </p:nvSpPr>
        <p:spPr>
          <a:xfrm flipV="1">
            <a:off x="10250919" y="4730496"/>
            <a:ext cx="81763" cy="152156"/>
          </a:xfrm>
          <a:prstGeom prst="line">
            <a:avLst/>
          </a:prstGeom>
          <a:noFill/>
          <a:ln w="19685">
            <a:solidFill>
              <a:srgbClr val="FFB347"/>
            </a:solidFill>
            <a:prstDash val="solid"/>
          </a:ln>
        </p:spPr>
        <p:txBody>
          <a:bodyPr/>
          <a:lstStyle/>
          <a:p>
            <a:endParaRPr lang="uk-UA"/>
          </a:p>
        </p:txBody>
      </p:sp>
      <p:sp>
        <p:nvSpPr>
          <p:cNvPr id="1279" name="line1279"/>
          <p:cNvSpPr/>
          <p:nvPr/>
        </p:nvSpPr>
        <p:spPr>
          <a:xfrm flipV="1">
            <a:off x="10332682" y="4629059"/>
            <a:ext cx="81763" cy="101437"/>
          </a:xfrm>
          <a:prstGeom prst="line">
            <a:avLst/>
          </a:prstGeom>
          <a:noFill/>
          <a:ln w="19685">
            <a:solidFill>
              <a:srgbClr val="FFB347"/>
            </a:solidFill>
            <a:prstDash val="solid"/>
          </a:ln>
        </p:spPr>
        <p:txBody>
          <a:bodyPr/>
          <a:lstStyle/>
          <a:p>
            <a:endParaRPr lang="uk-UA"/>
          </a:p>
        </p:txBody>
      </p:sp>
      <p:sp>
        <p:nvSpPr>
          <p:cNvPr id="1280" name="line1280"/>
          <p:cNvSpPr/>
          <p:nvPr/>
        </p:nvSpPr>
        <p:spPr>
          <a:xfrm flipV="1">
            <a:off x="10414445" y="4502262"/>
            <a:ext cx="81763" cy="126797"/>
          </a:xfrm>
          <a:prstGeom prst="line">
            <a:avLst/>
          </a:prstGeom>
          <a:noFill/>
          <a:ln w="19685">
            <a:solidFill>
              <a:srgbClr val="FFB347"/>
            </a:solidFill>
            <a:prstDash val="solid"/>
          </a:ln>
        </p:spPr>
        <p:txBody>
          <a:bodyPr/>
          <a:lstStyle/>
          <a:p>
            <a:endParaRPr lang="uk-UA"/>
          </a:p>
        </p:txBody>
      </p:sp>
      <p:sp>
        <p:nvSpPr>
          <p:cNvPr id="1281" name="line1281"/>
          <p:cNvSpPr/>
          <p:nvPr/>
        </p:nvSpPr>
        <p:spPr>
          <a:xfrm flipV="1">
            <a:off x="10496207" y="4400824"/>
            <a:ext cx="81763" cy="101437"/>
          </a:xfrm>
          <a:prstGeom prst="line">
            <a:avLst/>
          </a:prstGeom>
          <a:noFill/>
          <a:ln w="19685">
            <a:solidFill>
              <a:srgbClr val="FFB347"/>
            </a:solidFill>
            <a:prstDash val="solid"/>
          </a:ln>
        </p:spPr>
        <p:txBody>
          <a:bodyPr/>
          <a:lstStyle/>
          <a:p>
            <a:endParaRPr lang="uk-UA"/>
          </a:p>
        </p:txBody>
      </p:sp>
      <p:sp>
        <p:nvSpPr>
          <p:cNvPr id="1282" name="line1282"/>
          <p:cNvSpPr/>
          <p:nvPr/>
        </p:nvSpPr>
        <p:spPr>
          <a:xfrm flipV="1">
            <a:off x="10577970" y="4331086"/>
            <a:ext cx="81763" cy="69738"/>
          </a:xfrm>
          <a:prstGeom prst="line">
            <a:avLst/>
          </a:prstGeom>
          <a:noFill/>
          <a:ln w="19685">
            <a:solidFill>
              <a:srgbClr val="FFB347"/>
            </a:solidFill>
            <a:prstDash val="solid"/>
          </a:ln>
        </p:spPr>
        <p:txBody>
          <a:bodyPr/>
          <a:lstStyle/>
          <a:p>
            <a:endParaRPr lang="uk-UA"/>
          </a:p>
        </p:txBody>
      </p:sp>
      <p:sp>
        <p:nvSpPr>
          <p:cNvPr id="1283" name="line1283"/>
          <p:cNvSpPr/>
          <p:nvPr/>
        </p:nvSpPr>
        <p:spPr>
          <a:xfrm flipV="1">
            <a:off x="10659732" y="4286707"/>
            <a:ext cx="81763" cy="44379"/>
          </a:xfrm>
          <a:prstGeom prst="line">
            <a:avLst/>
          </a:prstGeom>
          <a:noFill/>
          <a:ln w="19685">
            <a:solidFill>
              <a:srgbClr val="FFB347"/>
            </a:solidFill>
            <a:prstDash val="solid"/>
          </a:ln>
        </p:spPr>
        <p:txBody>
          <a:bodyPr/>
          <a:lstStyle/>
          <a:p>
            <a:endParaRPr lang="uk-UA"/>
          </a:p>
        </p:txBody>
      </p:sp>
      <p:sp>
        <p:nvSpPr>
          <p:cNvPr id="1284" name="line1284"/>
          <p:cNvSpPr/>
          <p:nvPr/>
        </p:nvSpPr>
        <p:spPr>
          <a:xfrm flipV="1">
            <a:off x="10741495" y="4274028"/>
            <a:ext cx="81763" cy="12680"/>
          </a:xfrm>
          <a:prstGeom prst="line">
            <a:avLst/>
          </a:prstGeom>
          <a:noFill/>
          <a:ln w="19685">
            <a:solidFill>
              <a:srgbClr val="FFB347"/>
            </a:solidFill>
            <a:prstDash val="solid"/>
          </a:ln>
        </p:spPr>
        <p:txBody>
          <a:bodyPr/>
          <a:lstStyle/>
          <a:p>
            <a:endParaRPr lang="uk-UA"/>
          </a:p>
        </p:txBody>
      </p:sp>
      <p:sp>
        <p:nvSpPr>
          <p:cNvPr id="1285" name="line1285"/>
          <p:cNvSpPr/>
          <p:nvPr/>
        </p:nvSpPr>
        <p:spPr>
          <a:xfrm>
            <a:off x="10823258" y="4274028"/>
            <a:ext cx="81763" cy="6340"/>
          </a:xfrm>
          <a:prstGeom prst="line">
            <a:avLst/>
          </a:prstGeom>
          <a:noFill/>
          <a:ln w="19685">
            <a:solidFill>
              <a:srgbClr val="FFB347"/>
            </a:solidFill>
            <a:prstDash val="solid"/>
          </a:ln>
        </p:spPr>
        <p:txBody>
          <a:bodyPr/>
          <a:lstStyle/>
          <a:p>
            <a:endParaRPr lang="uk-UA"/>
          </a:p>
        </p:txBody>
      </p:sp>
      <p:sp>
        <p:nvSpPr>
          <p:cNvPr id="1286" name="line1286"/>
          <p:cNvSpPr/>
          <p:nvPr/>
        </p:nvSpPr>
        <p:spPr>
          <a:xfrm>
            <a:off x="10905020" y="4280367"/>
            <a:ext cx="81763" cy="38039"/>
          </a:xfrm>
          <a:prstGeom prst="line">
            <a:avLst/>
          </a:prstGeom>
          <a:noFill/>
          <a:ln w="19685">
            <a:solidFill>
              <a:srgbClr val="FFB347"/>
            </a:solidFill>
            <a:prstDash val="solid"/>
          </a:ln>
        </p:spPr>
        <p:txBody>
          <a:bodyPr/>
          <a:lstStyle/>
          <a:p>
            <a:endParaRPr lang="uk-UA"/>
          </a:p>
        </p:txBody>
      </p:sp>
      <p:sp>
        <p:nvSpPr>
          <p:cNvPr id="1287" name="line1287"/>
          <p:cNvSpPr/>
          <p:nvPr/>
        </p:nvSpPr>
        <p:spPr>
          <a:xfrm flipV="1">
            <a:off x="1257033" y="5434218"/>
            <a:ext cx="81763" cy="19020"/>
          </a:xfrm>
          <a:prstGeom prst="line">
            <a:avLst/>
          </a:prstGeom>
          <a:noFill/>
          <a:ln w="15875">
            <a:solidFill>
              <a:srgbClr val="55B7FF"/>
            </a:solidFill>
            <a:prstDash val="solid"/>
          </a:ln>
        </p:spPr>
        <p:txBody>
          <a:bodyPr/>
          <a:lstStyle/>
          <a:p>
            <a:endParaRPr lang="uk-UA"/>
          </a:p>
        </p:txBody>
      </p:sp>
      <p:sp>
        <p:nvSpPr>
          <p:cNvPr id="1288" name="line1288"/>
          <p:cNvSpPr/>
          <p:nvPr/>
        </p:nvSpPr>
        <p:spPr>
          <a:xfrm flipV="1">
            <a:off x="1338796" y="5364480"/>
            <a:ext cx="81763" cy="69738"/>
          </a:xfrm>
          <a:prstGeom prst="line">
            <a:avLst/>
          </a:prstGeom>
          <a:noFill/>
          <a:ln w="15875">
            <a:solidFill>
              <a:srgbClr val="55B7FF"/>
            </a:solidFill>
            <a:prstDash val="solid"/>
          </a:ln>
        </p:spPr>
        <p:txBody>
          <a:bodyPr/>
          <a:lstStyle/>
          <a:p>
            <a:endParaRPr lang="uk-UA"/>
          </a:p>
        </p:txBody>
      </p:sp>
      <p:sp>
        <p:nvSpPr>
          <p:cNvPr id="1289" name="line1289"/>
          <p:cNvSpPr/>
          <p:nvPr/>
        </p:nvSpPr>
        <p:spPr>
          <a:xfrm flipV="1">
            <a:off x="1420559" y="5326441"/>
            <a:ext cx="81763" cy="38039"/>
          </a:xfrm>
          <a:prstGeom prst="line">
            <a:avLst/>
          </a:prstGeom>
          <a:noFill/>
          <a:ln w="15875">
            <a:solidFill>
              <a:srgbClr val="55B7FF"/>
            </a:solidFill>
            <a:prstDash val="solid"/>
          </a:ln>
        </p:spPr>
        <p:txBody>
          <a:bodyPr/>
          <a:lstStyle/>
          <a:p>
            <a:endParaRPr lang="uk-UA"/>
          </a:p>
        </p:txBody>
      </p:sp>
      <p:sp>
        <p:nvSpPr>
          <p:cNvPr id="1290" name="line1290"/>
          <p:cNvSpPr/>
          <p:nvPr/>
        </p:nvSpPr>
        <p:spPr>
          <a:xfrm>
            <a:off x="1502321" y="5326441"/>
            <a:ext cx="81763" cy="6340"/>
          </a:xfrm>
          <a:prstGeom prst="line">
            <a:avLst/>
          </a:prstGeom>
          <a:noFill/>
          <a:ln w="15875">
            <a:solidFill>
              <a:srgbClr val="55B7FF"/>
            </a:solidFill>
            <a:prstDash val="solid"/>
          </a:ln>
        </p:spPr>
        <p:txBody>
          <a:bodyPr/>
          <a:lstStyle/>
          <a:p>
            <a:endParaRPr lang="uk-UA"/>
          </a:p>
        </p:txBody>
      </p:sp>
      <p:sp>
        <p:nvSpPr>
          <p:cNvPr id="1291" name="line1291"/>
          <p:cNvSpPr/>
          <p:nvPr/>
        </p:nvSpPr>
        <p:spPr>
          <a:xfrm>
            <a:off x="1584084" y="5332781"/>
            <a:ext cx="81763" cy="12680"/>
          </a:xfrm>
          <a:prstGeom prst="line">
            <a:avLst/>
          </a:prstGeom>
          <a:noFill/>
          <a:ln w="15875">
            <a:solidFill>
              <a:srgbClr val="55B7FF"/>
            </a:solidFill>
            <a:prstDash val="solid"/>
          </a:ln>
        </p:spPr>
        <p:txBody>
          <a:bodyPr/>
          <a:lstStyle/>
          <a:p>
            <a:endParaRPr lang="uk-UA"/>
          </a:p>
        </p:txBody>
      </p:sp>
      <p:sp>
        <p:nvSpPr>
          <p:cNvPr id="1292" name="line1292"/>
          <p:cNvSpPr/>
          <p:nvPr/>
        </p:nvSpPr>
        <p:spPr>
          <a:xfrm>
            <a:off x="1665846" y="5345460"/>
            <a:ext cx="81763" cy="0"/>
          </a:xfrm>
          <a:prstGeom prst="line">
            <a:avLst/>
          </a:prstGeom>
          <a:noFill/>
          <a:ln w="15875">
            <a:solidFill>
              <a:srgbClr val="55B7FF"/>
            </a:solidFill>
            <a:prstDash val="solid"/>
          </a:ln>
        </p:spPr>
        <p:txBody>
          <a:bodyPr/>
          <a:lstStyle/>
          <a:p>
            <a:endParaRPr lang="uk-UA"/>
          </a:p>
        </p:txBody>
      </p:sp>
      <p:sp>
        <p:nvSpPr>
          <p:cNvPr id="1293" name="line1293"/>
          <p:cNvSpPr/>
          <p:nvPr/>
        </p:nvSpPr>
        <p:spPr>
          <a:xfrm>
            <a:off x="1747609" y="5345460"/>
            <a:ext cx="81763" cy="6340"/>
          </a:xfrm>
          <a:prstGeom prst="line">
            <a:avLst/>
          </a:prstGeom>
          <a:noFill/>
          <a:ln w="15875">
            <a:solidFill>
              <a:srgbClr val="55B7FF"/>
            </a:solidFill>
            <a:prstDash val="solid"/>
          </a:ln>
        </p:spPr>
        <p:txBody>
          <a:bodyPr/>
          <a:lstStyle/>
          <a:p>
            <a:endParaRPr lang="uk-UA"/>
          </a:p>
        </p:txBody>
      </p:sp>
      <p:sp>
        <p:nvSpPr>
          <p:cNvPr id="1294" name="line1294"/>
          <p:cNvSpPr/>
          <p:nvPr/>
        </p:nvSpPr>
        <p:spPr>
          <a:xfrm>
            <a:off x="1829372" y="5351800"/>
            <a:ext cx="81763" cy="0"/>
          </a:xfrm>
          <a:prstGeom prst="line">
            <a:avLst/>
          </a:prstGeom>
          <a:noFill/>
          <a:ln w="15875">
            <a:solidFill>
              <a:srgbClr val="55B7FF"/>
            </a:solidFill>
            <a:prstDash val="solid"/>
          </a:ln>
        </p:spPr>
        <p:txBody>
          <a:bodyPr/>
          <a:lstStyle/>
          <a:p>
            <a:endParaRPr lang="uk-UA"/>
          </a:p>
        </p:txBody>
      </p:sp>
      <p:sp>
        <p:nvSpPr>
          <p:cNvPr id="1295" name="line1295"/>
          <p:cNvSpPr/>
          <p:nvPr/>
        </p:nvSpPr>
        <p:spPr>
          <a:xfrm>
            <a:off x="1911134" y="5351800"/>
            <a:ext cx="81763" cy="6340"/>
          </a:xfrm>
          <a:prstGeom prst="line">
            <a:avLst/>
          </a:prstGeom>
          <a:noFill/>
          <a:ln w="15875">
            <a:solidFill>
              <a:srgbClr val="55B7FF"/>
            </a:solidFill>
            <a:prstDash val="solid"/>
          </a:ln>
        </p:spPr>
        <p:txBody>
          <a:bodyPr/>
          <a:lstStyle/>
          <a:p>
            <a:endParaRPr lang="uk-UA"/>
          </a:p>
        </p:txBody>
      </p:sp>
      <p:sp>
        <p:nvSpPr>
          <p:cNvPr id="1296" name="line1296"/>
          <p:cNvSpPr/>
          <p:nvPr/>
        </p:nvSpPr>
        <p:spPr>
          <a:xfrm>
            <a:off x="1992897" y="5358140"/>
            <a:ext cx="81763" cy="12680"/>
          </a:xfrm>
          <a:prstGeom prst="line">
            <a:avLst/>
          </a:prstGeom>
          <a:noFill/>
          <a:ln w="15875">
            <a:solidFill>
              <a:srgbClr val="55B7FF"/>
            </a:solidFill>
            <a:prstDash val="solid"/>
          </a:ln>
        </p:spPr>
        <p:txBody>
          <a:bodyPr/>
          <a:lstStyle/>
          <a:p>
            <a:endParaRPr lang="uk-UA"/>
          </a:p>
        </p:txBody>
      </p:sp>
      <p:sp>
        <p:nvSpPr>
          <p:cNvPr id="1297" name="line1297"/>
          <p:cNvSpPr/>
          <p:nvPr/>
        </p:nvSpPr>
        <p:spPr>
          <a:xfrm>
            <a:off x="2074659" y="5370820"/>
            <a:ext cx="81763" cy="31699"/>
          </a:xfrm>
          <a:prstGeom prst="line">
            <a:avLst/>
          </a:prstGeom>
          <a:noFill/>
          <a:ln w="15875">
            <a:solidFill>
              <a:srgbClr val="55B7FF"/>
            </a:solidFill>
            <a:prstDash val="solid"/>
          </a:ln>
        </p:spPr>
        <p:txBody>
          <a:bodyPr/>
          <a:lstStyle/>
          <a:p>
            <a:endParaRPr lang="uk-UA"/>
          </a:p>
        </p:txBody>
      </p:sp>
      <p:sp>
        <p:nvSpPr>
          <p:cNvPr id="1298" name="line1298"/>
          <p:cNvSpPr/>
          <p:nvPr/>
        </p:nvSpPr>
        <p:spPr>
          <a:xfrm>
            <a:off x="2156422" y="5402519"/>
            <a:ext cx="81763" cy="6340"/>
          </a:xfrm>
          <a:prstGeom prst="line">
            <a:avLst/>
          </a:prstGeom>
          <a:noFill/>
          <a:ln w="15875">
            <a:solidFill>
              <a:srgbClr val="55B7FF"/>
            </a:solidFill>
            <a:prstDash val="solid"/>
          </a:ln>
        </p:spPr>
        <p:txBody>
          <a:bodyPr/>
          <a:lstStyle/>
          <a:p>
            <a:endParaRPr lang="uk-UA"/>
          </a:p>
        </p:txBody>
      </p:sp>
      <p:sp>
        <p:nvSpPr>
          <p:cNvPr id="1299" name="line1299"/>
          <p:cNvSpPr/>
          <p:nvPr/>
        </p:nvSpPr>
        <p:spPr>
          <a:xfrm>
            <a:off x="2238185" y="5408859"/>
            <a:ext cx="81763" cy="0"/>
          </a:xfrm>
          <a:prstGeom prst="line">
            <a:avLst/>
          </a:prstGeom>
          <a:noFill/>
          <a:ln w="15875">
            <a:solidFill>
              <a:srgbClr val="55B7FF"/>
            </a:solidFill>
            <a:prstDash val="solid"/>
          </a:ln>
        </p:spPr>
        <p:txBody>
          <a:bodyPr/>
          <a:lstStyle/>
          <a:p>
            <a:endParaRPr lang="uk-UA"/>
          </a:p>
        </p:txBody>
      </p:sp>
      <p:sp>
        <p:nvSpPr>
          <p:cNvPr id="1300" name="line1300"/>
          <p:cNvSpPr/>
          <p:nvPr/>
        </p:nvSpPr>
        <p:spPr>
          <a:xfrm flipV="1">
            <a:off x="2319947" y="5389839"/>
            <a:ext cx="81763" cy="19020"/>
          </a:xfrm>
          <a:prstGeom prst="line">
            <a:avLst/>
          </a:prstGeom>
          <a:noFill/>
          <a:ln w="15875">
            <a:solidFill>
              <a:srgbClr val="55B7FF"/>
            </a:solidFill>
            <a:prstDash val="solid"/>
          </a:ln>
        </p:spPr>
        <p:txBody>
          <a:bodyPr/>
          <a:lstStyle/>
          <a:p>
            <a:endParaRPr lang="uk-UA"/>
          </a:p>
        </p:txBody>
      </p:sp>
      <p:sp>
        <p:nvSpPr>
          <p:cNvPr id="1301" name="line1301"/>
          <p:cNvSpPr/>
          <p:nvPr/>
        </p:nvSpPr>
        <p:spPr>
          <a:xfrm flipV="1">
            <a:off x="2401710" y="5364480"/>
            <a:ext cx="81763" cy="25359"/>
          </a:xfrm>
          <a:prstGeom prst="line">
            <a:avLst/>
          </a:prstGeom>
          <a:noFill/>
          <a:ln w="15875">
            <a:solidFill>
              <a:srgbClr val="55B7FF"/>
            </a:solidFill>
            <a:prstDash val="solid"/>
          </a:ln>
        </p:spPr>
        <p:txBody>
          <a:bodyPr/>
          <a:lstStyle/>
          <a:p>
            <a:endParaRPr lang="uk-UA"/>
          </a:p>
        </p:txBody>
      </p:sp>
      <p:sp>
        <p:nvSpPr>
          <p:cNvPr id="1302" name="line1302"/>
          <p:cNvSpPr/>
          <p:nvPr/>
        </p:nvSpPr>
        <p:spPr>
          <a:xfrm>
            <a:off x="2483472" y="5364480"/>
            <a:ext cx="81763" cy="44379"/>
          </a:xfrm>
          <a:prstGeom prst="line">
            <a:avLst/>
          </a:prstGeom>
          <a:noFill/>
          <a:ln w="15875">
            <a:solidFill>
              <a:srgbClr val="55B7FF"/>
            </a:solidFill>
            <a:prstDash val="solid"/>
          </a:ln>
        </p:spPr>
        <p:txBody>
          <a:bodyPr/>
          <a:lstStyle/>
          <a:p>
            <a:endParaRPr lang="uk-UA"/>
          </a:p>
        </p:txBody>
      </p:sp>
      <p:sp>
        <p:nvSpPr>
          <p:cNvPr id="1303" name="line1303"/>
          <p:cNvSpPr/>
          <p:nvPr/>
        </p:nvSpPr>
        <p:spPr>
          <a:xfrm>
            <a:off x="2565235" y="5408859"/>
            <a:ext cx="81763" cy="31699"/>
          </a:xfrm>
          <a:prstGeom prst="line">
            <a:avLst/>
          </a:prstGeom>
          <a:noFill/>
          <a:ln w="15875">
            <a:solidFill>
              <a:srgbClr val="55B7FF"/>
            </a:solidFill>
            <a:prstDash val="solid"/>
          </a:ln>
        </p:spPr>
        <p:txBody>
          <a:bodyPr/>
          <a:lstStyle/>
          <a:p>
            <a:endParaRPr lang="uk-UA"/>
          </a:p>
        </p:txBody>
      </p:sp>
      <p:sp>
        <p:nvSpPr>
          <p:cNvPr id="1304" name="line1304"/>
          <p:cNvSpPr/>
          <p:nvPr/>
        </p:nvSpPr>
        <p:spPr>
          <a:xfrm>
            <a:off x="2646998" y="5440558"/>
            <a:ext cx="81763" cy="25359"/>
          </a:xfrm>
          <a:prstGeom prst="line">
            <a:avLst/>
          </a:prstGeom>
          <a:noFill/>
          <a:ln w="15875">
            <a:solidFill>
              <a:srgbClr val="55B7FF"/>
            </a:solidFill>
            <a:prstDash val="solid"/>
          </a:ln>
        </p:spPr>
        <p:txBody>
          <a:bodyPr/>
          <a:lstStyle/>
          <a:p>
            <a:endParaRPr lang="uk-UA"/>
          </a:p>
        </p:txBody>
      </p:sp>
      <p:sp>
        <p:nvSpPr>
          <p:cNvPr id="1305" name="line1305"/>
          <p:cNvSpPr/>
          <p:nvPr/>
        </p:nvSpPr>
        <p:spPr>
          <a:xfrm>
            <a:off x="2728760" y="5465917"/>
            <a:ext cx="81763" cy="0"/>
          </a:xfrm>
          <a:prstGeom prst="line">
            <a:avLst/>
          </a:prstGeom>
          <a:noFill/>
          <a:ln w="15875">
            <a:solidFill>
              <a:srgbClr val="55B7FF"/>
            </a:solidFill>
            <a:prstDash val="solid"/>
          </a:ln>
        </p:spPr>
        <p:txBody>
          <a:bodyPr/>
          <a:lstStyle/>
          <a:p>
            <a:endParaRPr lang="uk-UA"/>
          </a:p>
        </p:txBody>
      </p:sp>
      <p:sp>
        <p:nvSpPr>
          <p:cNvPr id="1306" name="line1306"/>
          <p:cNvSpPr/>
          <p:nvPr/>
        </p:nvSpPr>
        <p:spPr>
          <a:xfrm flipV="1">
            <a:off x="2810523" y="5434218"/>
            <a:ext cx="81763" cy="31699"/>
          </a:xfrm>
          <a:prstGeom prst="line">
            <a:avLst/>
          </a:prstGeom>
          <a:noFill/>
          <a:ln w="15875">
            <a:solidFill>
              <a:srgbClr val="55B7FF"/>
            </a:solidFill>
            <a:prstDash val="solid"/>
          </a:ln>
        </p:spPr>
        <p:txBody>
          <a:bodyPr/>
          <a:lstStyle/>
          <a:p>
            <a:endParaRPr lang="uk-UA"/>
          </a:p>
        </p:txBody>
      </p:sp>
      <p:sp>
        <p:nvSpPr>
          <p:cNvPr id="1307" name="line1307"/>
          <p:cNvSpPr/>
          <p:nvPr/>
        </p:nvSpPr>
        <p:spPr>
          <a:xfrm>
            <a:off x="2892285" y="5434218"/>
            <a:ext cx="81763" cy="120457"/>
          </a:xfrm>
          <a:prstGeom prst="line">
            <a:avLst/>
          </a:prstGeom>
          <a:noFill/>
          <a:ln w="15875">
            <a:solidFill>
              <a:srgbClr val="55B7FF"/>
            </a:solidFill>
            <a:prstDash val="solid"/>
          </a:ln>
        </p:spPr>
        <p:txBody>
          <a:bodyPr/>
          <a:lstStyle/>
          <a:p>
            <a:endParaRPr lang="uk-UA"/>
          </a:p>
        </p:txBody>
      </p:sp>
      <p:sp>
        <p:nvSpPr>
          <p:cNvPr id="1308" name="line1308"/>
          <p:cNvSpPr/>
          <p:nvPr/>
        </p:nvSpPr>
        <p:spPr>
          <a:xfrm>
            <a:off x="2974048" y="5554675"/>
            <a:ext cx="81763" cy="19020"/>
          </a:xfrm>
          <a:prstGeom prst="line">
            <a:avLst/>
          </a:prstGeom>
          <a:noFill/>
          <a:ln w="15875">
            <a:solidFill>
              <a:srgbClr val="55B7FF"/>
            </a:solidFill>
            <a:prstDash val="solid"/>
          </a:ln>
        </p:spPr>
        <p:txBody>
          <a:bodyPr/>
          <a:lstStyle/>
          <a:p>
            <a:endParaRPr lang="uk-UA"/>
          </a:p>
        </p:txBody>
      </p:sp>
      <p:sp>
        <p:nvSpPr>
          <p:cNvPr id="1309" name="line1309"/>
          <p:cNvSpPr/>
          <p:nvPr/>
        </p:nvSpPr>
        <p:spPr>
          <a:xfrm>
            <a:off x="3055811" y="5573695"/>
            <a:ext cx="81763" cy="12680"/>
          </a:xfrm>
          <a:prstGeom prst="line">
            <a:avLst/>
          </a:prstGeom>
          <a:noFill/>
          <a:ln w="15875">
            <a:solidFill>
              <a:srgbClr val="55B7FF"/>
            </a:solidFill>
            <a:prstDash val="solid"/>
          </a:ln>
        </p:spPr>
        <p:txBody>
          <a:bodyPr/>
          <a:lstStyle/>
          <a:p>
            <a:endParaRPr lang="uk-UA"/>
          </a:p>
        </p:txBody>
      </p:sp>
      <p:sp>
        <p:nvSpPr>
          <p:cNvPr id="1310" name="line1310"/>
          <p:cNvSpPr/>
          <p:nvPr/>
        </p:nvSpPr>
        <p:spPr>
          <a:xfrm>
            <a:off x="3137573" y="5586374"/>
            <a:ext cx="81763" cy="145816"/>
          </a:xfrm>
          <a:prstGeom prst="line">
            <a:avLst/>
          </a:prstGeom>
          <a:noFill/>
          <a:ln w="15875">
            <a:solidFill>
              <a:srgbClr val="55B7FF"/>
            </a:solidFill>
            <a:prstDash val="solid"/>
          </a:ln>
        </p:spPr>
        <p:txBody>
          <a:bodyPr/>
          <a:lstStyle/>
          <a:p>
            <a:endParaRPr lang="uk-UA"/>
          </a:p>
        </p:txBody>
      </p:sp>
      <p:sp>
        <p:nvSpPr>
          <p:cNvPr id="1311" name="line1311"/>
          <p:cNvSpPr/>
          <p:nvPr/>
        </p:nvSpPr>
        <p:spPr>
          <a:xfrm>
            <a:off x="3219336" y="5732191"/>
            <a:ext cx="81763" cy="101437"/>
          </a:xfrm>
          <a:prstGeom prst="line">
            <a:avLst/>
          </a:prstGeom>
          <a:noFill/>
          <a:ln w="15875">
            <a:solidFill>
              <a:srgbClr val="55B7FF"/>
            </a:solidFill>
            <a:prstDash val="solid"/>
          </a:ln>
        </p:spPr>
        <p:txBody>
          <a:bodyPr/>
          <a:lstStyle/>
          <a:p>
            <a:endParaRPr lang="uk-UA"/>
          </a:p>
        </p:txBody>
      </p:sp>
      <p:sp>
        <p:nvSpPr>
          <p:cNvPr id="1312" name="line1312"/>
          <p:cNvSpPr/>
          <p:nvPr/>
        </p:nvSpPr>
        <p:spPr>
          <a:xfrm flipV="1">
            <a:off x="3301098" y="5719511"/>
            <a:ext cx="81763" cy="114117"/>
          </a:xfrm>
          <a:prstGeom prst="line">
            <a:avLst/>
          </a:prstGeom>
          <a:noFill/>
          <a:ln w="15875">
            <a:solidFill>
              <a:srgbClr val="55B7FF"/>
            </a:solidFill>
            <a:prstDash val="solid"/>
          </a:ln>
        </p:spPr>
        <p:txBody>
          <a:bodyPr/>
          <a:lstStyle/>
          <a:p>
            <a:endParaRPr lang="uk-UA"/>
          </a:p>
        </p:txBody>
      </p:sp>
      <p:sp>
        <p:nvSpPr>
          <p:cNvPr id="1313" name="line1313"/>
          <p:cNvSpPr/>
          <p:nvPr/>
        </p:nvSpPr>
        <p:spPr>
          <a:xfrm flipV="1">
            <a:off x="3382861" y="5662452"/>
            <a:ext cx="81763" cy="57059"/>
          </a:xfrm>
          <a:prstGeom prst="line">
            <a:avLst/>
          </a:prstGeom>
          <a:noFill/>
          <a:ln w="15875">
            <a:solidFill>
              <a:srgbClr val="55B7FF"/>
            </a:solidFill>
            <a:prstDash val="solid"/>
          </a:ln>
        </p:spPr>
        <p:txBody>
          <a:bodyPr/>
          <a:lstStyle/>
          <a:p>
            <a:endParaRPr lang="uk-UA"/>
          </a:p>
        </p:txBody>
      </p:sp>
      <p:sp>
        <p:nvSpPr>
          <p:cNvPr id="1314" name="line1314"/>
          <p:cNvSpPr/>
          <p:nvPr/>
        </p:nvSpPr>
        <p:spPr>
          <a:xfrm flipV="1">
            <a:off x="3464624" y="5649773"/>
            <a:ext cx="81763" cy="12680"/>
          </a:xfrm>
          <a:prstGeom prst="line">
            <a:avLst/>
          </a:prstGeom>
          <a:noFill/>
          <a:ln w="15875">
            <a:solidFill>
              <a:srgbClr val="55B7FF"/>
            </a:solidFill>
            <a:prstDash val="solid"/>
          </a:ln>
        </p:spPr>
        <p:txBody>
          <a:bodyPr/>
          <a:lstStyle/>
          <a:p>
            <a:endParaRPr lang="uk-UA"/>
          </a:p>
        </p:txBody>
      </p:sp>
      <p:sp>
        <p:nvSpPr>
          <p:cNvPr id="1315" name="line1315"/>
          <p:cNvSpPr/>
          <p:nvPr/>
        </p:nvSpPr>
        <p:spPr>
          <a:xfrm>
            <a:off x="3546386" y="5649773"/>
            <a:ext cx="81763" cy="25359"/>
          </a:xfrm>
          <a:prstGeom prst="line">
            <a:avLst/>
          </a:prstGeom>
          <a:noFill/>
          <a:ln w="15875">
            <a:solidFill>
              <a:srgbClr val="55B7FF"/>
            </a:solidFill>
            <a:prstDash val="solid"/>
          </a:ln>
        </p:spPr>
        <p:txBody>
          <a:bodyPr/>
          <a:lstStyle/>
          <a:p>
            <a:endParaRPr lang="uk-UA"/>
          </a:p>
        </p:txBody>
      </p:sp>
      <p:sp>
        <p:nvSpPr>
          <p:cNvPr id="1316" name="line1316"/>
          <p:cNvSpPr/>
          <p:nvPr/>
        </p:nvSpPr>
        <p:spPr>
          <a:xfrm>
            <a:off x="3628149" y="5675132"/>
            <a:ext cx="81763" cy="6340"/>
          </a:xfrm>
          <a:prstGeom prst="line">
            <a:avLst/>
          </a:prstGeom>
          <a:noFill/>
          <a:ln w="15875">
            <a:solidFill>
              <a:srgbClr val="55B7FF"/>
            </a:solidFill>
            <a:prstDash val="solid"/>
          </a:ln>
        </p:spPr>
        <p:txBody>
          <a:bodyPr/>
          <a:lstStyle/>
          <a:p>
            <a:endParaRPr lang="uk-UA"/>
          </a:p>
        </p:txBody>
      </p:sp>
      <p:sp>
        <p:nvSpPr>
          <p:cNvPr id="1317" name="line1317"/>
          <p:cNvSpPr/>
          <p:nvPr/>
        </p:nvSpPr>
        <p:spPr>
          <a:xfrm>
            <a:off x="3709911" y="5681472"/>
            <a:ext cx="81763" cy="0"/>
          </a:xfrm>
          <a:prstGeom prst="line">
            <a:avLst/>
          </a:prstGeom>
          <a:noFill/>
          <a:ln w="15875">
            <a:solidFill>
              <a:srgbClr val="55B7FF"/>
            </a:solidFill>
            <a:prstDash val="solid"/>
          </a:ln>
        </p:spPr>
        <p:txBody>
          <a:bodyPr/>
          <a:lstStyle/>
          <a:p>
            <a:endParaRPr lang="uk-UA"/>
          </a:p>
        </p:txBody>
      </p:sp>
      <p:sp>
        <p:nvSpPr>
          <p:cNvPr id="1318" name="line1318"/>
          <p:cNvSpPr/>
          <p:nvPr/>
        </p:nvSpPr>
        <p:spPr>
          <a:xfrm flipV="1">
            <a:off x="3791674" y="5675132"/>
            <a:ext cx="81763" cy="6340"/>
          </a:xfrm>
          <a:prstGeom prst="line">
            <a:avLst/>
          </a:prstGeom>
          <a:noFill/>
          <a:ln w="15875">
            <a:solidFill>
              <a:srgbClr val="55B7FF"/>
            </a:solidFill>
            <a:prstDash val="solid"/>
          </a:ln>
        </p:spPr>
        <p:txBody>
          <a:bodyPr/>
          <a:lstStyle/>
          <a:p>
            <a:endParaRPr lang="uk-UA"/>
          </a:p>
        </p:txBody>
      </p:sp>
      <p:sp>
        <p:nvSpPr>
          <p:cNvPr id="1319" name="line1319"/>
          <p:cNvSpPr/>
          <p:nvPr/>
        </p:nvSpPr>
        <p:spPr>
          <a:xfrm flipV="1">
            <a:off x="3873437" y="5668792"/>
            <a:ext cx="81763" cy="6340"/>
          </a:xfrm>
          <a:prstGeom prst="line">
            <a:avLst/>
          </a:prstGeom>
          <a:noFill/>
          <a:ln w="15875">
            <a:solidFill>
              <a:srgbClr val="55B7FF"/>
            </a:solidFill>
            <a:prstDash val="solid"/>
          </a:ln>
        </p:spPr>
        <p:txBody>
          <a:bodyPr/>
          <a:lstStyle/>
          <a:p>
            <a:endParaRPr lang="uk-UA"/>
          </a:p>
        </p:txBody>
      </p:sp>
      <p:sp>
        <p:nvSpPr>
          <p:cNvPr id="1320" name="line1320"/>
          <p:cNvSpPr/>
          <p:nvPr/>
        </p:nvSpPr>
        <p:spPr>
          <a:xfrm flipV="1">
            <a:off x="3955199" y="5656113"/>
            <a:ext cx="81763" cy="12680"/>
          </a:xfrm>
          <a:prstGeom prst="line">
            <a:avLst/>
          </a:prstGeom>
          <a:noFill/>
          <a:ln w="15875">
            <a:solidFill>
              <a:srgbClr val="55B7FF"/>
            </a:solidFill>
            <a:prstDash val="solid"/>
          </a:ln>
        </p:spPr>
        <p:txBody>
          <a:bodyPr/>
          <a:lstStyle/>
          <a:p>
            <a:endParaRPr lang="uk-UA"/>
          </a:p>
        </p:txBody>
      </p:sp>
      <p:sp>
        <p:nvSpPr>
          <p:cNvPr id="1321" name="line1321"/>
          <p:cNvSpPr/>
          <p:nvPr/>
        </p:nvSpPr>
        <p:spPr>
          <a:xfrm flipV="1">
            <a:off x="4036962" y="5649773"/>
            <a:ext cx="81763" cy="6340"/>
          </a:xfrm>
          <a:prstGeom prst="line">
            <a:avLst/>
          </a:prstGeom>
          <a:noFill/>
          <a:ln w="15875">
            <a:solidFill>
              <a:srgbClr val="55B7FF"/>
            </a:solidFill>
            <a:prstDash val="solid"/>
          </a:ln>
        </p:spPr>
        <p:txBody>
          <a:bodyPr/>
          <a:lstStyle/>
          <a:p>
            <a:endParaRPr lang="uk-UA"/>
          </a:p>
        </p:txBody>
      </p:sp>
      <p:sp>
        <p:nvSpPr>
          <p:cNvPr id="1322" name="line1322"/>
          <p:cNvSpPr/>
          <p:nvPr/>
        </p:nvSpPr>
        <p:spPr>
          <a:xfrm flipV="1">
            <a:off x="4118724" y="5643433"/>
            <a:ext cx="81763" cy="6340"/>
          </a:xfrm>
          <a:prstGeom prst="line">
            <a:avLst/>
          </a:prstGeom>
          <a:noFill/>
          <a:ln w="15875">
            <a:solidFill>
              <a:srgbClr val="55B7FF"/>
            </a:solidFill>
            <a:prstDash val="solid"/>
          </a:ln>
        </p:spPr>
        <p:txBody>
          <a:bodyPr/>
          <a:lstStyle/>
          <a:p>
            <a:endParaRPr lang="uk-UA"/>
          </a:p>
        </p:txBody>
      </p:sp>
      <p:sp>
        <p:nvSpPr>
          <p:cNvPr id="1323" name="line1323"/>
          <p:cNvSpPr/>
          <p:nvPr/>
        </p:nvSpPr>
        <p:spPr>
          <a:xfrm flipV="1">
            <a:off x="4200487" y="5611734"/>
            <a:ext cx="81763" cy="31699"/>
          </a:xfrm>
          <a:prstGeom prst="line">
            <a:avLst/>
          </a:prstGeom>
          <a:noFill/>
          <a:ln w="15875">
            <a:solidFill>
              <a:srgbClr val="55B7FF"/>
            </a:solidFill>
            <a:prstDash val="solid"/>
          </a:ln>
        </p:spPr>
        <p:txBody>
          <a:bodyPr/>
          <a:lstStyle/>
          <a:p>
            <a:endParaRPr lang="uk-UA"/>
          </a:p>
        </p:txBody>
      </p:sp>
      <p:sp>
        <p:nvSpPr>
          <p:cNvPr id="1324" name="line1324"/>
          <p:cNvSpPr/>
          <p:nvPr/>
        </p:nvSpPr>
        <p:spPr>
          <a:xfrm flipV="1">
            <a:off x="4282250" y="5573695"/>
            <a:ext cx="81763" cy="38039"/>
          </a:xfrm>
          <a:prstGeom prst="line">
            <a:avLst/>
          </a:prstGeom>
          <a:noFill/>
          <a:ln w="15875">
            <a:solidFill>
              <a:srgbClr val="55B7FF"/>
            </a:solidFill>
            <a:prstDash val="solid"/>
          </a:ln>
        </p:spPr>
        <p:txBody>
          <a:bodyPr/>
          <a:lstStyle/>
          <a:p>
            <a:endParaRPr lang="uk-UA"/>
          </a:p>
        </p:txBody>
      </p:sp>
      <p:sp>
        <p:nvSpPr>
          <p:cNvPr id="1325" name="line1325"/>
          <p:cNvSpPr/>
          <p:nvPr/>
        </p:nvSpPr>
        <p:spPr>
          <a:xfrm flipV="1">
            <a:off x="4364012" y="5529316"/>
            <a:ext cx="81763" cy="44379"/>
          </a:xfrm>
          <a:prstGeom prst="line">
            <a:avLst/>
          </a:prstGeom>
          <a:noFill/>
          <a:ln w="15875">
            <a:solidFill>
              <a:srgbClr val="55B7FF"/>
            </a:solidFill>
            <a:prstDash val="solid"/>
          </a:ln>
        </p:spPr>
        <p:txBody>
          <a:bodyPr/>
          <a:lstStyle/>
          <a:p>
            <a:endParaRPr lang="uk-UA"/>
          </a:p>
        </p:txBody>
      </p:sp>
      <p:sp>
        <p:nvSpPr>
          <p:cNvPr id="1326" name="line1326"/>
          <p:cNvSpPr/>
          <p:nvPr/>
        </p:nvSpPr>
        <p:spPr>
          <a:xfrm flipV="1">
            <a:off x="4445775" y="5491277"/>
            <a:ext cx="81763" cy="38039"/>
          </a:xfrm>
          <a:prstGeom prst="line">
            <a:avLst/>
          </a:prstGeom>
          <a:noFill/>
          <a:ln w="15875">
            <a:solidFill>
              <a:srgbClr val="55B7FF"/>
            </a:solidFill>
            <a:prstDash val="solid"/>
          </a:ln>
        </p:spPr>
        <p:txBody>
          <a:bodyPr/>
          <a:lstStyle/>
          <a:p>
            <a:endParaRPr lang="uk-UA"/>
          </a:p>
        </p:txBody>
      </p:sp>
      <p:sp>
        <p:nvSpPr>
          <p:cNvPr id="1327" name="line1327"/>
          <p:cNvSpPr/>
          <p:nvPr/>
        </p:nvSpPr>
        <p:spPr>
          <a:xfrm>
            <a:off x="4527537" y="5491277"/>
            <a:ext cx="81763" cy="19020"/>
          </a:xfrm>
          <a:prstGeom prst="line">
            <a:avLst/>
          </a:prstGeom>
          <a:noFill/>
          <a:ln w="15875">
            <a:solidFill>
              <a:srgbClr val="55B7FF"/>
            </a:solidFill>
            <a:prstDash val="solid"/>
          </a:ln>
        </p:spPr>
        <p:txBody>
          <a:bodyPr/>
          <a:lstStyle/>
          <a:p>
            <a:endParaRPr lang="uk-UA"/>
          </a:p>
        </p:txBody>
      </p:sp>
      <p:sp>
        <p:nvSpPr>
          <p:cNvPr id="1328" name="line1328"/>
          <p:cNvSpPr/>
          <p:nvPr/>
        </p:nvSpPr>
        <p:spPr>
          <a:xfrm>
            <a:off x="4609300" y="5510296"/>
            <a:ext cx="81763" cy="31699"/>
          </a:xfrm>
          <a:prstGeom prst="line">
            <a:avLst/>
          </a:prstGeom>
          <a:noFill/>
          <a:ln w="15875">
            <a:solidFill>
              <a:srgbClr val="55B7FF"/>
            </a:solidFill>
            <a:prstDash val="solid"/>
          </a:ln>
        </p:spPr>
        <p:txBody>
          <a:bodyPr/>
          <a:lstStyle/>
          <a:p>
            <a:endParaRPr lang="uk-UA"/>
          </a:p>
        </p:txBody>
      </p:sp>
      <p:sp>
        <p:nvSpPr>
          <p:cNvPr id="1329" name="line1329"/>
          <p:cNvSpPr/>
          <p:nvPr/>
        </p:nvSpPr>
        <p:spPr>
          <a:xfrm>
            <a:off x="4691063" y="5541996"/>
            <a:ext cx="81763" cy="120457"/>
          </a:xfrm>
          <a:prstGeom prst="line">
            <a:avLst/>
          </a:prstGeom>
          <a:noFill/>
          <a:ln w="15875">
            <a:solidFill>
              <a:srgbClr val="55B7FF"/>
            </a:solidFill>
            <a:prstDash val="solid"/>
          </a:ln>
        </p:spPr>
        <p:txBody>
          <a:bodyPr/>
          <a:lstStyle/>
          <a:p>
            <a:endParaRPr lang="uk-UA"/>
          </a:p>
        </p:txBody>
      </p:sp>
      <p:sp>
        <p:nvSpPr>
          <p:cNvPr id="1330" name="line1330"/>
          <p:cNvSpPr/>
          <p:nvPr/>
        </p:nvSpPr>
        <p:spPr>
          <a:xfrm>
            <a:off x="4772825" y="5662452"/>
            <a:ext cx="81763" cy="12680"/>
          </a:xfrm>
          <a:prstGeom prst="line">
            <a:avLst/>
          </a:prstGeom>
          <a:noFill/>
          <a:ln w="15875">
            <a:solidFill>
              <a:srgbClr val="55B7FF"/>
            </a:solidFill>
            <a:prstDash val="solid"/>
          </a:ln>
        </p:spPr>
        <p:txBody>
          <a:bodyPr/>
          <a:lstStyle/>
          <a:p>
            <a:endParaRPr lang="uk-UA"/>
          </a:p>
        </p:txBody>
      </p:sp>
      <p:sp>
        <p:nvSpPr>
          <p:cNvPr id="1331" name="line1331"/>
          <p:cNvSpPr/>
          <p:nvPr/>
        </p:nvSpPr>
        <p:spPr>
          <a:xfrm>
            <a:off x="4854588" y="5675132"/>
            <a:ext cx="81763" cy="12680"/>
          </a:xfrm>
          <a:prstGeom prst="line">
            <a:avLst/>
          </a:prstGeom>
          <a:noFill/>
          <a:ln w="15875">
            <a:solidFill>
              <a:srgbClr val="55B7FF"/>
            </a:solidFill>
            <a:prstDash val="solid"/>
          </a:ln>
        </p:spPr>
        <p:txBody>
          <a:bodyPr/>
          <a:lstStyle/>
          <a:p>
            <a:endParaRPr lang="uk-UA"/>
          </a:p>
        </p:txBody>
      </p:sp>
      <p:sp>
        <p:nvSpPr>
          <p:cNvPr id="1332" name="line1332"/>
          <p:cNvSpPr/>
          <p:nvPr/>
        </p:nvSpPr>
        <p:spPr>
          <a:xfrm>
            <a:off x="4936350" y="5687812"/>
            <a:ext cx="81763" cy="6340"/>
          </a:xfrm>
          <a:prstGeom prst="line">
            <a:avLst/>
          </a:prstGeom>
          <a:noFill/>
          <a:ln w="15875">
            <a:solidFill>
              <a:srgbClr val="55B7FF"/>
            </a:solidFill>
            <a:prstDash val="solid"/>
          </a:ln>
        </p:spPr>
        <p:txBody>
          <a:bodyPr/>
          <a:lstStyle/>
          <a:p>
            <a:endParaRPr lang="uk-UA"/>
          </a:p>
        </p:txBody>
      </p:sp>
      <p:sp>
        <p:nvSpPr>
          <p:cNvPr id="1333" name="line1333"/>
          <p:cNvSpPr/>
          <p:nvPr/>
        </p:nvSpPr>
        <p:spPr>
          <a:xfrm>
            <a:off x="5018113" y="5694152"/>
            <a:ext cx="81763" cy="6340"/>
          </a:xfrm>
          <a:prstGeom prst="line">
            <a:avLst/>
          </a:prstGeom>
          <a:noFill/>
          <a:ln w="15875">
            <a:solidFill>
              <a:srgbClr val="55B7FF"/>
            </a:solidFill>
            <a:prstDash val="solid"/>
          </a:ln>
        </p:spPr>
        <p:txBody>
          <a:bodyPr/>
          <a:lstStyle/>
          <a:p>
            <a:endParaRPr lang="uk-UA"/>
          </a:p>
        </p:txBody>
      </p:sp>
      <p:sp>
        <p:nvSpPr>
          <p:cNvPr id="1334" name="line1334"/>
          <p:cNvSpPr/>
          <p:nvPr/>
        </p:nvSpPr>
        <p:spPr>
          <a:xfrm>
            <a:off x="5099876" y="5700492"/>
            <a:ext cx="81763" cy="31699"/>
          </a:xfrm>
          <a:prstGeom prst="line">
            <a:avLst/>
          </a:prstGeom>
          <a:noFill/>
          <a:ln w="15875">
            <a:solidFill>
              <a:srgbClr val="55B7FF"/>
            </a:solidFill>
            <a:prstDash val="solid"/>
          </a:ln>
        </p:spPr>
        <p:txBody>
          <a:bodyPr/>
          <a:lstStyle/>
          <a:p>
            <a:endParaRPr lang="uk-UA"/>
          </a:p>
        </p:txBody>
      </p:sp>
      <p:sp>
        <p:nvSpPr>
          <p:cNvPr id="1335" name="line1335"/>
          <p:cNvSpPr/>
          <p:nvPr/>
        </p:nvSpPr>
        <p:spPr>
          <a:xfrm flipV="1">
            <a:off x="5181638" y="5687812"/>
            <a:ext cx="81763" cy="44379"/>
          </a:xfrm>
          <a:prstGeom prst="line">
            <a:avLst/>
          </a:prstGeom>
          <a:noFill/>
          <a:ln w="15875">
            <a:solidFill>
              <a:srgbClr val="55B7FF"/>
            </a:solidFill>
            <a:prstDash val="solid"/>
          </a:ln>
        </p:spPr>
        <p:txBody>
          <a:bodyPr/>
          <a:lstStyle/>
          <a:p>
            <a:endParaRPr lang="uk-UA"/>
          </a:p>
        </p:txBody>
      </p:sp>
      <p:sp>
        <p:nvSpPr>
          <p:cNvPr id="1336" name="line1336"/>
          <p:cNvSpPr/>
          <p:nvPr/>
        </p:nvSpPr>
        <p:spPr>
          <a:xfrm flipV="1">
            <a:off x="5263401" y="5624413"/>
            <a:ext cx="81763" cy="63398"/>
          </a:xfrm>
          <a:prstGeom prst="line">
            <a:avLst/>
          </a:prstGeom>
          <a:noFill/>
          <a:ln w="15875">
            <a:solidFill>
              <a:srgbClr val="55B7FF"/>
            </a:solidFill>
            <a:prstDash val="solid"/>
          </a:ln>
        </p:spPr>
        <p:txBody>
          <a:bodyPr/>
          <a:lstStyle/>
          <a:p>
            <a:endParaRPr lang="uk-UA"/>
          </a:p>
        </p:txBody>
      </p:sp>
      <p:sp>
        <p:nvSpPr>
          <p:cNvPr id="1337" name="line1337"/>
          <p:cNvSpPr/>
          <p:nvPr/>
        </p:nvSpPr>
        <p:spPr>
          <a:xfrm flipV="1">
            <a:off x="5345163" y="5592714"/>
            <a:ext cx="81763" cy="31699"/>
          </a:xfrm>
          <a:prstGeom prst="line">
            <a:avLst/>
          </a:prstGeom>
          <a:noFill/>
          <a:ln w="15875">
            <a:solidFill>
              <a:srgbClr val="55B7FF"/>
            </a:solidFill>
            <a:prstDash val="solid"/>
          </a:ln>
        </p:spPr>
        <p:txBody>
          <a:bodyPr/>
          <a:lstStyle/>
          <a:p>
            <a:endParaRPr lang="uk-UA"/>
          </a:p>
        </p:txBody>
      </p:sp>
      <p:sp>
        <p:nvSpPr>
          <p:cNvPr id="1338" name="line1338"/>
          <p:cNvSpPr/>
          <p:nvPr/>
        </p:nvSpPr>
        <p:spPr>
          <a:xfrm>
            <a:off x="5426926" y="5592714"/>
            <a:ext cx="81763" cy="0"/>
          </a:xfrm>
          <a:prstGeom prst="line">
            <a:avLst/>
          </a:prstGeom>
          <a:noFill/>
          <a:ln w="15875">
            <a:solidFill>
              <a:srgbClr val="55B7FF"/>
            </a:solidFill>
            <a:prstDash val="solid"/>
          </a:ln>
        </p:spPr>
        <p:txBody>
          <a:bodyPr/>
          <a:lstStyle/>
          <a:p>
            <a:endParaRPr lang="uk-UA"/>
          </a:p>
        </p:txBody>
      </p:sp>
      <p:sp>
        <p:nvSpPr>
          <p:cNvPr id="1339" name="line1339"/>
          <p:cNvSpPr/>
          <p:nvPr/>
        </p:nvSpPr>
        <p:spPr>
          <a:xfrm>
            <a:off x="5508689" y="5592714"/>
            <a:ext cx="81763" cy="19020"/>
          </a:xfrm>
          <a:prstGeom prst="line">
            <a:avLst/>
          </a:prstGeom>
          <a:noFill/>
          <a:ln w="15875">
            <a:solidFill>
              <a:srgbClr val="55B7FF"/>
            </a:solidFill>
            <a:prstDash val="solid"/>
          </a:ln>
        </p:spPr>
        <p:txBody>
          <a:bodyPr/>
          <a:lstStyle/>
          <a:p>
            <a:endParaRPr lang="uk-UA"/>
          </a:p>
        </p:txBody>
      </p:sp>
      <p:sp>
        <p:nvSpPr>
          <p:cNvPr id="1340" name="line1340"/>
          <p:cNvSpPr/>
          <p:nvPr/>
        </p:nvSpPr>
        <p:spPr>
          <a:xfrm>
            <a:off x="5590451" y="5611734"/>
            <a:ext cx="81763" cy="63398"/>
          </a:xfrm>
          <a:prstGeom prst="line">
            <a:avLst/>
          </a:prstGeom>
          <a:noFill/>
          <a:ln w="15875">
            <a:solidFill>
              <a:srgbClr val="55B7FF"/>
            </a:solidFill>
            <a:prstDash val="solid"/>
          </a:ln>
        </p:spPr>
        <p:txBody>
          <a:bodyPr/>
          <a:lstStyle/>
          <a:p>
            <a:endParaRPr lang="uk-UA"/>
          </a:p>
        </p:txBody>
      </p:sp>
      <p:sp>
        <p:nvSpPr>
          <p:cNvPr id="1341" name="line1341"/>
          <p:cNvSpPr/>
          <p:nvPr/>
        </p:nvSpPr>
        <p:spPr>
          <a:xfrm>
            <a:off x="5672214" y="5675132"/>
            <a:ext cx="81763" cy="63398"/>
          </a:xfrm>
          <a:prstGeom prst="line">
            <a:avLst/>
          </a:prstGeom>
          <a:noFill/>
          <a:ln w="15875">
            <a:solidFill>
              <a:srgbClr val="55B7FF"/>
            </a:solidFill>
            <a:prstDash val="solid"/>
          </a:ln>
        </p:spPr>
        <p:txBody>
          <a:bodyPr/>
          <a:lstStyle/>
          <a:p>
            <a:endParaRPr lang="uk-UA"/>
          </a:p>
        </p:txBody>
      </p:sp>
      <p:sp>
        <p:nvSpPr>
          <p:cNvPr id="1342" name="line1342"/>
          <p:cNvSpPr/>
          <p:nvPr/>
        </p:nvSpPr>
        <p:spPr>
          <a:xfrm>
            <a:off x="5753976" y="5738531"/>
            <a:ext cx="81763" cy="50719"/>
          </a:xfrm>
          <a:prstGeom prst="line">
            <a:avLst/>
          </a:prstGeom>
          <a:noFill/>
          <a:ln w="15875">
            <a:solidFill>
              <a:srgbClr val="55B7FF"/>
            </a:solidFill>
            <a:prstDash val="solid"/>
          </a:ln>
        </p:spPr>
        <p:txBody>
          <a:bodyPr/>
          <a:lstStyle/>
          <a:p>
            <a:endParaRPr lang="uk-UA"/>
          </a:p>
        </p:txBody>
      </p:sp>
      <p:sp>
        <p:nvSpPr>
          <p:cNvPr id="1343" name="line1343"/>
          <p:cNvSpPr/>
          <p:nvPr/>
        </p:nvSpPr>
        <p:spPr>
          <a:xfrm>
            <a:off x="5835739" y="5789249"/>
            <a:ext cx="81763" cy="25359"/>
          </a:xfrm>
          <a:prstGeom prst="line">
            <a:avLst/>
          </a:prstGeom>
          <a:noFill/>
          <a:ln w="15875">
            <a:solidFill>
              <a:srgbClr val="55B7FF"/>
            </a:solidFill>
            <a:prstDash val="solid"/>
          </a:ln>
        </p:spPr>
        <p:txBody>
          <a:bodyPr/>
          <a:lstStyle/>
          <a:p>
            <a:endParaRPr lang="uk-UA"/>
          </a:p>
        </p:txBody>
      </p:sp>
      <p:sp>
        <p:nvSpPr>
          <p:cNvPr id="1344" name="line1344"/>
          <p:cNvSpPr/>
          <p:nvPr/>
        </p:nvSpPr>
        <p:spPr>
          <a:xfrm>
            <a:off x="5917502" y="5814609"/>
            <a:ext cx="81763" cy="19020"/>
          </a:xfrm>
          <a:prstGeom prst="line">
            <a:avLst/>
          </a:prstGeom>
          <a:noFill/>
          <a:ln w="15875">
            <a:solidFill>
              <a:srgbClr val="55B7FF"/>
            </a:solidFill>
            <a:prstDash val="solid"/>
          </a:ln>
        </p:spPr>
        <p:txBody>
          <a:bodyPr/>
          <a:lstStyle/>
          <a:p>
            <a:endParaRPr lang="uk-UA"/>
          </a:p>
        </p:txBody>
      </p:sp>
      <p:sp>
        <p:nvSpPr>
          <p:cNvPr id="1345" name="line1345"/>
          <p:cNvSpPr/>
          <p:nvPr/>
        </p:nvSpPr>
        <p:spPr>
          <a:xfrm>
            <a:off x="5999264" y="5833628"/>
            <a:ext cx="81763" cy="19020"/>
          </a:xfrm>
          <a:prstGeom prst="line">
            <a:avLst/>
          </a:prstGeom>
          <a:noFill/>
          <a:ln w="15875">
            <a:solidFill>
              <a:srgbClr val="55B7FF"/>
            </a:solidFill>
            <a:prstDash val="solid"/>
          </a:ln>
        </p:spPr>
        <p:txBody>
          <a:bodyPr/>
          <a:lstStyle/>
          <a:p>
            <a:endParaRPr lang="uk-UA"/>
          </a:p>
        </p:txBody>
      </p:sp>
      <p:sp>
        <p:nvSpPr>
          <p:cNvPr id="1346" name="line1346"/>
          <p:cNvSpPr/>
          <p:nvPr/>
        </p:nvSpPr>
        <p:spPr>
          <a:xfrm>
            <a:off x="6081027" y="5852648"/>
            <a:ext cx="81763" cy="19020"/>
          </a:xfrm>
          <a:prstGeom prst="line">
            <a:avLst/>
          </a:prstGeom>
          <a:noFill/>
          <a:ln w="15875">
            <a:solidFill>
              <a:srgbClr val="55B7FF"/>
            </a:solidFill>
            <a:prstDash val="solid"/>
          </a:ln>
        </p:spPr>
        <p:txBody>
          <a:bodyPr/>
          <a:lstStyle/>
          <a:p>
            <a:endParaRPr lang="uk-UA"/>
          </a:p>
        </p:txBody>
      </p:sp>
      <p:sp>
        <p:nvSpPr>
          <p:cNvPr id="1347" name="line1347"/>
          <p:cNvSpPr/>
          <p:nvPr/>
        </p:nvSpPr>
        <p:spPr>
          <a:xfrm flipV="1">
            <a:off x="6162789" y="5833628"/>
            <a:ext cx="81763" cy="38039"/>
          </a:xfrm>
          <a:prstGeom prst="line">
            <a:avLst/>
          </a:prstGeom>
          <a:noFill/>
          <a:ln w="15875">
            <a:solidFill>
              <a:srgbClr val="55B7FF"/>
            </a:solidFill>
            <a:prstDash val="solid"/>
          </a:ln>
        </p:spPr>
        <p:txBody>
          <a:bodyPr/>
          <a:lstStyle/>
          <a:p>
            <a:endParaRPr lang="uk-UA"/>
          </a:p>
        </p:txBody>
      </p:sp>
      <p:sp>
        <p:nvSpPr>
          <p:cNvPr id="1348" name="line1348"/>
          <p:cNvSpPr/>
          <p:nvPr/>
        </p:nvSpPr>
        <p:spPr>
          <a:xfrm flipV="1">
            <a:off x="6244552" y="5649773"/>
            <a:ext cx="81763" cy="183855"/>
          </a:xfrm>
          <a:prstGeom prst="line">
            <a:avLst/>
          </a:prstGeom>
          <a:noFill/>
          <a:ln w="15875">
            <a:solidFill>
              <a:srgbClr val="55B7FF"/>
            </a:solidFill>
            <a:prstDash val="solid"/>
          </a:ln>
        </p:spPr>
        <p:txBody>
          <a:bodyPr/>
          <a:lstStyle/>
          <a:p>
            <a:endParaRPr lang="uk-UA"/>
          </a:p>
        </p:txBody>
      </p:sp>
      <p:sp>
        <p:nvSpPr>
          <p:cNvPr id="1349" name="line1349"/>
          <p:cNvSpPr/>
          <p:nvPr/>
        </p:nvSpPr>
        <p:spPr>
          <a:xfrm>
            <a:off x="6326315" y="5649773"/>
            <a:ext cx="81763" cy="12680"/>
          </a:xfrm>
          <a:prstGeom prst="line">
            <a:avLst/>
          </a:prstGeom>
          <a:noFill/>
          <a:ln w="15875">
            <a:solidFill>
              <a:srgbClr val="55B7FF"/>
            </a:solidFill>
            <a:prstDash val="solid"/>
          </a:ln>
        </p:spPr>
        <p:txBody>
          <a:bodyPr/>
          <a:lstStyle/>
          <a:p>
            <a:endParaRPr lang="uk-UA"/>
          </a:p>
        </p:txBody>
      </p:sp>
      <p:sp>
        <p:nvSpPr>
          <p:cNvPr id="1350" name="line1350"/>
          <p:cNvSpPr/>
          <p:nvPr/>
        </p:nvSpPr>
        <p:spPr>
          <a:xfrm flipV="1">
            <a:off x="6408077" y="5637093"/>
            <a:ext cx="81763" cy="25359"/>
          </a:xfrm>
          <a:prstGeom prst="line">
            <a:avLst/>
          </a:prstGeom>
          <a:noFill/>
          <a:ln w="15875">
            <a:solidFill>
              <a:srgbClr val="55B7FF"/>
            </a:solidFill>
            <a:prstDash val="solid"/>
          </a:ln>
        </p:spPr>
        <p:txBody>
          <a:bodyPr/>
          <a:lstStyle/>
          <a:p>
            <a:endParaRPr lang="uk-UA"/>
          </a:p>
        </p:txBody>
      </p:sp>
      <p:sp>
        <p:nvSpPr>
          <p:cNvPr id="1351" name="line1351"/>
          <p:cNvSpPr/>
          <p:nvPr/>
        </p:nvSpPr>
        <p:spPr>
          <a:xfrm flipV="1">
            <a:off x="6489840" y="5618074"/>
            <a:ext cx="81763" cy="19020"/>
          </a:xfrm>
          <a:prstGeom prst="line">
            <a:avLst/>
          </a:prstGeom>
          <a:noFill/>
          <a:ln w="15875">
            <a:solidFill>
              <a:srgbClr val="55B7FF"/>
            </a:solidFill>
            <a:prstDash val="solid"/>
          </a:ln>
        </p:spPr>
        <p:txBody>
          <a:bodyPr/>
          <a:lstStyle/>
          <a:p>
            <a:endParaRPr lang="uk-UA"/>
          </a:p>
        </p:txBody>
      </p:sp>
      <p:sp>
        <p:nvSpPr>
          <p:cNvPr id="1352" name="line1352"/>
          <p:cNvSpPr/>
          <p:nvPr/>
        </p:nvSpPr>
        <p:spPr>
          <a:xfrm flipV="1">
            <a:off x="6571602" y="5586374"/>
            <a:ext cx="81763" cy="31699"/>
          </a:xfrm>
          <a:prstGeom prst="line">
            <a:avLst/>
          </a:prstGeom>
          <a:noFill/>
          <a:ln w="15875">
            <a:solidFill>
              <a:srgbClr val="55B7FF"/>
            </a:solidFill>
            <a:prstDash val="solid"/>
          </a:ln>
        </p:spPr>
        <p:txBody>
          <a:bodyPr/>
          <a:lstStyle/>
          <a:p>
            <a:endParaRPr lang="uk-UA"/>
          </a:p>
        </p:txBody>
      </p:sp>
      <p:sp>
        <p:nvSpPr>
          <p:cNvPr id="1353" name="line1353"/>
          <p:cNvSpPr/>
          <p:nvPr/>
        </p:nvSpPr>
        <p:spPr>
          <a:xfrm flipV="1">
            <a:off x="6653365" y="5567355"/>
            <a:ext cx="81763" cy="19020"/>
          </a:xfrm>
          <a:prstGeom prst="line">
            <a:avLst/>
          </a:prstGeom>
          <a:noFill/>
          <a:ln w="15875">
            <a:solidFill>
              <a:srgbClr val="55B7FF"/>
            </a:solidFill>
            <a:prstDash val="solid"/>
          </a:ln>
        </p:spPr>
        <p:txBody>
          <a:bodyPr/>
          <a:lstStyle/>
          <a:p>
            <a:endParaRPr lang="uk-UA"/>
          </a:p>
        </p:txBody>
      </p:sp>
      <p:sp>
        <p:nvSpPr>
          <p:cNvPr id="1354" name="line1354"/>
          <p:cNvSpPr/>
          <p:nvPr/>
        </p:nvSpPr>
        <p:spPr>
          <a:xfrm>
            <a:off x="6735128" y="5567355"/>
            <a:ext cx="81763" cy="12680"/>
          </a:xfrm>
          <a:prstGeom prst="line">
            <a:avLst/>
          </a:prstGeom>
          <a:noFill/>
          <a:ln w="15875">
            <a:solidFill>
              <a:srgbClr val="55B7FF"/>
            </a:solidFill>
            <a:prstDash val="solid"/>
          </a:ln>
        </p:spPr>
        <p:txBody>
          <a:bodyPr/>
          <a:lstStyle/>
          <a:p>
            <a:endParaRPr lang="uk-UA"/>
          </a:p>
        </p:txBody>
      </p:sp>
      <p:sp>
        <p:nvSpPr>
          <p:cNvPr id="1355" name="line1355"/>
          <p:cNvSpPr/>
          <p:nvPr/>
        </p:nvSpPr>
        <p:spPr>
          <a:xfrm flipV="1">
            <a:off x="6816890" y="5561015"/>
            <a:ext cx="81763" cy="19020"/>
          </a:xfrm>
          <a:prstGeom prst="line">
            <a:avLst/>
          </a:prstGeom>
          <a:noFill/>
          <a:ln w="15875">
            <a:solidFill>
              <a:srgbClr val="55B7FF"/>
            </a:solidFill>
            <a:prstDash val="solid"/>
          </a:ln>
        </p:spPr>
        <p:txBody>
          <a:bodyPr/>
          <a:lstStyle/>
          <a:p>
            <a:endParaRPr lang="uk-UA"/>
          </a:p>
        </p:txBody>
      </p:sp>
      <p:sp>
        <p:nvSpPr>
          <p:cNvPr id="1356" name="line1356"/>
          <p:cNvSpPr/>
          <p:nvPr/>
        </p:nvSpPr>
        <p:spPr>
          <a:xfrm>
            <a:off x="6898653" y="5561015"/>
            <a:ext cx="81763" cy="0"/>
          </a:xfrm>
          <a:prstGeom prst="line">
            <a:avLst/>
          </a:prstGeom>
          <a:noFill/>
          <a:ln w="15875">
            <a:solidFill>
              <a:srgbClr val="55B7FF"/>
            </a:solidFill>
            <a:prstDash val="solid"/>
          </a:ln>
        </p:spPr>
        <p:txBody>
          <a:bodyPr/>
          <a:lstStyle/>
          <a:p>
            <a:endParaRPr lang="uk-UA"/>
          </a:p>
        </p:txBody>
      </p:sp>
      <p:sp>
        <p:nvSpPr>
          <p:cNvPr id="1357" name="line1357"/>
          <p:cNvSpPr/>
          <p:nvPr/>
        </p:nvSpPr>
        <p:spPr>
          <a:xfrm flipV="1">
            <a:off x="6980415" y="5554675"/>
            <a:ext cx="81763" cy="6340"/>
          </a:xfrm>
          <a:prstGeom prst="line">
            <a:avLst/>
          </a:prstGeom>
          <a:noFill/>
          <a:ln w="15875">
            <a:solidFill>
              <a:srgbClr val="55B7FF"/>
            </a:solidFill>
            <a:prstDash val="solid"/>
          </a:ln>
        </p:spPr>
        <p:txBody>
          <a:bodyPr/>
          <a:lstStyle/>
          <a:p>
            <a:endParaRPr lang="uk-UA"/>
          </a:p>
        </p:txBody>
      </p:sp>
      <p:sp>
        <p:nvSpPr>
          <p:cNvPr id="1358" name="line1358"/>
          <p:cNvSpPr/>
          <p:nvPr/>
        </p:nvSpPr>
        <p:spPr>
          <a:xfrm flipV="1">
            <a:off x="7062178" y="5535656"/>
            <a:ext cx="81763" cy="19020"/>
          </a:xfrm>
          <a:prstGeom prst="line">
            <a:avLst/>
          </a:prstGeom>
          <a:noFill/>
          <a:ln w="15875">
            <a:solidFill>
              <a:srgbClr val="55B7FF"/>
            </a:solidFill>
            <a:prstDash val="solid"/>
          </a:ln>
        </p:spPr>
        <p:txBody>
          <a:bodyPr/>
          <a:lstStyle/>
          <a:p>
            <a:endParaRPr lang="uk-UA"/>
          </a:p>
        </p:txBody>
      </p:sp>
      <p:sp>
        <p:nvSpPr>
          <p:cNvPr id="1359" name="line1359"/>
          <p:cNvSpPr/>
          <p:nvPr/>
        </p:nvSpPr>
        <p:spPr>
          <a:xfrm flipV="1">
            <a:off x="7143941" y="5510296"/>
            <a:ext cx="81763" cy="25359"/>
          </a:xfrm>
          <a:prstGeom prst="line">
            <a:avLst/>
          </a:prstGeom>
          <a:noFill/>
          <a:ln w="15875">
            <a:solidFill>
              <a:srgbClr val="55B7FF"/>
            </a:solidFill>
            <a:prstDash val="solid"/>
          </a:ln>
        </p:spPr>
        <p:txBody>
          <a:bodyPr/>
          <a:lstStyle/>
          <a:p>
            <a:endParaRPr lang="uk-UA"/>
          </a:p>
        </p:txBody>
      </p:sp>
      <p:sp>
        <p:nvSpPr>
          <p:cNvPr id="1360" name="line1360"/>
          <p:cNvSpPr/>
          <p:nvPr/>
        </p:nvSpPr>
        <p:spPr>
          <a:xfrm>
            <a:off x="7225703" y="5510296"/>
            <a:ext cx="81763" cy="0"/>
          </a:xfrm>
          <a:prstGeom prst="line">
            <a:avLst/>
          </a:prstGeom>
          <a:noFill/>
          <a:ln w="15875">
            <a:solidFill>
              <a:srgbClr val="55B7FF"/>
            </a:solidFill>
            <a:prstDash val="solid"/>
          </a:ln>
        </p:spPr>
        <p:txBody>
          <a:bodyPr/>
          <a:lstStyle/>
          <a:p>
            <a:endParaRPr lang="uk-UA"/>
          </a:p>
        </p:txBody>
      </p:sp>
      <p:sp>
        <p:nvSpPr>
          <p:cNvPr id="1361" name="line1361"/>
          <p:cNvSpPr/>
          <p:nvPr/>
        </p:nvSpPr>
        <p:spPr>
          <a:xfrm>
            <a:off x="7307466" y="5510296"/>
            <a:ext cx="81763" cy="12680"/>
          </a:xfrm>
          <a:prstGeom prst="line">
            <a:avLst/>
          </a:prstGeom>
          <a:noFill/>
          <a:ln w="15875">
            <a:solidFill>
              <a:srgbClr val="55B7FF"/>
            </a:solidFill>
            <a:prstDash val="solid"/>
          </a:ln>
        </p:spPr>
        <p:txBody>
          <a:bodyPr/>
          <a:lstStyle/>
          <a:p>
            <a:endParaRPr lang="uk-UA"/>
          </a:p>
        </p:txBody>
      </p:sp>
      <p:sp>
        <p:nvSpPr>
          <p:cNvPr id="1362" name="line1362"/>
          <p:cNvSpPr/>
          <p:nvPr/>
        </p:nvSpPr>
        <p:spPr>
          <a:xfrm>
            <a:off x="7389228" y="5522976"/>
            <a:ext cx="81763" cy="19020"/>
          </a:xfrm>
          <a:prstGeom prst="line">
            <a:avLst/>
          </a:prstGeom>
          <a:noFill/>
          <a:ln w="15875">
            <a:solidFill>
              <a:srgbClr val="55B7FF"/>
            </a:solidFill>
            <a:prstDash val="solid"/>
          </a:ln>
        </p:spPr>
        <p:txBody>
          <a:bodyPr/>
          <a:lstStyle/>
          <a:p>
            <a:endParaRPr lang="uk-UA"/>
          </a:p>
        </p:txBody>
      </p:sp>
      <p:sp>
        <p:nvSpPr>
          <p:cNvPr id="1363" name="line1363"/>
          <p:cNvSpPr/>
          <p:nvPr/>
        </p:nvSpPr>
        <p:spPr>
          <a:xfrm>
            <a:off x="7470991" y="5541996"/>
            <a:ext cx="81763" cy="12680"/>
          </a:xfrm>
          <a:prstGeom prst="line">
            <a:avLst/>
          </a:prstGeom>
          <a:noFill/>
          <a:ln w="15875">
            <a:solidFill>
              <a:srgbClr val="55B7FF"/>
            </a:solidFill>
            <a:prstDash val="solid"/>
          </a:ln>
        </p:spPr>
        <p:txBody>
          <a:bodyPr/>
          <a:lstStyle/>
          <a:p>
            <a:endParaRPr lang="uk-UA"/>
          </a:p>
        </p:txBody>
      </p:sp>
      <p:sp>
        <p:nvSpPr>
          <p:cNvPr id="1364" name="line1364"/>
          <p:cNvSpPr/>
          <p:nvPr/>
        </p:nvSpPr>
        <p:spPr>
          <a:xfrm>
            <a:off x="7552754" y="5554675"/>
            <a:ext cx="81763" cy="6340"/>
          </a:xfrm>
          <a:prstGeom prst="line">
            <a:avLst/>
          </a:prstGeom>
          <a:noFill/>
          <a:ln w="15875">
            <a:solidFill>
              <a:srgbClr val="55B7FF"/>
            </a:solidFill>
            <a:prstDash val="solid"/>
          </a:ln>
        </p:spPr>
        <p:txBody>
          <a:bodyPr/>
          <a:lstStyle/>
          <a:p>
            <a:endParaRPr lang="uk-UA"/>
          </a:p>
        </p:txBody>
      </p:sp>
      <p:sp>
        <p:nvSpPr>
          <p:cNvPr id="1365" name="line1365"/>
          <p:cNvSpPr/>
          <p:nvPr/>
        </p:nvSpPr>
        <p:spPr>
          <a:xfrm>
            <a:off x="7634516" y="5561015"/>
            <a:ext cx="81763" cy="12680"/>
          </a:xfrm>
          <a:prstGeom prst="line">
            <a:avLst/>
          </a:prstGeom>
          <a:noFill/>
          <a:ln w="15875">
            <a:solidFill>
              <a:srgbClr val="55B7FF"/>
            </a:solidFill>
            <a:prstDash val="solid"/>
          </a:ln>
        </p:spPr>
        <p:txBody>
          <a:bodyPr/>
          <a:lstStyle/>
          <a:p>
            <a:endParaRPr lang="uk-UA"/>
          </a:p>
        </p:txBody>
      </p:sp>
      <p:sp>
        <p:nvSpPr>
          <p:cNvPr id="1366" name="line1366"/>
          <p:cNvSpPr/>
          <p:nvPr/>
        </p:nvSpPr>
        <p:spPr>
          <a:xfrm flipV="1">
            <a:off x="7716279" y="5567355"/>
            <a:ext cx="81763" cy="6340"/>
          </a:xfrm>
          <a:prstGeom prst="line">
            <a:avLst/>
          </a:prstGeom>
          <a:noFill/>
          <a:ln w="15875">
            <a:solidFill>
              <a:srgbClr val="55B7FF"/>
            </a:solidFill>
            <a:prstDash val="solid"/>
          </a:ln>
        </p:spPr>
        <p:txBody>
          <a:bodyPr/>
          <a:lstStyle/>
          <a:p>
            <a:endParaRPr lang="uk-UA"/>
          </a:p>
        </p:txBody>
      </p:sp>
      <p:sp>
        <p:nvSpPr>
          <p:cNvPr id="1367" name="line1367"/>
          <p:cNvSpPr/>
          <p:nvPr/>
        </p:nvSpPr>
        <p:spPr>
          <a:xfrm>
            <a:off x="7798041" y="5567355"/>
            <a:ext cx="81763" cy="6340"/>
          </a:xfrm>
          <a:prstGeom prst="line">
            <a:avLst/>
          </a:prstGeom>
          <a:noFill/>
          <a:ln w="15875">
            <a:solidFill>
              <a:srgbClr val="55B7FF"/>
            </a:solidFill>
            <a:prstDash val="solid"/>
          </a:ln>
        </p:spPr>
        <p:txBody>
          <a:bodyPr/>
          <a:lstStyle/>
          <a:p>
            <a:endParaRPr lang="uk-UA"/>
          </a:p>
        </p:txBody>
      </p:sp>
      <p:sp>
        <p:nvSpPr>
          <p:cNvPr id="1368" name="line1368"/>
          <p:cNvSpPr/>
          <p:nvPr/>
        </p:nvSpPr>
        <p:spPr>
          <a:xfrm>
            <a:off x="7879804" y="5573695"/>
            <a:ext cx="81763" cy="19020"/>
          </a:xfrm>
          <a:prstGeom prst="line">
            <a:avLst/>
          </a:prstGeom>
          <a:noFill/>
          <a:ln w="15875">
            <a:solidFill>
              <a:srgbClr val="55B7FF"/>
            </a:solidFill>
            <a:prstDash val="solid"/>
          </a:ln>
        </p:spPr>
        <p:txBody>
          <a:bodyPr/>
          <a:lstStyle/>
          <a:p>
            <a:endParaRPr lang="uk-UA"/>
          </a:p>
        </p:txBody>
      </p:sp>
      <p:sp>
        <p:nvSpPr>
          <p:cNvPr id="1369" name="line1369"/>
          <p:cNvSpPr/>
          <p:nvPr/>
        </p:nvSpPr>
        <p:spPr>
          <a:xfrm>
            <a:off x="7961567" y="5592714"/>
            <a:ext cx="81763" cy="12680"/>
          </a:xfrm>
          <a:prstGeom prst="line">
            <a:avLst/>
          </a:prstGeom>
          <a:noFill/>
          <a:ln w="15875">
            <a:solidFill>
              <a:srgbClr val="55B7FF"/>
            </a:solidFill>
            <a:prstDash val="solid"/>
          </a:ln>
        </p:spPr>
        <p:txBody>
          <a:bodyPr/>
          <a:lstStyle/>
          <a:p>
            <a:endParaRPr lang="uk-UA"/>
          </a:p>
        </p:txBody>
      </p:sp>
      <p:sp>
        <p:nvSpPr>
          <p:cNvPr id="1370" name="line1370"/>
          <p:cNvSpPr/>
          <p:nvPr/>
        </p:nvSpPr>
        <p:spPr>
          <a:xfrm flipV="1">
            <a:off x="8043329" y="5586374"/>
            <a:ext cx="81763" cy="19020"/>
          </a:xfrm>
          <a:prstGeom prst="line">
            <a:avLst/>
          </a:prstGeom>
          <a:noFill/>
          <a:ln w="15875">
            <a:solidFill>
              <a:srgbClr val="55B7FF"/>
            </a:solidFill>
            <a:prstDash val="solid"/>
          </a:ln>
        </p:spPr>
        <p:txBody>
          <a:bodyPr/>
          <a:lstStyle/>
          <a:p>
            <a:endParaRPr lang="uk-UA"/>
          </a:p>
        </p:txBody>
      </p:sp>
      <p:sp>
        <p:nvSpPr>
          <p:cNvPr id="1371" name="line1371"/>
          <p:cNvSpPr/>
          <p:nvPr/>
        </p:nvSpPr>
        <p:spPr>
          <a:xfrm flipV="1">
            <a:off x="8125092" y="5497617"/>
            <a:ext cx="81763" cy="88758"/>
          </a:xfrm>
          <a:prstGeom prst="line">
            <a:avLst/>
          </a:prstGeom>
          <a:noFill/>
          <a:ln w="15875">
            <a:solidFill>
              <a:srgbClr val="55B7FF"/>
            </a:solidFill>
            <a:prstDash val="solid"/>
          </a:ln>
        </p:spPr>
        <p:txBody>
          <a:bodyPr/>
          <a:lstStyle/>
          <a:p>
            <a:endParaRPr lang="uk-UA"/>
          </a:p>
        </p:txBody>
      </p:sp>
      <p:sp>
        <p:nvSpPr>
          <p:cNvPr id="1372" name="line1372"/>
          <p:cNvSpPr/>
          <p:nvPr/>
        </p:nvSpPr>
        <p:spPr>
          <a:xfrm flipV="1">
            <a:off x="8206854" y="5396179"/>
            <a:ext cx="81763" cy="101437"/>
          </a:xfrm>
          <a:prstGeom prst="line">
            <a:avLst/>
          </a:prstGeom>
          <a:noFill/>
          <a:ln w="15875">
            <a:solidFill>
              <a:srgbClr val="55B7FF"/>
            </a:solidFill>
            <a:prstDash val="solid"/>
          </a:ln>
        </p:spPr>
        <p:txBody>
          <a:bodyPr/>
          <a:lstStyle/>
          <a:p>
            <a:endParaRPr lang="uk-UA"/>
          </a:p>
        </p:txBody>
      </p:sp>
      <p:sp>
        <p:nvSpPr>
          <p:cNvPr id="1373" name="line1373"/>
          <p:cNvSpPr/>
          <p:nvPr/>
        </p:nvSpPr>
        <p:spPr>
          <a:xfrm flipV="1">
            <a:off x="8288617" y="5320101"/>
            <a:ext cx="81763" cy="76078"/>
          </a:xfrm>
          <a:prstGeom prst="line">
            <a:avLst/>
          </a:prstGeom>
          <a:noFill/>
          <a:ln w="15875">
            <a:solidFill>
              <a:srgbClr val="55B7FF"/>
            </a:solidFill>
            <a:prstDash val="solid"/>
          </a:ln>
        </p:spPr>
        <p:txBody>
          <a:bodyPr/>
          <a:lstStyle/>
          <a:p>
            <a:endParaRPr lang="uk-UA"/>
          </a:p>
        </p:txBody>
      </p:sp>
      <p:sp>
        <p:nvSpPr>
          <p:cNvPr id="1374" name="line1374"/>
          <p:cNvSpPr/>
          <p:nvPr/>
        </p:nvSpPr>
        <p:spPr>
          <a:xfrm flipV="1">
            <a:off x="8370380" y="5313761"/>
            <a:ext cx="81763" cy="6340"/>
          </a:xfrm>
          <a:prstGeom prst="line">
            <a:avLst/>
          </a:prstGeom>
          <a:noFill/>
          <a:ln w="15875">
            <a:solidFill>
              <a:srgbClr val="55B7FF"/>
            </a:solidFill>
            <a:prstDash val="solid"/>
          </a:ln>
        </p:spPr>
        <p:txBody>
          <a:bodyPr/>
          <a:lstStyle/>
          <a:p>
            <a:endParaRPr lang="uk-UA"/>
          </a:p>
        </p:txBody>
      </p:sp>
      <p:sp>
        <p:nvSpPr>
          <p:cNvPr id="1375" name="line1375"/>
          <p:cNvSpPr/>
          <p:nvPr/>
        </p:nvSpPr>
        <p:spPr>
          <a:xfrm>
            <a:off x="8452142" y="5313761"/>
            <a:ext cx="81763" cy="12680"/>
          </a:xfrm>
          <a:prstGeom prst="line">
            <a:avLst/>
          </a:prstGeom>
          <a:noFill/>
          <a:ln w="15875">
            <a:solidFill>
              <a:srgbClr val="55B7FF"/>
            </a:solidFill>
            <a:prstDash val="solid"/>
          </a:ln>
        </p:spPr>
        <p:txBody>
          <a:bodyPr/>
          <a:lstStyle/>
          <a:p>
            <a:endParaRPr lang="uk-UA"/>
          </a:p>
        </p:txBody>
      </p:sp>
      <p:sp>
        <p:nvSpPr>
          <p:cNvPr id="1376" name="line1376"/>
          <p:cNvSpPr/>
          <p:nvPr/>
        </p:nvSpPr>
        <p:spPr>
          <a:xfrm>
            <a:off x="8533905" y="5326441"/>
            <a:ext cx="81763" cy="38039"/>
          </a:xfrm>
          <a:prstGeom prst="line">
            <a:avLst/>
          </a:prstGeom>
          <a:noFill/>
          <a:ln w="15875">
            <a:solidFill>
              <a:srgbClr val="55B7FF"/>
            </a:solidFill>
            <a:prstDash val="solid"/>
          </a:ln>
        </p:spPr>
        <p:txBody>
          <a:bodyPr/>
          <a:lstStyle/>
          <a:p>
            <a:endParaRPr lang="uk-UA"/>
          </a:p>
        </p:txBody>
      </p:sp>
      <p:sp>
        <p:nvSpPr>
          <p:cNvPr id="1377" name="line1377"/>
          <p:cNvSpPr/>
          <p:nvPr/>
        </p:nvSpPr>
        <p:spPr>
          <a:xfrm>
            <a:off x="8615667" y="5364480"/>
            <a:ext cx="81763" cy="19020"/>
          </a:xfrm>
          <a:prstGeom prst="line">
            <a:avLst/>
          </a:prstGeom>
          <a:noFill/>
          <a:ln w="15875">
            <a:solidFill>
              <a:srgbClr val="55B7FF"/>
            </a:solidFill>
            <a:prstDash val="solid"/>
          </a:ln>
        </p:spPr>
        <p:txBody>
          <a:bodyPr/>
          <a:lstStyle/>
          <a:p>
            <a:endParaRPr lang="uk-UA"/>
          </a:p>
        </p:txBody>
      </p:sp>
      <p:sp>
        <p:nvSpPr>
          <p:cNvPr id="1378" name="line1378"/>
          <p:cNvSpPr/>
          <p:nvPr/>
        </p:nvSpPr>
        <p:spPr>
          <a:xfrm>
            <a:off x="8697430" y="5383500"/>
            <a:ext cx="81763" cy="0"/>
          </a:xfrm>
          <a:prstGeom prst="line">
            <a:avLst/>
          </a:prstGeom>
          <a:noFill/>
          <a:ln w="15875">
            <a:solidFill>
              <a:srgbClr val="55B7FF"/>
            </a:solidFill>
            <a:prstDash val="solid"/>
          </a:ln>
        </p:spPr>
        <p:txBody>
          <a:bodyPr/>
          <a:lstStyle/>
          <a:p>
            <a:endParaRPr lang="uk-UA"/>
          </a:p>
        </p:txBody>
      </p:sp>
      <p:sp>
        <p:nvSpPr>
          <p:cNvPr id="1379" name="line1379"/>
          <p:cNvSpPr/>
          <p:nvPr/>
        </p:nvSpPr>
        <p:spPr>
          <a:xfrm flipV="1">
            <a:off x="8779193" y="5370820"/>
            <a:ext cx="81763" cy="12680"/>
          </a:xfrm>
          <a:prstGeom prst="line">
            <a:avLst/>
          </a:prstGeom>
          <a:noFill/>
          <a:ln w="15875">
            <a:solidFill>
              <a:srgbClr val="55B7FF"/>
            </a:solidFill>
            <a:prstDash val="solid"/>
          </a:ln>
        </p:spPr>
        <p:txBody>
          <a:bodyPr/>
          <a:lstStyle/>
          <a:p>
            <a:endParaRPr lang="uk-UA"/>
          </a:p>
        </p:txBody>
      </p:sp>
      <p:sp>
        <p:nvSpPr>
          <p:cNvPr id="1380" name="line1380"/>
          <p:cNvSpPr/>
          <p:nvPr/>
        </p:nvSpPr>
        <p:spPr>
          <a:xfrm>
            <a:off x="8860955" y="5370820"/>
            <a:ext cx="81763" cy="6340"/>
          </a:xfrm>
          <a:prstGeom prst="line">
            <a:avLst/>
          </a:prstGeom>
          <a:noFill/>
          <a:ln w="15875">
            <a:solidFill>
              <a:srgbClr val="55B7FF"/>
            </a:solidFill>
            <a:prstDash val="solid"/>
          </a:ln>
        </p:spPr>
        <p:txBody>
          <a:bodyPr/>
          <a:lstStyle/>
          <a:p>
            <a:endParaRPr lang="uk-UA"/>
          </a:p>
        </p:txBody>
      </p:sp>
      <p:sp>
        <p:nvSpPr>
          <p:cNvPr id="1381" name="line1381"/>
          <p:cNvSpPr/>
          <p:nvPr/>
        </p:nvSpPr>
        <p:spPr>
          <a:xfrm>
            <a:off x="8942718" y="5377160"/>
            <a:ext cx="81763" cy="25359"/>
          </a:xfrm>
          <a:prstGeom prst="line">
            <a:avLst/>
          </a:prstGeom>
          <a:noFill/>
          <a:ln w="15875">
            <a:solidFill>
              <a:srgbClr val="55B7FF"/>
            </a:solidFill>
            <a:prstDash val="solid"/>
          </a:ln>
        </p:spPr>
        <p:txBody>
          <a:bodyPr/>
          <a:lstStyle/>
          <a:p>
            <a:endParaRPr lang="uk-UA"/>
          </a:p>
        </p:txBody>
      </p:sp>
      <p:sp>
        <p:nvSpPr>
          <p:cNvPr id="1382" name="line1382"/>
          <p:cNvSpPr/>
          <p:nvPr/>
        </p:nvSpPr>
        <p:spPr>
          <a:xfrm flipV="1">
            <a:off x="9024480" y="5383500"/>
            <a:ext cx="81763" cy="19020"/>
          </a:xfrm>
          <a:prstGeom prst="line">
            <a:avLst/>
          </a:prstGeom>
          <a:noFill/>
          <a:ln w="15875">
            <a:solidFill>
              <a:srgbClr val="55B7FF"/>
            </a:solidFill>
            <a:prstDash val="solid"/>
          </a:ln>
        </p:spPr>
        <p:txBody>
          <a:bodyPr/>
          <a:lstStyle/>
          <a:p>
            <a:endParaRPr lang="uk-UA"/>
          </a:p>
        </p:txBody>
      </p:sp>
      <p:sp>
        <p:nvSpPr>
          <p:cNvPr id="1383" name="line1383"/>
          <p:cNvSpPr/>
          <p:nvPr/>
        </p:nvSpPr>
        <p:spPr>
          <a:xfrm flipV="1">
            <a:off x="9106243" y="5351800"/>
            <a:ext cx="81763" cy="31699"/>
          </a:xfrm>
          <a:prstGeom prst="line">
            <a:avLst/>
          </a:prstGeom>
          <a:noFill/>
          <a:ln w="15875">
            <a:solidFill>
              <a:srgbClr val="55B7FF"/>
            </a:solidFill>
            <a:prstDash val="solid"/>
          </a:ln>
        </p:spPr>
        <p:txBody>
          <a:bodyPr/>
          <a:lstStyle/>
          <a:p>
            <a:endParaRPr lang="uk-UA"/>
          </a:p>
        </p:txBody>
      </p:sp>
      <p:sp>
        <p:nvSpPr>
          <p:cNvPr id="1384" name="line1384"/>
          <p:cNvSpPr/>
          <p:nvPr/>
        </p:nvSpPr>
        <p:spPr>
          <a:xfrm flipV="1">
            <a:off x="9188005" y="5326441"/>
            <a:ext cx="81763" cy="25359"/>
          </a:xfrm>
          <a:prstGeom prst="line">
            <a:avLst/>
          </a:prstGeom>
          <a:noFill/>
          <a:ln w="15875">
            <a:solidFill>
              <a:srgbClr val="55B7FF"/>
            </a:solidFill>
            <a:prstDash val="solid"/>
          </a:ln>
        </p:spPr>
        <p:txBody>
          <a:bodyPr/>
          <a:lstStyle/>
          <a:p>
            <a:endParaRPr lang="uk-UA"/>
          </a:p>
        </p:txBody>
      </p:sp>
      <p:sp>
        <p:nvSpPr>
          <p:cNvPr id="1385" name="line1385"/>
          <p:cNvSpPr/>
          <p:nvPr/>
        </p:nvSpPr>
        <p:spPr>
          <a:xfrm>
            <a:off x="9269768" y="5326441"/>
            <a:ext cx="81763" cy="12680"/>
          </a:xfrm>
          <a:prstGeom prst="line">
            <a:avLst/>
          </a:prstGeom>
          <a:noFill/>
          <a:ln w="15875">
            <a:solidFill>
              <a:srgbClr val="55B7FF"/>
            </a:solidFill>
            <a:prstDash val="solid"/>
          </a:ln>
        </p:spPr>
        <p:txBody>
          <a:bodyPr/>
          <a:lstStyle/>
          <a:p>
            <a:endParaRPr lang="uk-UA"/>
          </a:p>
        </p:txBody>
      </p:sp>
      <p:sp>
        <p:nvSpPr>
          <p:cNvPr id="1386" name="line1386"/>
          <p:cNvSpPr/>
          <p:nvPr/>
        </p:nvSpPr>
        <p:spPr>
          <a:xfrm>
            <a:off x="9351531" y="5339121"/>
            <a:ext cx="81763" cy="31699"/>
          </a:xfrm>
          <a:prstGeom prst="line">
            <a:avLst/>
          </a:prstGeom>
          <a:noFill/>
          <a:ln w="15875">
            <a:solidFill>
              <a:srgbClr val="55B7FF"/>
            </a:solidFill>
            <a:prstDash val="solid"/>
          </a:ln>
        </p:spPr>
        <p:txBody>
          <a:bodyPr/>
          <a:lstStyle/>
          <a:p>
            <a:endParaRPr lang="uk-UA"/>
          </a:p>
        </p:txBody>
      </p:sp>
      <p:sp>
        <p:nvSpPr>
          <p:cNvPr id="1387" name="line1387"/>
          <p:cNvSpPr/>
          <p:nvPr/>
        </p:nvSpPr>
        <p:spPr>
          <a:xfrm>
            <a:off x="9433293" y="5370820"/>
            <a:ext cx="81763" cy="19020"/>
          </a:xfrm>
          <a:prstGeom prst="line">
            <a:avLst/>
          </a:prstGeom>
          <a:noFill/>
          <a:ln w="15875">
            <a:solidFill>
              <a:srgbClr val="55B7FF"/>
            </a:solidFill>
            <a:prstDash val="solid"/>
          </a:ln>
        </p:spPr>
        <p:txBody>
          <a:bodyPr/>
          <a:lstStyle/>
          <a:p>
            <a:endParaRPr lang="uk-UA"/>
          </a:p>
        </p:txBody>
      </p:sp>
      <p:sp>
        <p:nvSpPr>
          <p:cNvPr id="1388" name="line1388"/>
          <p:cNvSpPr/>
          <p:nvPr/>
        </p:nvSpPr>
        <p:spPr>
          <a:xfrm>
            <a:off x="9515056" y="5389839"/>
            <a:ext cx="81763" cy="19020"/>
          </a:xfrm>
          <a:prstGeom prst="line">
            <a:avLst/>
          </a:prstGeom>
          <a:noFill/>
          <a:ln w="15875">
            <a:solidFill>
              <a:srgbClr val="55B7FF"/>
            </a:solidFill>
            <a:prstDash val="solid"/>
          </a:ln>
        </p:spPr>
        <p:txBody>
          <a:bodyPr/>
          <a:lstStyle/>
          <a:p>
            <a:endParaRPr lang="uk-UA"/>
          </a:p>
        </p:txBody>
      </p:sp>
      <p:sp>
        <p:nvSpPr>
          <p:cNvPr id="1389" name="line1389"/>
          <p:cNvSpPr/>
          <p:nvPr/>
        </p:nvSpPr>
        <p:spPr>
          <a:xfrm>
            <a:off x="9596819" y="5408859"/>
            <a:ext cx="81763" cy="19020"/>
          </a:xfrm>
          <a:prstGeom prst="line">
            <a:avLst/>
          </a:prstGeom>
          <a:noFill/>
          <a:ln w="15875">
            <a:solidFill>
              <a:srgbClr val="55B7FF"/>
            </a:solidFill>
            <a:prstDash val="solid"/>
          </a:ln>
        </p:spPr>
        <p:txBody>
          <a:bodyPr/>
          <a:lstStyle/>
          <a:p>
            <a:endParaRPr lang="uk-UA"/>
          </a:p>
        </p:txBody>
      </p:sp>
      <p:sp>
        <p:nvSpPr>
          <p:cNvPr id="1390" name="line1390"/>
          <p:cNvSpPr/>
          <p:nvPr/>
        </p:nvSpPr>
        <p:spPr>
          <a:xfrm>
            <a:off x="9678581" y="5427878"/>
            <a:ext cx="81763" cy="0"/>
          </a:xfrm>
          <a:prstGeom prst="line">
            <a:avLst/>
          </a:prstGeom>
          <a:noFill/>
          <a:ln w="15875">
            <a:solidFill>
              <a:srgbClr val="55B7FF"/>
            </a:solidFill>
            <a:prstDash val="solid"/>
          </a:ln>
        </p:spPr>
        <p:txBody>
          <a:bodyPr/>
          <a:lstStyle/>
          <a:p>
            <a:endParaRPr lang="uk-UA"/>
          </a:p>
        </p:txBody>
      </p:sp>
      <p:sp>
        <p:nvSpPr>
          <p:cNvPr id="1391" name="line1391"/>
          <p:cNvSpPr/>
          <p:nvPr/>
        </p:nvSpPr>
        <p:spPr>
          <a:xfrm>
            <a:off x="9760344" y="5427878"/>
            <a:ext cx="81763" cy="6340"/>
          </a:xfrm>
          <a:prstGeom prst="line">
            <a:avLst/>
          </a:prstGeom>
          <a:noFill/>
          <a:ln w="15875">
            <a:solidFill>
              <a:srgbClr val="55B7FF"/>
            </a:solidFill>
            <a:prstDash val="solid"/>
          </a:ln>
        </p:spPr>
        <p:txBody>
          <a:bodyPr/>
          <a:lstStyle/>
          <a:p>
            <a:endParaRPr lang="uk-UA"/>
          </a:p>
        </p:txBody>
      </p:sp>
      <p:sp>
        <p:nvSpPr>
          <p:cNvPr id="1392" name="line1392"/>
          <p:cNvSpPr/>
          <p:nvPr/>
        </p:nvSpPr>
        <p:spPr>
          <a:xfrm>
            <a:off x="9842106" y="5434218"/>
            <a:ext cx="81763" cy="31699"/>
          </a:xfrm>
          <a:prstGeom prst="line">
            <a:avLst/>
          </a:prstGeom>
          <a:noFill/>
          <a:ln w="15875">
            <a:solidFill>
              <a:srgbClr val="55B7FF"/>
            </a:solidFill>
            <a:prstDash val="solid"/>
          </a:ln>
        </p:spPr>
        <p:txBody>
          <a:bodyPr/>
          <a:lstStyle/>
          <a:p>
            <a:endParaRPr lang="uk-UA"/>
          </a:p>
        </p:txBody>
      </p:sp>
      <p:sp>
        <p:nvSpPr>
          <p:cNvPr id="1393" name="line1393"/>
          <p:cNvSpPr/>
          <p:nvPr/>
        </p:nvSpPr>
        <p:spPr>
          <a:xfrm>
            <a:off x="9923869" y="5465917"/>
            <a:ext cx="81763" cy="19020"/>
          </a:xfrm>
          <a:prstGeom prst="line">
            <a:avLst/>
          </a:prstGeom>
          <a:noFill/>
          <a:ln w="15875">
            <a:solidFill>
              <a:srgbClr val="55B7FF"/>
            </a:solidFill>
            <a:prstDash val="solid"/>
          </a:ln>
        </p:spPr>
        <p:txBody>
          <a:bodyPr/>
          <a:lstStyle/>
          <a:p>
            <a:endParaRPr lang="uk-UA"/>
          </a:p>
        </p:txBody>
      </p:sp>
      <p:sp>
        <p:nvSpPr>
          <p:cNvPr id="1394" name="line1394"/>
          <p:cNvSpPr/>
          <p:nvPr/>
        </p:nvSpPr>
        <p:spPr>
          <a:xfrm>
            <a:off x="10005632" y="5484937"/>
            <a:ext cx="81763" cy="6340"/>
          </a:xfrm>
          <a:prstGeom prst="line">
            <a:avLst/>
          </a:prstGeom>
          <a:noFill/>
          <a:ln w="15875">
            <a:solidFill>
              <a:srgbClr val="55B7FF"/>
            </a:solidFill>
            <a:prstDash val="solid"/>
          </a:ln>
        </p:spPr>
        <p:txBody>
          <a:bodyPr/>
          <a:lstStyle/>
          <a:p>
            <a:endParaRPr lang="uk-UA"/>
          </a:p>
        </p:txBody>
      </p:sp>
      <p:sp>
        <p:nvSpPr>
          <p:cNvPr id="1395" name="line1395"/>
          <p:cNvSpPr/>
          <p:nvPr/>
        </p:nvSpPr>
        <p:spPr>
          <a:xfrm flipV="1">
            <a:off x="10087394" y="5421539"/>
            <a:ext cx="81763" cy="69738"/>
          </a:xfrm>
          <a:prstGeom prst="line">
            <a:avLst/>
          </a:prstGeom>
          <a:noFill/>
          <a:ln w="15875">
            <a:solidFill>
              <a:srgbClr val="55B7FF"/>
            </a:solidFill>
            <a:prstDash val="solid"/>
          </a:ln>
        </p:spPr>
        <p:txBody>
          <a:bodyPr/>
          <a:lstStyle/>
          <a:p>
            <a:endParaRPr lang="uk-UA"/>
          </a:p>
        </p:txBody>
      </p:sp>
      <p:sp>
        <p:nvSpPr>
          <p:cNvPr id="1396" name="line1396"/>
          <p:cNvSpPr/>
          <p:nvPr/>
        </p:nvSpPr>
        <p:spPr>
          <a:xfrm flipV="1">
            <a:off x="10169157" y="5345460"/>
            <a:ext cx="81763" cy="76078"/>
          </a:xfrm>
          <a:prstGeom prst="line">
            <a:avLst/>
          </a:prstGeom>
          <a:noFill/>
          <a:ln w="15875">
            <a:solidFill>
              <a:srgbClr val="55B7FF"/>
            </a:solidFill>
            <a:prstDash val="solid"/>
          </a:ln>
        </p:spPr>
        <p:txBody>
          <a:bodyPr/>
          <a:lstStyle/>
          <a:p>
            <a:endParaRPr lang="uk-UA"/>
          </a:p>
        </p:txBody>
      </p:sp>
      <p:sp>
        <p:nvSpPr>
          <p:cNvPr id="1397" name="line1397"/>
          <p:cNvSpPr/>
          <p:nvPr/>
        </p:nvSpPr>
        <p:spPr>
          <a:xfrm flipV="1">
            <a:off x="10250919" y="5294742"/>
            <a:ext cx="81763" cy="50719"/>
          </a:xfrm>
          <a:prstGeom prst="line">
            <a:avLst/>
          </a:prstGeom>
          <a:noFill/>
          <a:ln w="15875">
            <a:solidFill>
              <a:srgbClr val="55B7FF"/>
            </a:solidFill>
            <a:prstDash val="solid"/>
          </a:ln>
        </p:spPr>
        <p:txBody>
          <a:bodyPr/>
          <a:lstStyle/>
          <a:p>
            <a:endParaRPr lang="uk-UA"/>
          </a:p>
        </p:txBody>
      </p:sp>
      <p:sp>
        <p:nvSpPr>
          <p:cNvPr id="1398" name="line1398"/>
          <p:cNvSpPr/>
          <p:nvPr/>
        </p:nvSpPr>
        <p:spPr>
          <a:xfrm>
            <a:off x="10332682" y="5294742"/>
            <a:ext cx="81763" cy="6340"/>
          </a:xfrm>
          <a:prstGeom prst="line">
            <a:avLst/>
          </a:prstGeom>
          <a:noFill/>
          <a:ln w="15875">
            <a:solidFill>
              <a:srgbClr val="55B7FF"/>
            </a:solidFill>
            <a:prstDash val="solid"/>
          </a:ln>
        </p:spPr>
        <p:txBody>
          <a:bodyPr/>
          <a:lstStyle/>
          <a:p>
            <a:endParaRPr lang="uk-UA"/>
          </a:p>
        </p:txBody>
      </p:sp>
      <p:sp>
        <p:nvSpPr>
          <p:cNvPr id="1399" name="line1399"/>
          <p:cNvSpPr/>
          <p:nvPr/>
        </p:nvSpPr>
        <p:spPr>
          <a:xfrm flipV="1">
            <a:off x="10414445" y="5237683"/>
            <a:ext cx="81763" cy="63398"/>
          </a:xfrm>
          <a:prstGeom prst="line">
            <a:avLst/>
          </a:prstGeom>
          <a:noFill/>
          <a:ln w="15875">
            <a:solidFill>
              <a:srgbClr val="55B7FF"/>
            </a:solidFill>
            <a:prstDash val="solid"/>
          </a:ln>
        </p:spPr>
        <p:txBody>
          <a:bodyPr/>
          <a:lstStyle/>
          <a:p>
            <a:endParaRPr lang="uk-UA"/>
          </a:p>
        </p:txBody>
      </p:sp>
      <p:sp>
        <p:nvSpPr>
          <p:cNvPr id="1400" name="line1400"/>
          <p:cNvSpPr/>
          <p:nvPr/>
        </p:nvSpPr>
        <p:spPr>
          <a:xfrm flipV="1">
            <a:off x="10496207" y="5205984"/>
            <a:ext cx="81763" cy="31699"/>
          </a:xfrm>
          <a:prstGeom prst="line">
            <a:avLst/>
          </a:prstGeom>
          <a:noFill/>
          <a:ln w="15875">
            <a:solidFill>
              <a:srgbClr val="55B7FF"/>
            </a:solidFill>
            <a:prstDash val="solid"/>
          </a:ln>
        </p:spPr>
        <p:txBody>
          <a:bodyPr/>
          <a:lstStyle/>
          <a:p>
            <a:endParaRPr lang="uk-UA"/>
          </a:p>
        </p:txBody>
      </p:sp>
      <p:sp>
        <p:nvSpPr>
          <p:cNvPr id="1401" name="line1401"/>
          <p:cNvSpPr/>
          <p:nvPr/>
        </p:nvSpPr>
        <p:spPr>
          <a:xfrm>
            <a:off x="10577970" y="5205984"/>
            <a:ext cx="81763" cy="31699"/>
          </a:xfrm>
          <a:prstGeom prst="line">
            <a:avLst/>
          </a:prstGeom>
          <a:noFill/>
          <a:ln w="15875">
            <a:solidFill>
              <a:srgbClr val="55B7FF"/>
            </a:solidFill>
            <a:prstDash val="solid"/>
          </a:ln>
        </p:spPr>
        <p:txBody>
          <a:bodyPr/>
          <a:lstStyle/>
          <a:p>
            <a:endParaRPr lang="uk-UA"/>
          </a:p>
        </p:txBody>
      </p:sp>
      <p:sp>
        <p:nvSpPr>
          <p:cNvPr id="1402" name="line1402"/>
          <p:cNvSpPr/>
          <p:nvPr/>
        </p:nvSpPr>
        <p:spPr>
          <a:xfrm>
            <a:off x="10659732" y="5237683"/>
            <a:ext cx="81763" cy="57059"/>
          </a:xfrm>
          <a:prstGeom prst="line">
            <a:avLst/>
          </a:prstGeom>
          <a:noFill/>
          <a:ln w="15875">
            <a:solidFill>
              <a:srgbClr val="55B7FF"/>
            </a:solidFill>
            <a:prstDash val="solid"/>
          </a:ln>
        </p:spPr>
        <p:txBody>
          <a:bodyPr/>
          <a:lstStyle/>
          <a:p>
            <a:endParaRPr lang="uk-UA"/>
          </a:p>
        </p:txBody>
      </p:sp>
      <p:sp>
        <p:nvSpPr>
          <p:cNvPr id="1403" name="line1403"/>
          <p:cNvSpPr/>
          <p:nvPr/>
        </p:nvSpPr>
        <p:spPr>
          <a:xfrm>
            <a:off x="10741495" y="5294742"/>
            <a:ext cx="81763" cy="38039"/>
          </a:xfrm>
          <a:prstGeom prst="line">
            <a:avLst/>
          </a:prstGeom>
          <a:noFill/>
          <a:ln w="15875">
            <a:solidFill>
              <a:srgbClr val="55B7FF"/>
            </a:solidFill>
            <a:prstDash val="solid"/>
          </a:ln>
        </p:spPr>
        <p:txBody>
          <a:bodyPr/>
          <a:lstStyle/>
          <a:p>
            <a:endParaRPr lang="uk-UA"/>
          </a:p>
        </p:txBody>
      </p:sp>
      <p:sp>
        <p:nvSpPr>
          <p:cNvPr id="1404" name="line1404"/>
          <p:cNvSpPr/>
          <p:nvPr/>
        </p:nvSpPr>
        <p:spPr>
          <a:xfrm>
            <a:off x="10823258" y="5332781"/>
            <a:ext cx="81763" cy="12680"/>
          </a:xfrm>
          <a:prstGeom prst="line">
            <a:avLst/>
          </a:prstGeom>
          <a:noFill/>
          <a:ln w="15875">
            <a:solidFill>
              <a:srgbClr val="55B7FF"/>
            </a:solidFill>
            <a:prstDash val="solid"/>
          </a:ln>
        </p:spPr>
        <p:txBody>
          <a:bodyPr/>
          <a:lstStyle/>
          <a:p>
            <a:endParaRPr lang="uk-UA"/>
          </a:p>
        </p:txBody>
      </p:sp>
      <p:sp>
        <p:nvSpPr>
          <p:cNvPr id="1405" name="line1405"/>
          <p:cNvSpPr/>
          <p:nvPr/>
        </p:nvSpPr>
        <p:spPr>
          <a:xfrm>
            <a:off x="10905020" y="5345460"/>
            <a:ext cx="81763" cy="6340"/>
          </a:xfrm>
          <a:prstGeom prst="line">
            <a:avLst/>
          </a:prstGeom>
          <a:noFill/>
          <a:ln w="15875">
            <a:solidFill>
              <a:srgbClr val="55B7FF"/>
            </a:solidFill>
            <a:prstDash val="solid"/>
          </a:ln>
        </p:spPr>
        <p:txBody>
          <a:bodyPr/>
          <a:lstStyle/>
          <a:p>
            <a:endParaRPr lang="uk-UA"/>
          </a:p>
        </p:txBody>
      </p:sp>
      <p:sp>
        <p:nvSpPr>
          <p:cNvPr id="1406" name="line1406"/>
          <p:cNvSpPr/>
          <p:nvPr/>
        </p:nvSpPr>
        <p:spPr>
          <a:xfrm>
            <a:off x="1257033" y="4939711"/>
            <a:ext cx="81763" cy="25359"/>
          </a:xfrm>
          <a:prstGeom prst="line">
            <a:avLst/>
          </a:prstGeom>
          <a:noFill/>
          <a:ln w="15875">
            <a:solidFill>
              <a:srgbClr val="D96CB5"/>
            </a:solidFill>
            <a:prstDash val="solid"/>
          </a:ln>
        </p:spPr>
        <p:txBody>
          <a:bodyPr/>
          <a:lstStyle/>
          <a:p>
            <a:endParaRPr lang="uk-UA"/>
          </a:p>
        </p:txBody>
      </p:sp>
      <p:sp>
        <p:nvSpPr>
          <p:cNvPr id="1407" name="line1407"/>
          <p:cNvSpPr/>
          <p:nvPr/>
        </p:nvSpPr>
        <p:spPr>
          <a:xfrm>
            <a:off x="1338796" y="4965070"/>
            <a:ext cx="81763" cy="101437"/>
          </a:xfrm>
          <a:prstGeom prst="line">
            <a:avLst/>
          </a:prstGeom>
          <a:noFill/>
          <a:ln w="15875">
            <a:solidFill>
              <a:srgbClr val="D96CB5"/>
            </a:solidFill>
            <a:prstDash val="solid"/>
          </a:ln>
        </p:spPr>
        <p:txBody>
          <a:bodyPr/>
          <a:lstStyle/>
          <a:p>
            <a:endParaRPr lang="uk-UA"/>
          </a:p>
        </p:txBody>
      </p:sp>
      <p:sp>
        <p:nvSpPr>
          <p:cNvPr id="1408" name="line1408"/>
          <p:cNvSpPr/>
          <p:nvPr/>
        </p:nvSpPr>
        <p:spPr>
          <a:xfrm>
            <a:off x="1420559" y="5066508"/>
            <a:ext cx="81763" cy="57059"/>
          </a:xfrm>
          <a:prstGeom prst="line">
            <a:avLst/>
          </a:prstGeom>
          <a:noFill/>
          <a:ln w="15875">
            <a:solidFill>
              <a:srgbClr val="D96CB5"/>
            </a:solidFill>
            <a:prstDash val="solid"/>
          </a:ln>
        </p:spPr>
        <p:txBody>
          <a:bodyPr/>
          <a:lstStyle/>
          <a:p>
            <a:endParaRPr lang="uk-UA"/>
          </a:p>
        </p:txBody>
      </p:sp>
      <p:sp>
        <p:nvSpPr>
          <p:cNvPr id="1409" name="line1409"/>
          <p:cNvSpPr/>
          <p:nvPr/>
        </p:nvSpPr>
        <p:spPr>
          <a:xfrm>
            <a:off x="1502321" y="5123566"/>
            <a:ext cx="81763" cy="38039"/>
          </a:xfrm>
          <a:prstGeom prst="line">
            <a:avLst/>
          </a:prstGeom>
          <a:noFill/>
          <a:ln w="15875">
            <a:solidFill>
              <a:srgbClr val="D96CB5"/>
            </a:solidFill>
            <a:prstDash val="solid"/>
          </a:ln>
        </p:spPr>
        <p:txBody>
          <a:bodyPr/>
          <a:lstStyle/>
          <a:p>
            <a:endParaRPr lang="uk-UA"/>
          </a:p>
        </p:txBody>
      </p:sp>
      <p:sp>
        <p:nvSpPr>
          <p:cNvPr id="1410" name="line1410"/>
          <p:cNvSpPr/>
          <p:nvPr/>
        </p:nvSpPr>
        <p:spPr>
          <a:xfrm>
            <a:off x="1584084" y="5161605"/>
            <a:ext cx="81763" cy="31699"/>
          </a:xfrm>
          <a:prstGeom prst="line">
            <a:avLst/>
          </a:prstGeom>
          <a:noFill/>
          <a:ln w="15875">
            <a:solidFill>
              <a:srgbClr val="D96CB5"/>
            </a:solidFill>
            <a:prstDash val="solid"/>
          </a:ln>
        </p:spPr>
        <p:txBody>
          <a:bodyPr/>
          <a:lstStyle/>
          <a:p>
            <a:endParaRPr lang="uk-UA"/>
          </a:p>
        </p:txBody>
      </p:sp>
      <p:sp>
        <p:nvSpPr>
          <p:cNvPr id="1411" name="line1411"/>
          <p:cNvSpPr/>
          <p:nvPr/>
        </p:nvSpPr>
        <p:spPr>
          <a:xfrm>
            <a:off x="1665846" y="5193304"/>
            <a:ext cx="81763" cy="25359"/>
          </a:xfrm>
          <a:prstGeom prst="line">
            <a:avLst/>
          </a:prstGeom>
          <a:noFill/>
          <a:ln w="15875">
            <a:solidFill>
              <a:srgbClr val="D96CB5"/>
            </a:solidFill>
            <a:prstDash val="solid"/>
          </a:ln>
        </p:spPr>
        <p:txBody>
          <a:bodyPr/>
          <a:lstStyle/>
          <a:p>
            <a:endParaRPr lang="uk-UA"/>
          </a:p>
        </p:txBody>
      </p:sp>
      <p:sp>
        <p:nvSpPr>
          <p:cNvPr id="1412" name="line1412"/>
          <p:cNvSpPr/>
          <p:nvPr/>
        </p:nvSpPr>
        <p:spPr>
          <a:xfrm>
            <a:off x="1747609" y="5218664"/>
            <a:ext cx="81763" cy="38039"/>
          </a:xfrm>
          <a:prstGeom prst="line">
            <a:avLst/>
          </a:prstGeom>
          <a:noFill/>
          <a:ln w="15875">
            <a:solidFill>
              <a:srgbClr val="D96CB5"/>
            </a:solidFill>
            <a:prstDash val="solid"/>
          </a:ln>
        </p:spPr>
        <p:txBody>
          <a:bodyPr/>
          <a:lstStyle/>
          <a:p>
            <a:endParaRPr lang="uk-UA"/>
          </a:p>
        </p:txBody>
      </p:sp>
      <p:sp>
        <p:nvSpPr>
          <p:cNvPr id="1413" name="line1413"/>
          <p:cNvSpPr/>
          <p:nvPr/>
        </p:nvSpPr>
        <p:spPr>
          <a:xfrm>
            <a:off x="1829372" y="5256703"/>
            <a:ext cx="81763" cy="31699"/>
          </a:xfrm>
          <a:prstGeom prst="line">
            <a:avLst/>
          </a:prstGeom>
          <a:noFill/>
          <a:ln w="15875">
            <a:solidFill>
              <a:srgbClr val="D96CB5"/>
            </a:solidFill>
            <a:prstDash val="solid"/>
          </a:ln>
        </p:spPr>
        <p:txBody>
          <a:bodyPr/>
          <a:lstStyle/>
          <a:p>
            <a:endParaRPr lang="uk-UA"/>
          </a:p>
        </p:txBody>
      </p:sp>
      <p:sp>
        <p:nvSpPr>
          <p:cNvPr id="1414" name="line1414"/>
          <p:cNvSpPr/>
          <p:nvPr/>
        </p:nvSpPr>
        <p:spPr>
          <a:xfrm>
            <a:off x="1911134" y="5288402"/>
            <a:ext cx="81763" cy="31699"/>
          </a:xfrm>
          <a:prstGeom prst="line">
            <a:avLst/>
          </a:prstGeom>
          <a:noFill/>
          <a:ln w="15875">
            <a:solidFill>
              <a:srgbClr val="D96CB5"/>
            </a:solidFill>
            <a:prstDash val="solid"/>
          </a:ln>
        </p:spPr>
        <p:txBody>
          <a:bodyPr/>
          <a:lstStyle/>
          <a:p>
            <a:endParaRPr lang="uk-UA"/>
          </a:p>
        </p:txBody>
      </p:sp>
      <p:sp>
        <p:nvSpPr>
          <p:cNvPr id="1415" name="line1415"/>
          <p:cNvSpPr/>
          <p:nvPr/>
        </p:nvSpPr>
        <p:spPr>
          <a:xfrm>
            <a:off x="1992897" y="5320101"/>
            <a:ext cx="81763" cy="38039"/>
          </a:xfrm>
          <a:prstGeom prst="line">
            <a:avLst/>
          </a:prstGeom>
          <a:noFill/>
          <a:ln w="15875">
            <a:solidFill>
              <a:srgbClr val="D96CB5"/>
            </a:solidFill>
            <a:prstDash val="solid"/>
          </a:ln>
        </p:spPr>
        <p:txBody>
          <a:bodyPr/>
          <a:lstStyle/>
          <a:p>
            <a:endParaRPr lang="uk-UA"/>
          </a:p>
        </p:txBody>
      </p:sp>
      <p:sp>
        <p:nvSpPr>
          <p:cNvPr id="1416" name="line1416"/>
          <p:cNvSpPr/>
          <p:nvPr/>
        </p:nvSpPr>
        <p:spPr>
          <a:xfrm>
            <a:off x="2074659" y="5358140"/>
            <a:ext cx="81763" cy="50719"/>
          </a:xfrm>
          <a:prstGeom prst="line">
            <a:avLst/>
          </a:prstGeom>
          <a:noFill/>
          <a:ln w="15875">
            <a:solidFill>
              <a:srgbClr val="D96CB5"/>
            </a:solidFill>
            <a:prstDash val="solid"/>
          </a:ln>
        </p:spPr>
        <p:txBody>
          <a:bodyPr/>
          <a:lstStyle/>
          <a:p>
            <a:endParaRPr lang="uk-UA"/>
          </a:p>
        </p:txBody>
      </p:sp>
      <p:sp>
        <p:nvSpPr>
          <p:cNvPr id="1417" name="line1417"/>
          <p:cNvSpPr/>
          <p:nvPr/>
        </p:nvSpPr>
        <p:spPr>
          <a:xfrm>
            <a:off x="2156422" y="5408859"/>
            <a:ext cx="81763" cy="25359"/>
          </a:xfrm>
          <a:prstGeom prst="line">
            <a:avLst/>
          </a:prstGeom>
          <a:noFill/>
          <a:ln w="15875">
            <a:solidFill>
              <a:srgbClr val="D96CB5"/>
            </a:solidFill>
            <a:prstDash val="solid"/>
          </a:ln>
        </p:spPr>
        <p:txBody>
          <a:bodyPr/>
          <a:lstStyle/>
          <a:p>
            <a:endParaRPr lang="uk-UA"/>
          </a:p>
        </p:txBody>
      </p:sp>
      <p:sp>
        <p:nvSpPr>
          <p:cNvPr id="1418" name="line1418"/>
          <p:cNvSpPr/>
          <p:nvPr/>
        </p:nvSpPr>
        <p:spPr>
          <a:xfrm flipV="1">
            <a:off x="2238185" y="5408859"/>
            <a:ext cx="81763" cy="25359"/>
          </a:xfrm>
          <a:prstGeom prst="line">
            <a:avLst/>
          </a:prstGeom>
          <a:noFill/>
          <a:ln w="15875">
            <a:solidFill>
              <a:srgbClr val="D96CB5"/>
            </a:solidFill>
            <a:prstDash val="solid"/>
          </a:ln>
        </p:spPr>
        <p:txBody>
          <a:bodyPr/>
          <a:lstStyle/>
          <a:p>
            <a:endParaRPr lang="uk-UA"/>
          </a:p>
        </p:txBody>
      </p:sp>
      <p:sp>
        <p:nvSpPr>
          <p:cNvPr id="1419" name="line1419"/>
          <p:cNvSpPr/>
          <p:nvPr/>
        </p:nvSpPr>
        <p:spPr>
          <a:xfrm flipV="1">
            <a:off x="2319947" y="5332781"/>
            <a:ext cx="81763" cy="76078"/>
          </a:xfrm>
          <a:prstGeom prst="line">
            <a:avLst/>
          </a:prstGeom>
          <a:noFill/>
          <a:ln w="15875">
            <a:solidFill>
              <a:srgbClr val="D96CB5"/>
            </a:solidFill>
            <a:prstDash val="solid"/>
          </a:ln>
        </p:spPr>
        <p:txBody>
          <a:bodyPr/>
          <a:lstStyle/>
          <a:p>
            <a:endParaRPr lang="uk-UA"/>
          </a:p>
        </p:txBody>
      </p:sp>
      <p:sp>
        <p:nvSpPr>
          <p:cNvPr id="1420" name="line1420"/>
          <p:cNvSpPr/>
          <p:nvPr/>
        </p:nvSpPr>
        <p:spPr>
          <a:xfrm flipV="1">
            <a:off x="2401710" y="5237683"/>
            <a:ext cx="81763" cy="95098"/>
          </a:xfrm>
          <a:prstGeom prst="line">
            <a:avLst/>
          </a:prstGeom>
          <a:noFill/>
          <a:ln w="15875">
            <a:solidFill>
              <a:srgbClr val="D96CB5"/>
            </a:solidFill>
            <a:prstDash val="solid"/>
          </a:ln>
        </p:spPr>
        <p:txBody>
          <a:bodyPr/>
          <a:lstStyle/>
          <a:p>
            <a:endParaRPr lang="uk-UA"/>
          </a:p>
        </p:txBody>
      </p:sp>
      <p:sp>
        <p:nvSpPr>
          <p:cNvPr id="1421" name="line1421"/>
          <p:cNvSpPr/>
          <p:nvPr/>
        </p:nvSpPr>
        <p:spPr>
          <a:xfrm flipV="1">
            <a:off x="2483472" y="5161605"/>
            <a:ext cx="81763" cy="76078"/>
          </a:xfrm>
          <a:prstGeom prst="line">
            <a:avLst/>
          </a:prstGeom>
          <a:noFill/>
          <a:ln w="15875">
            <a:solidFill>
              <a:srgbClr val="D96CB5"/>
            </a:solidFill>
            <a:prstDash val="solid"/>
          </a:ln>
        </p:spPr>
        <p:txBody>
          <a:bodyPr/>
          <a:lstStyle/>
          <a:p>
            <a:endParaRPr lang="uk-UA"/>
          </a:p>
        </p:txBody>
      </p:sp>
      <p:sp>
        <p:nvSpPr>
          <p:cNvPr id="1422" name="line1422"/>
          <p:cNvSpPr/>
          <p:nvPr/>
        </p:nvSpPr>
        <p:spPr>
          <a:xfrm flipV="1">
            <a:off x="2565235" y="5110886"/>
            <a:ext cx="81763" cy="50719"/>
          </a:xfrm>
          <a:prstGeom prst="line">
            <a:avLst/>
          </a:prstGeom>
          <a:noFill/>
          <a:ln w="15875">
            <a:solidFill>
              <a:srgbClr val="D96CB5"/>
            </a:solidFill>
            <a:prstDash val="solid"/>
          </a:ln>
        </p:spPr>
        <p:txBody>
          <a:bodyPr/>
          <a:lstStyle/>
          <a:p>
            <a:endParaRPr lang="uk-UA"/>
          </a:p>
        </p:txBody>
      </p:sp>
      <p:sp>
        <p:nvSpPr>
          <p:cNvPr id="1423" name="line1423"/>
          <p:cNvSpPr/>
          <p:nvPr/>
        </p:nvSpPr>
        <p:spPr>
          <a:xfrm flipV="1">
            <a:off x="2646998" y="5060168"/>
            <a:ext cx="81763" cy="50719"/>
          </a:xfrm>
          <a:prstGeom prst="line">
            <a:avLst/>
          </a:prstGeom>
          <a:noFill/>
          <a:ln w="15875">
            <a:solidFill>
              <a:srgbClr val="D96CB5"/>
            </a:solidFill>
            <a:prstDash val="solid"/>
          </a:ln>
        </p:spPr>
        <p:txBody>
          <a:bodyPr/>
          <a:lstStyle/>
          <a:p>
            <a:endParaRPr lang="uk-UA"/>
          </a:p>
        </p:txBody>
      </p:sp>
      <p:sp>
        <p:nvSpPr>
          <p:cNvPr id="1424" name="line1424"/>
          <p:cNvSpPr/>
          <p:nvPr/>
        </p:nvSpPr>
        <p:spPr>
          <a:xfrm>
            <a:off x="2728760" y="5060168"/>
            <a:ext cx="81763" cy="12680"/>
          </a:xfrm>
          <a:prstGeom prst="line">
            <a:avLst/>
          </a:prstGeom>
          <a:noFill/>
          <a:ln w="15875">
            <a:solidFill>
              <a:srgbClr val="D96CB5"/>
            </a:solidFill>
            <a:prstDash val="solid"/>
          </a:ln>
        </p:spPr>
        <p:txBody>
          <a:bodyPr/>
          <a:lstStyle/>
          <a:p>
            <a:endParaRPr lang="uk-UA"/>
          </a:p>
        </p:txBody>
      </p:sp>
      <p:sp>
        <p:nvSpPr>
          <p:cNvPr id="1425" name="line1425"/>
          <p:cNvSpPr/>
          <p:nvPr/>
        </p:nvSpPr>
        <p:spPr>
          <a:xfrm flipV="1">
            <a:off x="2810523" y="5015789"/>
            <a:ext cx="81763" cy="57059"/>
          </a:xfrm>
          <a:prstGeom prst="line">
            <a:avLst/>
          </a:prstGeom>
          <a:noFill/>
          <a:ln w="15875">
            <a:solidFill>
              <a:srgbClr val="D96CB5"/>
            </a:solidFill>
            <a:prstDash val="solid"/>
          </a:ln>
        </p:spPr>
        <p:txBody>
          <a:bodyPr/>
          <a:lstStyle/>
          <a:p>
            <a:endParaRPr lang="uk-UA"/>
          </a:p>
        </p:txBody>
      </p:sp>
      <p:sp>
        <p:nvSpPr>
          <p:cNvPr id="1426" name="line1426"/>
          <p:cNvSpPr/>
          <p:nvPr/>
        </p:nvSpPr>
        <p:spPr>
          <a:xfrm flipV="1">
            <a:off x="2892285" y="4996769"/>
            <a:ext cx="81763" cy="19020"/>
          </a:xfrm>
          <a:prstGeom prst="line">
            <a:avLst/>
          </a:prstGeom>
          <a:noFill/>
          <a:ln w="15875">
            <a:solidFill>
              <a:srgbClr val="D96CB5"/>
            </a:solidFill>
            <a:prstDash val="solid"/>
          </a:ln>
        </p:spPr>
        <p:txBody>
          <a:bodyPr/>
          <a:lstStyle/>
          <a:p>
            <a:endParaRPr lang="uk-UA"/>
          </a:p>
        </p:txBody>
      </p:sp>
      <p:sp>
        <p:nvSpPr>
          <p:cNvPr id="1427" name="line1427"/>
          <p:cNvSpPr/>
          <p:nvPr/>
        </p:nvSpPr>
        <p:spPr>
          <a:xfrm>
            <a:off x="2974048" y="4996769"/>
            <a:ext cx="81763" cy="25359"/>
          </a:xfrm>
          <a:prstGeom prst="line">
            <a:avLst/>
          </a:prstGeom>
          <a:noFill/>
          <a:ln w="15875">
            <a:solidFill>
              <a:srgbClr val="D96CB5"/>
            </a:solidFill>
            <a:prstDash val="solid"/>
          </a:ln>
        </p:spPr>
        <p:txBody>
          <a:bodyPr/>
          <a:lstStyle/>
          <a:p>
            <a:endParaRPr lang="uk-UA"/>
          </a:p>
        </p:txBody>
      </p:sp>
      <p:sp>
        <p:nvSpPr>
          <p:cNvPr id="1428" name="line1428"/>
          <p:cNvSpPr/>
          <p:nvPr/>
        </p:nvSpPr>
        <p:spPr>
          <a:xfrm>
            <a:off x="3055811" y="5022129"/>
            <a:ext cx="81763" cy="19020"/>
          </a:xfrm>
          <a:prstGeom prst="line">
            <a:avLst/>
          </a:prstGeom>
          <a:noFill/>
          <a:ln w="15875">
            <a:solidFill>
              <a:srgbClr val="D96CB5"/>
            </a:solidFill>
            <a:prstDash val="solid"/>
          </a:ln>
        </p:spPr>
        <p:txBody>
          <a:bodyPr/>
          <a:lstStyle/>
          <a:p>
            <a:endParaRPr lang="uk-UA"/>
          </a:p>
        </p:txBody>
      </p:sp>
      <p:sp>
        <p:nvSpPr>
          <p:cNvPr id="1429" name="line1429"/>
          <p:cNvSpPr/>
          <p:nvPr/>
        </p:nvSpPr>
        <p:spPr>
          <a:xfrm>
            <a:off x="3137573" y="5041148"/>
            <a:ext cx="81763" cy="76078"/>
          </a:xfrm>
          <a:prstGeom prst="line">
            <a:avLst/>
          </a:prstGeom>
          <a:noFill/>
          <a:ln w="15875">
            <a:solidFill>
              <a:srgbClr val="D96CB5"/>
            </a:solidFill>
            <a:prstDash val="solid"/>
          </a:ln>
        </p:spPr>
        <p:txBody>
          <a:bodyPr/>
          <a:lstStyle/>
          <a:p>
            <a:endParaRPr lang="uk-UA"/>
          </a:p>
        </p:txBody>
      </p:sp>
      <p:sp>
        <p:nvSpPr>
          <p:cNvPr id="1430" name="line1430"/>
          <p:cNvSpPr/>
          <p:nvPr/>
        </p:nvSpPr>
        <p:spPr>
          <a:xfrm>
            <a:off x="3219336" y="5117226"/>
            <a:ext cx="81763" cy="101437"/>
          </a:xfrm>
          <a:prstGeom prst="line">
            <a:avLst/>
          </a:prstGeom>
          <a:noFill/>
          <a:ln w="15875">
            <a:solidFill>
              <a:srgbClr val="D96CB5"/>
            </a:solidFill>
            <a:prstDash val="solid"/>
          </a:ln>
        </p:spPr>
        <p:txBody>
          <a:bodyPr/>
          <a:lstStyle/>
          <a:p>
            <a:endParaRPr lang="uk-UA"/>
          </a:p>
        </p:txBody>
      </p:sp>
      <p:sp>
        <p:nvSpPr>
          <p:cNvPr id="1431" name="line1431"/>
          <p:cNvSpPr/>
          <p:nvPr/>
        </p:nvSpPr>
        <p:spPr>
          <a:xfrm>
            <a:off x="3301098" y="5218664"/>
            <a:ext cx="81763" cy="88758"/>
          </a:xfrm>
          <a:prstGeom prst="line">
            <a:avLst/>
          </a:prstGeom>
          <a:noFill/>
          <a:ln w="15875">
            <a:solidFill>
              <a:srgbClr val="D96CB5"/>
            </a:solidFill>
            <a:prstDash val="solid"/>
          </a:ln>
        </p:spPr>
        <p:txBody>
          <a:bodyPr/>
          <a:lstStyle/>
          <a:p>
            <a:endParaRPr lang="uk-UA"/>
          </a:p>
        </p:txBody>
      </p:sp>
      <p:sp>
        <p:nvSpPr>
          <p:cNvPr id="1432" name="line1432"/>
          <p:cNvSpPr/>
          <p:nvPr/>
        </p:nvSpPr>
        <p:spPr>
          <a:xfrm>
            <a:off x="3382861" y="5307421"/>
            <a:ext cx="81763" cy="114117"/>
          </a:xfrm>
          <a:prstGeom prst="line">
            <a:avLst/>
          </a:prstGeom>
          <a:noFill/>
          <a:ln w="15875">
            <a:solidFill>
              <a:srgbClr val="D96CB5"/>
            </a:solidFill>
            <a:prstDash val="solid"/>
          </a:ln>
        </p:spPr>
        <p:txBody>
          <a:bodyPr/>
          <a:lstStyle/>
          <a:p>
            <a:endParaRPr lang="uk-UA"/>
          </a:p>
        </p:txBody>
      </p:sp>
      <p:sp>
        <p:nvSpPr>
          <p:cNvPr id="1433" name="line1433"/>
          <p:cNvSpPr/>
          <p:nvPr/>
        </p:nvSpPr>
        <p:spPr>
          <a:xfrm>
            <a:off x="3464624" y="5421539"/>
            <a:ext cx="81763" cy="44379"/>
          </a:xfrm>
          <a:prstGeom prst="line">
            <a:avLst/>
          </a:prstGeom>
          <a:noFill/>
          <a:ln w="15875">
            <a:solidFill>
              <a:srgbClr val="D96CB5"/>
            </a:solidFill>
            <a:prstDash val="solid"/>
          </a:ln>
        </p:spPr>
        <p:txBody>
          <a:bodyPr/>
          <a:lstStyle/>
          <a:p>
            <a:endParaRPr lang="uk-UA"/>
          </a:p>
        </p:txBody>
      </p:sp>
      <p:sp>
        <p:nvSpPr>
          <p:cNvPr id="1434" name="line1434"/>
          <p:cNvSpPr/>
          <p:nvPr/>
        </p:nvSpPr>
        <p:spPr>
          <a:xfrm flipV="1">
            <a:off x="3546386" y="5453238"/>
            <a:ext cx="81763" cy="12680"/>
          </a:xfrm>
          <a:prstGeom prst="line">
            <a:avLst/>
          </a:prstGeom>
          <a:noFill/>
          <a:ln w="15875">
            <a:solidFill>
              <a:srgbClr val="D96CB5"/>
            </a:solidFill>
            <a:prstDash val="solid"/>
          </a:ln>
        </p:spPr>
        <p:txBody>
          <a:bodyPr/>
          <a:lstStyle/>
          <a:p>
            <a:endParaRPr lang="uk-UA"/>
          </a:p>
        </p:txBody>
      </p:sp>
      <p:sp>
        <p:nvSpPr>
          <p:cNvPr id="1435" name="line1435"/>
          <p:cNvSpPr/>
          <p:nvPr/>
        </p:nvSpPr>
        <p:spPr>
          <a:xfrm>
            <a:off x="3628149" y="5453238"/>
            <a:ext cx="81763" cy="38039"/>
          </a:xfrm>
          <a:prstGeom prst="line">
            <a:avLst/>
          </a:prstGeom>
          <a:noFill/>
          <a:ln w="15875">
            <a:solidFill>
              <a:srgbClr val="D96CB5"/>
            </a:solidFill>
            <a:prstDash val="solid"/>
          </a:ln>
        </p:spPr>
        <p:txBody>
          <a:bodyPr/>
          <a:lstStyle/>
          <a:p>
            <a:endParaRPr lang="uk-UA"/>
          </a:p>
        </p:txBody>
      </p:sp>
      <p:sp>
        <p:nvSpPr>
          <p:cNvPr id="1436" name="line1436"/>
          <p:cNvSpPr/>
          <p:nvPr/>
        </p:nvSpPr>
        <p:spPr>
          <a:xfrm>
            <a:off x="3709911" y="5491277"/>
            <a:ext cx="81763" cy="57059"/>
          </a:xfrm>
          <a:prstGeom prst="line">
            <a:avLst/>
          </a:prstGeom>
          <a:noFill/>
          <a:ln w="15875">
            <a:solidFill>
              <a:srgbClr val="D96CB5"/>
            </a:solidFill>
            <a:prstDash val="solid"/>
          </a:ln>
        </p:spPr>
        <p:txBody>
          <a:bodyPr/>
          <a:lstStyle/>
          <a:p>
            <a:endParaRPr lang="uk-UA"/>
          </a:p>
        </p:txBody>
      </p:sp>
      <p:sp>
        <p:nvSpPr>
          <p:cNvPr id="1437" name="line1437"/>
          <p:cNvSpPr/>
          <p:nvPr/>
        </p:nvSpPr>
        <p:spPr>
          <a:xfrm>
            <a:off x="3791674" y="5548335"/>
            <a:ext cx="81763" cy="50719"/>
          </a:xfrm>
          <a:prstGeom prst="line">
            <a:avLst/>
          </a:prstGeom>
          <a:noFill/>
          <a:ln w="15875">
            <a:solidFill>
              <a:srgbClr val="D96CB5"/>
            </a:solidFill>
            <a:prstDash val="solid"/>
          </a:ln>
        </p:spPr>
        <p:txBody>
          <a:bodyPr/>
          <a:lstStyle/>
          <a:p>
            <a:endParaRPr lang="uk-UA"/>
          </a:p>
        </p:txBody>
      </p:sp>
      <p:sp>
        <p:nvSpPr>
          <p:cNvPr id="1438" name="line1438"/>
          <p:cNvSpPr/>
          <p:nvPr/>
        </p:nvSpPr>
        <p:spPr>
          <a:xfrm flipV="1">
            <a:off x="3873437" y="5580035"/>
            <a:ext cx="81763" cy="19020"/>
          </a:xfrm>
          <a:prstGeom prst="line">
            <a:avLst/>
          </a:prstGeom>
          <a:noFill/>
          <a:ln w="15875">
            <a:solidFill>
              <a:srgbClr val="D96CB5"/>
            </a:solidFill>
            <a:prstDash val="solid"/>
          </a:ln>
        </p:spPr>
        <p:txBody>
          <a:bodyPr/>
          <a:lstStyle/>
          <a:p>
            <a:endParaRPr lang="uk-UA"/>
          </a:p>
        </p:txBody>
      </p:sp>
      <p:sp>
        <p:nvSpPr>
          <p:cNvPr id="1439" name="line1439"/>
          <p:cNvSpPr/>
          <p:nvPr/>
        </p:nvSpPr>
        <p:spPr>
          <a:xfrm>
            <a:off x="3955199" y="5580035"/>
            <a:ext cx="81763" cy="0"/>
          </a:xfrm>
          <a:prstGeom prst="line">
            <a:avLst/>
          </a:prstGeom>
          <a:noFill/>
          <a:ln w="15875">
            <a:solidFill>
              <a:srgbClr val="D96CB5"/>
            </a:solidFill>
            <a:prstDash val="solid"/>
          </a:ln>
        </p:spPr>
        <p:txBody>
          <a:bodyPr/>
          <a:lstStyle/>
          <a:p>
            <a:endParaRPr lang="uk-UA"/>
          </a:p>
        </p:txBody>
      </p:sp>
      <p:sp>
        <p:nvSpPr>
          <p:cNvPr id="1440" name="line1440"/>
          <p:cNvSpPr/>
          <p:nvPr/>
        </p:nvSpPr>
        <p:spPr>
          <a:xfrm>
            <a:off x="4036962" y="5580035"/>
            <a:ext cx="81763" cy="0"/>
          </a:xfrm>
          <a:prstGeom prst="line">
            <a:avLst/>
          </a:prstGeom>
          <a:noFill/>
          <a:ln w="15875">
            <a:solidFill>
              <a:srgbClr val="D96CB5"/>
            </a:solidFill>
            <a:prstDash val="solid"/>
          </a:ln>
        </p:spPr>
        <p:txBody>
          <a:bodyPr/>
          <a:lstStyle/>
          <a:p>
            <a:endParaRPr lang="uk-UA"/>
          </a:p>
        </p:txBody>
      </p:sp>
      <p:sp>
        <p:nvSpPr>
          <p:cNvPr id="1441" name="line1441"/>
          <p:cNvSpPr/>
          <p:nvPr/>
        </p:nvSpPr>
        <p:spPr>
          <a:xfrm>
            <a:off x="4118724" y="5580035"/>
            <a:ext cx="81763" cy="25359"/>
          </a:xfrm>
          <a:prstGeom prst="line">
            <a:avLst/>
          </a:prstGeom>
          <a:noFill/>
          <a:ln w="15875">
            <a:solidFill>
              <a:srgbClr val="D96CB5"/>
            </a:solidFill>
            <a:prstDash val="solid"/>
          </a:ln>
        </p:spPr>
        <p:txBody>
          <a:bodyPr/>
          <a:lstStyle/>
          <a:p>
            <a:endParaRPr lang="uk-UA"/>
          </a:p>
        </p:txBody>
      </p:sp>
      <p:sp>
        <p:nvSpPr>
          <p:cNvPr id="1442" name="line1442"/>
          <p:cNvSpPr/>
          <p:nvPr/>
        </p:nvSpPr>
        <p:spPr>
          <a:xfrm flipV="1">
            <a:off x="4200487" y="5510296"/>
            <a:ext cx="81763" cy="95098"/>
          </a:xfrm>
          <a:prstGeom prst="line">
            <a:avLst/>
          </a:prstGeom>
          <a:noFill/>
          <a:ln w="15875">
            <a:solidFill>
              <a:srgbClr val="D96CB5"/>
            </a:solidFill>
            <a:prstDash val="solid"/>
          </a:ln>
        </p:spPr>
        <p:txBody>
          <a:bodyPr/>
          <a:lstStyle/>
          <a:p>
            <a:endParaRPr lang="uk-UA"/>
          </a:p>
        </p:txBody>
      </p:sp>
      <p:sp>
        <p:nvSpPr>
          <p:cNvPr id="1443" name="line1443"/>
          <p:cNvSpPr/>
          <p:nvPr/>
        </p:nvSpPr>
        <p:spPr>
          <a:xfrm flipV="1">
            <a:off x="4282250" y="5377160"/>
            <a:ext cx="81763" cy="133137"/>
          </a:xfrm>
          <a:prstGeom prst="line">
            <a:avLst/>
          </a:prstGeom>
          <a:noFill/>
          <a:ln w="15875">
            <a:solidFill>
              <a:srgbClr val="D96CB5"/>
            </a:solidFill>
            <a:prstDash val="solid"/>
          </a:ln>
        </p:spPr>
        <p:txBody>
          <a:bodyPr/>
          <a:lstStyle/>
          <a:p>
            <a:endParaRPr lang="uk-UA"/>
          </a:p>
        </p:txBody>
      </p:sp>
      <p:sp>
        <p:nvSpPr>
          <p:cNvPr id="1444" name="line1444"/>
          <p:cNvSpPr/>
          <p:nvPr/>
        </p:nvSpPr>
        <p:spPr>
          <a:xfrm flipV="1">
            <a:off x="4364012" y="5237683"/>
            <a:ext cx="81763" cy="139476"/>
          </a:xfrm>
          <a:prstGeom prst="line">
            <a:avLst/>
          </a:prstGeom>
          <a:noFill/>
          <a:ln w="15875">
            <a:solidFill>
              <a:srgbClr val="D96CB5"/>
            </a:solidFill>
            <a:prstDash val="solid"/>
          </a:ln>
        </p:spPr>
        <p:txBody>
          <a:bodyPr/>
          <a:lstStyle/>
          <a:p>
            <a:endParaRPr lang="uk-UA"/>
          </a:p>
        </p:txBody>
      </p:sp>
      <p:sp>
        <p:nvSpPr>
          <p:cNvPr id="1445" name="line1445"/>
          <p:cNvSpPr/>
          <p:nvPr/>
        </p:nvSpPr>
        <p:spPr>
          <a:xfrm flipV="1">
            <a:off x="4445775" y="5110886"/>
            <a:ext cx="81763" cy="126797"/>
          </a:xfrm>
          <a:prstGeom prst="line">
            <a:avLst/>
          </a:prstGeom>
          <a:noFill/>
          <a:ln w="15875">
            <a:solidFill>
              <a:srgbClr val="D96CB5"/>
            </a:solidFill>
            <a:prstDash val="solid"/>
          </a:ln>
        </p:spPr>
        <p:txBody>
          <a:bodyPr/>
          <a:lstStyle/>
          <a:p>
            <a:endParaRPr lang="uk-UA"/>
          </a:p>
        </p:txBody>
      </p:sp>
      <p:sp>
        <p:nvSpPr>
          <p:cNvPr id="1446" name="line1446"/>
          <p:cNvSpPr/>
          <p:nvPr/>
        </p:nvSpPr>
        <p:spPr>
          <a:xfrm flipV="1">
            <a:off x="4527537" y="5015789"/>
            <a:ext cx="81763" cy="95098"/>
          </a:xfrm>
          <a:prstGeom prst="line">
            <a:avLst/>
          </a:prstGeom>
          <a:noFill/>
          <a:ln w="15875">
            <a:solidFill>
              <a:srgbClr val="D96CB5"/>
            </a:solidFill>
            <a:prstDash val="solid"/>
          </a:ln>
        </p:spPr>
        <p:txBody>
          <a:bodyPr/>
          <a:lstStyle/>
          <a:p>
            <a:endParaRPr lang="uk-UA"/>
          </a:p>
        </p:txBody>
      </p:sp>
      <p:sp>
        <p:nvSpPr>
          <p:cNvPr id="1447" name="line1447"/>
          <p:cNvSpPr/>
          <p:nvPr/>
        </p:nvSpPr>
        <p:spPr>
          <a:xfrm flipV="1">
            <a:off x="4609300" y="4958730"/>
            <a:ext cx="81763" cy="57059"/>
          </a:xfrm>
          <a:prstGeom prst="line">
            <a:avLst/>
          </a:prstGeom>
          <a:noFill/>
          <a:ln w="15875">
            <a:solidFill>
              <a:srgbClr val="D96CB5"/>
            </a:solidFill>
            <a:prstDash val="solid"/>
          </a:ln>
        </p:spPr>
        <p:txBody>
          <a:bodyPr/>
          <a:lstStyle/>
          <a:p>
            <a:endParaRPr lang="uk-UA"/>
          </a:p>
        </p:txBody>
      </p:sp>
      <p:sp>
        <p:nvSpPr>
          <p:cNvPr id="1448" name="line1448"/>
          <p:cNvSpPr/>
          <p:nvPr/>
        </p:nvSpPr>
        <p:spPr>
          <a:xfrm flipV="1">
            <a:off x="4691063" y="4914351"/>
            <a:ext cx="81763" cy="44379"/>
          </a:xfrm>
          <a:prstGeom prst="line">
            <a:avLst/>
          </a:prstGeom>
          <a:noFill/>
          <a:ln w="15875">
            <a:solidFill>
              <a:srgbClr val="D96CB5"/>
            </a:solidFill>
            <a:prstDash val="solid"/>
          </a:ln>
        </p:spPr>
        <p:txBody>
          <a:bodyPr/>
          <a:lstStyle/>
          <a:p>
            <a:endParaRPr lang="uk-UA"/>
          </a:p>
        </p:txBody>
      </p:sp>
      <p:sp>
        <p:nvSpPr>
          <p:cNvPr id="1449" name="line1449"/>
          <p:cNvSpPr/>
          <p:nvPr/>
        </p:nvSpPr>
        <p:spPr>
          <a:xfrm flipV="1">
            <a:off x="4772825" y="4869972"/>
            <a:ext cx="81763" cy="44379"/>
          </a:xfrm>
          <a:prstGeom prst="line">
            <a:avLst/>
          </a:prstGeom>
          <a:noFill/>
          <a:ln w="15875">
            <a:solidFill>
              <a:srgbClr val="D96CB5"/>
            </a:solidFill>
            <a:prstDash val="solid"/>
          </a:ln>
        </p:spPr>
        <p:txBody>
          <a:bodyPr/>
          <a:lstStyle/>
          <a:p>
            <a:endParaRPr lang="uk-UA"/>
          </a:p>
        </p:txBody>
      </p:sp>
      <p:sp>
        <p:nvSpPr>
          <p:cNvPr id="1450" name="line1450"/>
          <p:cNvSpPr/>
          <p:nvPr/>
        </p:nvSpPr>
        <p:spPr>
          <a:xfrm>
            <a:off x="4854588" y="4869972"/>
            <a:ext cx="81763" cy="12680"/>
          </a:xfrm>
          <a:prstGeom prst="line">
            <a:avLst/>
          </a:prstGeom>
          <a:noFill/>
          <a:ln w="15875">
            <a:solidFill>
              <a:srgbClr val="D96CB5"/>
            </a:solidFill>
            <a:prstDash val="solid"/>
          </a:ln>
        </p:spPr>
        <p:txBody>
          <a:bodyPr/>
          <a:lstStyle/>
          <a:p>
            <a:endParaRPr lang="uk-UA"/>
          </a:p>
        </p:txBody>
      </p:sp>
      <p:sp>
        <p:nvSpPr>
          <p:cNvPr id="1451" name="line1451"/>
          <p:cNvSpPr/>
          <p:nvPr/>
        </p:nvSpPr>
        <p:spPr>
          <a:xfrm>
            <a:off x="4936350" y="4882652"/>
            <a:ext cx="81763" cy="19020"/>
          </a:xfrm>
          <a:prstGeom prst="line">
            <a:avLst/>
          </a:prstGeom>
          <a:noFill/>
          <a:ln w="15875">
            <a:solidFill>
              <a:srgbClr val="D96CB5"/>
            </a:solidFill>
            <a:prstDash val="solid"/>
          </a:ln>
        </p:spPr>
        <p:txBody>
          <a:bodyPr/>
          <a:lstStyle/>
          <a:p>
            <a:endParaRPr lang="uk-UA"/>
          </a:p>
        </p:txBody>
      </p:sp>
      <p:sp>
        <p:nvSpPr>
          <p:cNvPr id="1452" name="line1452"/>
          <p:cNvSpPr/>
          <p:nvPr/>
        </p:nvSpPr>
        <p:spPr>
          <a:xfrm>
            <a:off x="5018113" y="4901672"/>
            <a:ext cx="81763" cy="19020"/>
          </a:xfrm>
          <a:prstGeom prst="line">
            <a:avLst/>
          </a:prstGeom>
          <a:noFill/>
          <a:ln w="15875">
            <a:solidFill>
              <a:srgbClr val="D96CB5"/>
            </a:solidFill>
            <a:prstDash val="solid"/>
          </a:ln>
        </p:spPr>
        <p:txBody>
          <a:bodyPr/>
          <a:lstStyle/>
          <a:p>
            <a:endParaRPr lang="uk-UA"/>
          </a:p>
        </p:txBody>
      </p:sp>
      <p:sp>
        <p:nvSpPr>
          <p:cNvPr id="1453" name="line1453"/>
          <p:cNvSpPr/>
          <p:nvPr/>
        </p:nvSpPr>
        <p:spPr>
          <a:xfrm>
            <a:off x="5099876" y="4920691"/>
            <a:ext cx="81763" cy="19020"/>
          </a:xfrm>
          <a:prstGeom prst="line">
            <a:avLst/>
          </a:prstGeom>
          <a:noFill/>
          <a:ln w="15875">
            <a:solidFill>
              <a:srgbClr val="D96CB5"/>
            </a:solidFill>
            <a:prstDash val="solid"/>
          </a:ln>
        </p:spPr>
        <p:txBody>
          <a:bodyPr/>
          <a:lstStyle/>
          <a:p>
            <a:endParaRPr lang="uk-UA"/>
          </a:p>
        </p:txBody>
      </p:sp>
      <p:sp>
        <p:nvSpPr>
          <p:cNvPr id="1454" name="line1454"/>
          <p:cNvSpPr/>
          <p:nvPr/>
        </p:nvSpPr>
        <p:spPr>
          <a:xfrm>
            <a:off x="5181638" y="4939711"/>
            <a:ext cx="81763" cy="114117"/>
          </a:xfrm>
          <a:prstGeom prst="line">
            <a:avLst/>
          </a:prstGeom>
          <a:noFill/>
          <a:ln w="15875">
            <a:solidFill>
              <a:srgbClr val="D96CB5"/>
            </a:solidFill>
            <a:prstDash val="solid"/>
          </a:ln>
        </p:spPr>
        <p:txBody>
          <a:bodyPr/>
          <a:lstStyle/>
          <a:p>
            <a:endParaRPr lang="uk-UA"/>
          </a:p>
        </p:txBody>
      </p:sp>
      <p:sp>
        <p:nvSpPr>
          <p:cNvPr id="1455" name="line1455"/>
          <p:cNvSpPr/>
          <p:nvPr/>
        </p:nvSpPr>
        <p:spPr>
          <a:xfrm>
            <a:off x="5263401" y="5053828"/>
            <a:ext cx="81763" cy="114117"/>
          </a:xfrm>
          <a:prstGeom prst="line">
            <a:avLst/>
          </a:prstGeom>
          <a:noFill/>
          <a:ln w="15875">
            <a:solidFill>
              <a:srgbClr val="D96CB5"/>
            </a:solidFill>
            <a:prstDash val="solid"/>
          </a:ln>
        </p:spPr>
        <p:txBody>
          <a:bodyPr/>
          <a:lstStyle/>
          <a:p>
            <a:endParaRPr lang="uk-UA"/>
          </a:p>
        </p:txBody>
      </p:sp>
      <p:sp>
        <p:nvSpPr>
          <p:cNvPr id="1456" name="line1456"/>
          <p:cNvSpPr/>
          <p:nvPr/>
        </p:nvSpPr>
        <p:spPr>
          <a:xfrm>
            <a:off x="5345163" y="5167945"/>
            <a:ext cx="81763" cy="120457"/>
          </a:xfrm>
          <a:prstGeom prst="line">
            <a:avLst/>
          </a:prstGeom>
          <a:noFill/>
          <a:ln w="15875">
            <a:solidFill>
              <a:srgbClr val="D96CB5"/>
            </a:solidFill>
            <a:prstDash val="solid"/>
          </a:ln>
        </p:spPr>
        <p:txBody>
          <a:bodyPr/>
          <a:lstStyle/>
          <a:p>
            <a:endParaRPr lang="uk-UA"/>
          </a:p>
        </p:txBody>
      </p:sp>
      <p:sp>
        <p:nvSpPr>
          <p:cNvPr id="1457" name="line1457"/>
          <p:cNvSpPr/>
          <p:nvPr/>
        </p:nvSpPr>
        <p:spPr>
          <a:xfrm>
            <a:off x="5426926" y="5288402"/>
            <a:ext cx="81763" cy="82418"/>
          </a:xfrm>
          <a:prstGeom prst="line">
            <a:avLst/>
          </a:prstGeom>
          <a:noFill/>
          <a:ln w="15875">
            <a:solidFill>
              <a:srgbClr val="D96CB5"/>
            </a:solidFill>
            <a:prstDash val="solid"/>
          </a:ln>
        </p:spPr>
        <p:txBody>
          <a:bodyPr/>
          <a:lstStyle/>
          <a:p>
            <a:endParaRPr lang="uk-UA"/>
          </a:p>
        </p:txBody>
      </p:sp>
      <p:sp>
        <p:nvSpPr>
          <p:cNvPr id="1458" name="line1458"/>
          <p:cNvSpPr/>
          <p:nvPr/>
        </p:nvSpPr>
        <p:spPr>
          <a:xfrm>
            <a:off x="5508689" y="5370820"/>
            <a:ext cx="81763" cy="50719"/>
          </a:xfrm>
          <a:prstGeom prst="line">
            <a:avLst/>
          </a:prstGeom>
          <a:noFill/>
          <a:ln w="15875">
            <a:solidFill>
              <a:srgbClr val="D96CB5"/>
            </a:solidFill>
            <a:prstDash val="solid"/>
          </a:ln>
        </p:spPr>
        <p:txBody>
          <a:bodyPr/>
          <a:lstStyle/>
          <a:p>
            <a:endParaRPr lang="uk-UA"/>
          </a:p>
        </p:txBody>
      </p:sp>
      <p:sp>
        <p:nvSpPr>
          <p:cNvPr id="1459" name="line1459"/>
          <p:cNvSpPr/>
          <p:nvPr/>
        </p:nvSpPr>
        <p:spPr>
          <a:xfrm>
            <a:off x="5590451" y="5421539"/>
            <a:ext cx="81763" cy="44379"/>
          </a:xfrm>
          <a:prstGeom prst="line">
            <a:avLst/>
          </a:prstGeom>
          <a:noFill/>
          <a:ln w="15875">
            <a:solidFill>
              <a:srgbClr val="D96CB5"/>
            </a:solidFill>
            <a:prstDash val="solid"/>
          </a:ln>
        </p:spPr>
        <p:txBody>
          <a:bodyPr/>
          <a:lstStyle/>
          <a:p>
            <a:endParaRPr lang="uk-UA"/>
          </a:p>
        </p:txBody>
      </p:sp>
      <p:sp>
        <p:nvSpPr>
          <p:cNvPr id="1460" name="line1460"/>
          <p:cNvSpPr/>
          <p:nvPr/>
        </p:nvSpPr>
        <p:spPr>
          <a:xfrm>
            <a:off x="5672214" y="5465917"/>
            <a:ext cx="81763" cy="31699"/>
          </a:xfrm>
          <a:prstGeom prst="line">
            <a:avLst/>
          </a:prstGeom>
          <a:noFill/>
          <a:ln w="15875">
            <a:solidFill>
              <a:srgbClr val="D96CB5"/>
            </a:solidFill>
            <a:prstDash val="solid"/>
          </a:ln>
        </p:spPr>
        <p:txBody>
          <a:bodyPr/>
          <a:lstStyle/>
          <a:p>
            <a:endParaRPr lang="uk-UA"/>
          </a:p>
        </p:txBody>
      </p:sp>
      <p:sp>
        <p:nvSpPr>
          <p:cNvPr id="1461" name="line1461"/>
          <p:cNvSpPr/>
          <p:nvPr/>
        </p:nvSpPr>
        <p:spPr>
          <a:xfrm>
            <a:off x="5753976" y="5497617"/>
            <a:ext cx="81763" cy="25359"/>
          </a:xfrm>
          <a:prstGeom prst="line">
            <a:avLst/>
          </a:prstGeom>
          <a:noFill/>
          <a:ln w="15875">
            <a:solidFill>
              <a:srgbClr val="D96CB5"/>
            </a:solidFill>
            <a:prstDash val="solid"/>
          </a:ln>
        </p:spPr>
        <p:txBody>
          <a:bodyPr/>
          <a:lstStyle/>
          <a:p>
            <a:endParaRPr lang="uk-UA"/>
          </a:p>
        </p:txBody>
      </p:sp>
      <p:sp>
        <p:nvSpPr>
          <p:cNvPr id="1462" name="line1462"/>
          <p:cNvSpPr/>
          <p:nvPr/>
        </p:nvSpPr>
        <p:spPr>
          <a:xfrm>
            <a:off x="5835739" y="5522976"/>
            <a:ext cx="81763" cy="50719"/>
          </a:xfrm>
          <a:prstGeom prst="line">
            <a:avLst/>
          </a:prstGeom>
          <a:noFill/>
          <a:ln w="15875">
            <a:solidFill>
              <a:srgbClr val="D96CB5"/>
            </a:solidFill>
            <a:prstDash val="solid"/>
          </a:ln>
        </p:spPr>
        <p:txBody>
          <a:bodyPr/>
          <a:lstStyle/>
          <a:p>
            <a:endParaRPr lang="uk-UA"/>
          </a:p>
        </p:txBody>
      </p:sp>
      <p:sp>
        <p:nvSpPr>
          <p:cNvPr id="1463" name="line1463"/>
          <p:cNvSpPr/>
          <p:nvPr/>
        </p:nvSpPr>
        <p:spPr>
          <a:xfrm>
            <a:off x="5917502" y="5573695"/>
            <a:ext cx="81763" cy="57059"/>
          </a:xfrm>
          <a:prstGeom prst="line">
            <a:avLst/>
          </a:prstGeom>
          <a:noFill/>
          <a:ln w="15875">
            <a:solidFill>
              <a:srgbClr val="D96CB5"/>
            </a:solidFill>
            <a:prstDash val="solid"/>
          </a:ln>
        </p:spPr>
        <p:txBody>
          <a:bodyPr/>
          <a:lstStyle/>
          <a:p>
            <a:endParaRPr lang="uk-UA"/>
          </a:p>
        </p:txBody>
      </p:sp>
      <p:sp>
        <p:nvSpPr>
          <p:cNvPr id="1464" name="line1464"/>
          <p:cNvSpPr/>
          <p:nvPr/>
        </p:nvSpPr>
        <p:spPr>
          <a:xfrm>
            <a:off x="5999264" y="5630753"/>
            <a:ext cx="81763" cy="44379"/>
          </a:xfrm>
          <a:prstGeom prst="line">
            <a:avLst/>
          </a:prstGeom>
          <a:noFill/>
          <a:ln w="15875">
            <a:solidFill>
              <a:srgbClr val="D96CB5"/>
            </a:solidFill>
            <a:prstDash val="solid"/>
          </a:ln>
        </p:spPr>
        <p:txBody>
          <a:bodyPr/>
          <a:lstStyle/>
          <a:p>
            <a:endParaRPr lang="uk-UA"/>
          </a:p>
        </p:txBody>
      </p:sp>
      <p:sp>
        <p:nvSpPr>
          <p:cNvPr id="1465" name="line1465"/>
          <p:cNvSpPr/>
          <p:nvPr/>
        </p:nvSpPr>
        <p:spPr>
          <a:xfrm>
            <a:off x="6081027" y="5675132"/>
            <a:ext cx="81763" cy="44379"/>
          </a:xfrm>
          <a:prstGeom prst="line">
            <a:avLst/>
          </a:prstGeom>
          <a:noFill/>
          <a:ln w="15875">
            <a:solidFill>
              <a:srgbClr val="D96CB5"/>
            </a:solidFill>
            <a:prstDash val="solid"/>
          </a:ln>
        </p:spPr>
        <p:txBody>
          <a:bodyPr/>
          <a:lstStyle/>
          <a:p>
            <a:endParaRPr lang="uk-UA"/>
          </a:p>
        </p:txBody>
      </p:sp>
      <p:sp>
        <p:nvSpPr>
          <p:cNvPr id="1466" name="line1466"/>
          <p:cNvSpPr/>
          <p:nvPr/>
        </p:nvSpPr>
        <p:spPr>
          <a:xfrm flipV="1">
            <a:off x="6162789" y="5656113"/>
            <a:ext cx="81763" cy="63398"/>
          </a:xfrm>
          <a:prstGeom prst="line">
            <a:avLst/>
          </a:prstGeom>
          <a:noFill/>
          <a:ln w="15875">
            <a:solidFill>
              <a:srgbClr val="D96CB5"/>
            </a:solidFill>
            <a:prstDash val="solid"/>
          </a:ln>
        </p:spPr>
        <p:txBody>
          <a:bodyPr/>
          <a:lstStyle/>
          <a:p>
            <a:endParaRPr lang="uk-UA"/>
          </a:p>
        </p:txBody>
      </p:sp>
      <p:sp>
        <p:nvSpPr>
          <p:cNvPr id="1467" name="line1467"/>
          <p:cNvSpPr/>
          <p:nvPr/>
        </p:nvSpPr>
        <p:spPr>
          <a:xfrm flipV="1">
            <a:off x="6244552" y="5377160"/>
            <a:ext cx="81763" cy="278953"/>
          </a:xfrm>
          <a:prstGeom prst="line">
            <a:avLst/>
          </a:prstGeom>
          <a:noFill/>
          <a:ln w="15875">
            <a:solidFill>
              <a:srgbClr val="D96CB5"/>
            </a:solidFill>
            <a:prstDash val="solid"/>
          </a:ln>
        </p:spPr>
        <p:txBody>
          <a:bodyPr/>
          <a:lstStyle/>
          <a:p>
            <a:endParaRPr lang="uk-UA"/>
          </a:p>
        </p:txBody>
      </p:sp>
      <p:sp>
        <p:nvSpPr>
          <p:cNvPr id="1468" name="line1468"/>
          <p:cNvSpPr/>
          <p:nvPr/>
        </p:nvSpPr>
        <p:spPr>
          <a:xfrm flipV="1">
            <a:off x="6326315" y="5148925"/>
            <a:ext cx="81763" cy="228234"/>
          </a:xfrm>
          <a:prstGeom prst="line">
            <a:avLst/>
          </a:prstGeom>
          <a:noFill/>
          <a:ln w="15875">
            <a:solidFill>
              <a:srgbClr val="D96CB5"/>
            </a:solidFill>
            <a:prstDash val="solid"/>
          </a:ln>
        </p:spPr>
        <p:txBody>
          <a:bodyPr/>
          <a:lstStyle/>
          <a:p>
            <a:endParaRPr lang="uk-UA"/>
          </a:p>
        </p:txBody>
      </p:sp>
      <p:sp>
        <p:nvSpPr>
          <p:cNvPr id="1469" name="line1469"/>
          <p:cNvSpPr/>
          <p:nvPr/>
        </p:nvSpPr>
        <p:spPr>
          <a:xfrm flipV="1">
            <a:off x="6408077" y="4977750"/>
            <a:ext cx="81763" cy="171176"/>
          </a:xfrm>
          <a:prstGeom prst="line">
            <a:avLst/>
          </a:prstGeom>
          <a:noFill/>
          <a:ln w="15875">
            <a:solidFill>
              <a:srgbClr val="D96CB5"/>
            </a:solidFill>
            <a:prstDash val="solid"/>
          </a:ln>
        </p:spPr>
        <p:txBody>
          <a:bodyPr/>
          <a:lstStyle/>
          <a:p>
            <a:endParaRPr lang="uk-UA"/>
          </a:p>
        </p:txBody>
      </p:sp>
      <p:sp>
        <p:nvSpPr>
          <p:cNvPr id="1470" name="line1470"/>
          <p:cNvSpPr/>
          <p:nvPr/>
        </p:nvSpPr>
        <p:spPr>
          <a:xfrm flipV="1">
            <a:off x="6489840" y="4831933"/>
            <a:ext cx="81763" cy="145816"/>
          </a:xfrm>
          <a:prstGeom prst="line">
            <a:avLst/>
          </a:prstGeom>
          <a:noFill/>
          <a:ln w="15875">
            <a:solidFill>
              <a:srgbClr val="D96CB5"/>
            </a:solidFill>
            <a:prstDash val="solid"/>
          </a:ln>
        </p:spPr>
        <p:txBody>
          <a:bodyPr/>
          <a:lstStyle/>
          <a:p>
            <a:endParaRPr lang="uk-UA"/>
          </a:p>
        </p:txBody>
      </p:sp>
      <p:sp>
        <p:nvSpPr>
          <p:cNvPr id="1471" name="line1471"/>
          <p:cNvSpPr/>
          <p:nvPr/>
        </p:nvSpPr>
        <p:spPr>
          <a:xfrm flipV="1">
            <a:off x="6571602" y="4730496"/>
            <a:ext cx="81763" cy="101437"/>
          </a:xfrm>
          <a:prstGeom prst="line">
            <a:avLst/>
          </a:prstGeom>
          <a:noFill/>
          <a:ln w="15875">
            <a:solidFill>
              <a:srgbClr val="D96CB5"/>
            </a:solidFill>
            <a:prstDash val="solid"/>
          </a:ln>
        </p:spPr>
        <p:txBody>
          <a:bodyPr/>
          <a:lstStyle/>
          <a:p>
            <a:endParaRPr lang="uk-UA"/>
          </a:p>
        </p:txBody>
      </p:sp>
      <p:sp>
        <p:nvSpPr>
          <p:cNvPr id="1472" name="line1472"/>
          <p:cNvSpPr/>
          <p:nvPr/>
        </p:nvSpPr>
        <p:spPr>
          <a:xfrm flipV="1">
            <a:off x="6653365" y="4667098"/>
            <a:ext cx="81763" cy="63398"/>
          </a:xfrm>
          <a:prstGeom prst="line">
            <a:avLst/>
          </a:prstGeom>
          <a:noFill/>
          <a:ln w="15875">
            <a:solidFill>
              <a:srgbClr val="D96CB5"/>
            </a:solidFill>
            <a:prstDash val="solid"/>
          </a:ln>
        </p:spPr>
        <p:txBody>
          <a:bodyPr/>
          <a:lstStyle/>
          <a:p>
            <a:endParaRPr lang="uk-UA"/>
          </a:p>
        </p:txBody>
      </p:sp>
      <p:sp>
        <p:nvSpPr>
          <p:cNvPr id="1473" name="line1473"/>
          <p:cNvSpPr/>
          <p:nvPr/>
        </p:nvSpPr>
        <p:spPr>
          <a:xfrm flipV="1">
            <a:off x="6735128" y="4654418"/>
            <a:ext cx="81763" cy="12680"/>
          </a:xfrm>
          <a:prstGeom prst="line">
            <a:avLst/>
          </a:prstGeom>
          <a:noFill/>
          <a:ln w="15875">
            <a:solidFill>
              <a:srgbClr val="D96CB5"/>
            </a:solidFill>
            <a:prstDash val="solid"/>
          </a:ln>
        </p:spPr>
        <p:txBody>
          <a:bodyPr/>
          <a:lstStyle/>
          <a:p>
            <a:endParaRPr lang="uk-UA"/>
          </a:p>
        </p:txBody>
      </p:sp>
      <p:sp>
        <p:nvSpPr>
          <p:cNvPr id="1474" name="line1474"/>
          <p:cNvSpPr/>
          <p:nvPr/>
        </p:nvSpPr>
        <p:spPr>
          <a:xfrm>
            <a:off x="6816890" y="4654418"/>
            <a:ext cx="81763" cy="12680"/>
          </a:xfrm>
          <a:prstGeom prst="line">
            <a:avLst/>
          </a:prstGeom>
          <a:noFill/>
          <a:ln w="15875">
            <a:solidFill>
              <a:srgbClr val="D96CB5"/>
            </a:solidFill>
            <a:prstDash val="solid"/>
          </a:ln>
        </p:spPr>
        <p:txBody>
          <a:bodyPr/>
          <a:lstStyle/>
          <a:p>
            <a:endParaRPr lang="uk-UA"/>
          </a:p>
        </p:txBody>
      </p:sp>
      <p:sp>
        <p:nvSpPr>
          <p:cNvPr id="1475" name="line1475"/>
          <p:cNvSpPr/>
          <p:nvPr/>
        </p:nvSpPr>
        <p:spPr>
          <a:xfrm>
            <a:off x="6898653" y="4667098"/>
            <a:ext cx="81763" cy="6340"/>
          </a:xfrm>
          <a:prstGeom prst="line">
            <a:avLst/>
          </a:prstGeom>
          <a:noFill/>
          <a:ln w="15875">
            <a:solidFill>
              <a:srgbClr val="D96CB5"/>
            </a:solidFill>
            <a:prstDash val="solid"/>
          </a:ln>
        </p:spPr>
        <p:txBody>
          <a:bodyPr/>
          <a:lstStyle/>
          <a:p>
            <a:endParaRPr lang="uk-UA"/>
          </a:p>
        </p:txBody>
      </p:sp>
      <p:sp>
        <p:nvSpPr>
          <p:cNvPr id="1476" name="line1476"/>
          <p:cNvSpPr/>
          <p:nvPr/>
        </p:nvSpPr>
        <p:spPr>
          <a:xfrm>
            <a:off x="6980415" y="4673437"/>
            <a:ext cx="81763" cy="6340"/>
          </a:xfrm>
          <a:prstGeom prst="line">
            <a:avLst/>
          </a:prstGeom>
          <a:noFill/>
          <a:ln w="15875">
            <a:solidFill>
              <a:srgbClr val="D96CB5"/>
            </a:solidFill>
            <a:prstDash val="solid"/>
          </a:ln>
        </p:spPr>
        <p:txBody>
          <a:bodyPr/>
          <a:lstStyle/>
          <a:p>
            <a:endParaRPr lang="uk-UA"/>
          </a:p>
        </p:txBody>
      </p:sp>
      <p:sp>
        <p:nvSpPr>
          <p:cNvPr id="1477" name="line1477"/>
          <p:cNvSpPr/>
          <p:nvPr/>
        </p:nvSpPr>
        <p:spPr>
          <a:xfrm>
            <a:off x="7062178" y="4679777"/>
            <a:ext cx="81763" cy="38039"/>
          </a:xfrm>
          <a:prstGeom prst="line">
            <a:avLst/>
          </a:prstGeom>
          <a:noFill/>
          <a:ln w="15875">
            <a:solidFill>
              <a:srgbClr val="D96CB5"/>
            </a:solidFill>
            <a:prstDash val="solid"/>
          </a:ln>
        </p:spPr>
        <p:txBody>
          <a:bodyPr/>
          <a:lstStyle/>
          <a:p>
            <a:endParaRPr lang="uk-UA"/>
          </a:p>
        </p:txBody>
      </p:sp>
      <p:sp>
        <p:nvSpPr>
          <p:cNvPr id="1478" name="line1478"/>
          <p:cNvSpPr/>
          <p:nvPr/>
        </p:nvSpPr>
        <p:spPr>
          <a:xfrm>
            <a:off x="7143941" y="4717816"/>
            <a:ext cx="81763" cy="95098"/>
          </a:xfrm>
          <a:prstGeom prst="line">
            <a:avLst/>
          </a:prstGeom>
          <a:noFill/>
          <a:ln w="15875">
            <a:solidFill>
              <a:srgbClr val="D96CB5"/>
            </a:solidFill>
            <a:prstDash val="solid"/>
          </a:ln>
        </p:spPr>
        <p:txBody>
          <a:bodyPr/>
          <a:lstStyle/>
          <a:p>
            <a:endParaRPr lang="uk-UA"/>
          </a:p>
        </p:txBody>
      </p:sp>
      <p:sp>
        <p:nvSpPr>
          <p:cNvPr id="1479" name="line1479"/>
          <p:cNvSpPr/>
          <p:nvPr/>
        </p:nvSpPr>
        <p:spPr>
          <a:xfrm>
            <a:off x="7225703" y="4812914"/>
            <a:ext cx="81763" cy="145816"/>
          </a:xfrm>
          <a:prstGeom prst="line">
            <a:avLst/>
          </a:prstGeom>
          <a:noFill/>
          <a:ln w="15875">
            <a:solidFill>
              <a:srgbClr val="D96CB5"/>
            </a:solidFill>
            <a:prstDash val="solid"/>
          </a:ln>
        </p:spPr>
        <p:txBody>
          <a:bodyPr/>
          <a:lstStyle/>
          <a:p>
            <a:endParaRPr lang="uk-UA"/>
          </a:p>
        </p:txBody>
      </p:sp>
      <p:sp>
        <p:nvSpPr>
          <p:cNvPr id="1480" name="line1480"/>
          <p:cNvSpPr/>
          <p:nvPr/>
        </p:nvSpPr>
        <p:spPr>
          <a:xfrm>
            <a:off x="7307466" y="4958730"/>
            <a:ext cx="81763" cy="126797"/>
          </a:xfrm>
          <a:prstGeom prst="line">
            <a:avLst/>
          </a:prstGeom>
          <a:noFill/>
          <a:ln w="15875">
            <a:solidFill>
              <a:srgbClr val="D96CB5"/>
            </a:solidFill>
            <a:prstDash val="solid"/>
          </a:ln>
        </p:spPr>
        <p:txBody>
          <a:bodyPr/>
          <a:lstStyle/>
          <a:p>
            <a:endParaRPr lang="uk-UA"/>
          </a:p>
        </p:txBody>
      </p:sp>
      <p:sp>
        <p:nvSpPr>
          <p:cNvPr id="1481" name="line1481"/>
          <p:cNvSpPr/>
          <p:nvPr/>
        </p:nvSpPr>
        <p:spPr>
          <a:xfrm>
            <a:off x="7389228" y="5085527"/>
            <a:ext cx="81763" cy="76078"/>
          </a:xfrm>
          <a:prstGeom prst="line">
            <a:avLst/>
          </a:prstGeom>
          <a:noFill/>
          <a:ln w="15875">
            <a:solidFill>
              <a:srgbClr val="D96CB5"/>
            </a:solidFill>
            <a:prstDash val="solid"/>
          </a:ln>
        </p:spPr>
        <p:txBody>
          <a:bodyPr/>
          <a:lstStyle/>
          <a:p>
            <a:endParaRPr lang="uk-UA"/>
          </a:p>
        </p:txBody>
      </p:sp>
      <p:sp>
        <p:nvSpPr>
          <p:cNvPr id="1482" name="line1482"/>
          <p:cNvSpPr/>
          <p:nvPr/>
        </p:nvSpPr>
        <p:spPr>
          <a:xfrm>
            <a:off x="7470991" y="5161605"/>
            <a:ext cx="81763" cy="38039"/>
          </a:xfrm>
          <a:prstGeom prst="line">
            <a:avLst/>
          </a:prstGeom>
          <a:noFill/>
          <a:ln w="15875">
            <a:solidFill>
              <a:srgbClr val="D96CB5"/>
            </a:solidFill>
            <a:prstDash val="solid"/>
          </a:ln>
        </p:spPr>
        <p:txBody>
          <a:bodyPr/>
          <a:lstStyle/>
          <a:p>
            <a:endParaRPr lang="uk-UA"/>
          </a:p>
        </p:txBody>
      </p:sp>
      <p:sp>
        <p:nvSpPr>
          <p:cNvPr id="1483" name="line1483"/>
          <p:cNvSpPr/>
          <p:nvPr/>
        </p:nvSpPr>
        <p:spPr>
          <a:xfrm>
            <a:off x="7552754" y="5199644"/>
            <a:ext cx="81763" cy="38039"/>
          </a:xfrm>
          <a:prstGeom prst="line">
            <a:avLst/>
          </a:prstGeom>
          <a:noFill/>
          <a:ln w="15875">
            <a:solidFill>
              <a:srgbClr val="D96CB5"/>
            </a:solidFill>
            <a:prstDash val="solid"/>
          </a:ln>
        </p:spPr>
        <p:txBody>
          <a:bodyPr/>
          <a:lstStyle/>
          <a:p>
            <a:endParaRPr lang="uk-UA"/>
          </a:p>
        </p:txBody>
      </p:sp>
      <p:sp>
        <p:nvSpPr>
          <p:cNvPr id="1484" name="line1484"/>
          <p:cNvSpPr/>
          <p:nvPr/>
        </p:nvSpPr>
        <p:spPr>
          <a:xfrm>
            <a:off x="7634516" y="5237683"/>
            <a:ext cx="81763" cy="44379"/>
          </a:xfrm>
          <a:prstGeom prst="line">
            <a:avLst/>
          </a:prstGeom>
          <a:noFill/>
          <a:ln w="15875">
            <a:solidFill>
              <a:srgbClr val="D96CB5"/>
            </a:solidFill>
            <a:prstDash val="solid"/>
          </a:ln>
        </p:spPr>
        <p:txBody>
          <a:bodyPr/>
          <a:lstStyle/>
          <a:p>
            <a:endParaRPr lang="uk-UA"/>
          </a:p>
        </p:txBody>
      </p:sp>
      <p:sp>
        <p:nvSpPr>
          <p:cNvPr id="1485" name="line1485"/>
          <p:cNvSpPr/>
          <p:nvPr/>
        </p:nvSpPr>
        <p:spPr>
          <a:xfrm>
            <a:off x="7716279" y="5282062"/>
            <a:ext cx="81763" cy="38039"/>
          </a:xfrm>
          <a:prstGeom prst="line">
            <a:avLst/>
          </a:prstGeom>
          <a:noFill/>
          <a:ln w="15875">
            <a:solidFill>
              <a:srgbClr val="D96CB5"/>
            </a:solidFill>
            <a:prstDash val="solid"/>
          </a:ln>
        </p:spPr>
        <p:txBody>
          <a:bodyPr/>
          <a:lstStyle/>
          <a:p>
            <a:endParaRPr lang="uk-UA"/>
          </a:p>
        </p:txBody>
      </p:sp>
      <p:sp>
        <p:nvSpPr>
          <p:cNvPr id="1486" name="line1486"/>
          <p:cNvSpPr/>
          <p:nvPr/>
        </p:nvSpPr>
        <p:spPr>
          <a:xfrm>
            <a:off x="7798041" y="5320101"/>
            <a:ext cx="81763" cy="38039"/>
          </a:xfrm>
          <a:prstGeom prst="line">
            <a:avLst/>
          </a:prstGeom>
          <a:noFill/>
          <a:ln w="15875">
            <a:solidFill>
              <a:srgbClr val="D96CB5"/>
            </a:solidFill>
            <a:prstDash val="solid"/>
          </a:ln>
        </p:spPr>
        <p:txBody>
          <a:bodyPr/>
          <a:lstStyle/>
          <a:p>
            <a:endParaRPr lang="uk-UA"/>
          </a:p>
        </p:txBody>
      </p:sp>
      <p:sp>
        <p:nvSpPr>
          <p:cNvPr id="1487" name="line1487"/>
          <p:cNvSpPr/>
          <p:nvPr/>
        </p:nvSpPr>
        <p:spPr>
          <a:xfrm>
            <a:off x="7879804" y="5358140"/>
            <a:ext cx="81763" cy="57059"/>
          </a:xfrm>
          <a:prstGeom prst="line">
            <a:avLst/>
          </a:prstGeom>
          <a:noFill/>
          <a:ln w="15875">
            <a:solidFill>
              <a:srgbClr val="D96CB5"/>
            </a:solidFill>
            <a:prstDash val="solid"/>
          </a:ln>
        </p:spPr>
        <p:txBody>
          <a:bodyPr/>
          <a:lstStyle/>
          <a:p>
            <a:endParaRPr lang="uk-UA"/>
          </a:p>
        </p:txBody>
      </p:sp>
      <p:sp>
        <p:nvSpPr>
          <p:cNvPr id="1488" name="line1488"/>
          <p:cNvSpPr/>
          <p:nvPr/>
        </p:nvSpPr>
        <p:spPr>
          <a:xfrm>
            <a:off x="7961567" y="5415199"/>
            <a:ext cx="81763" cy="63398"/>
          </a:xfrm>
          <a:prstGeom prst="line">
            <a:avLst/>
          </a:prstGeom>
          <a:noFill/>
          <a:ln w="15875">
            <a:solidFill>
              <a:srgbClr val="D96CB5"/>
            </a:solidFill>
            <a:prstDash val="solid"/>
          </a:ln>
        </p:spPr>
        <p:txBody>
          <a:bodyPr/>
          <a:lstStyle/>
          <a:p>
            <a:endParaRPr lang="uk-UA"/>
          </a:p>
        </p:txBody>
      </p:sp>
      <p:sp>
        <p:nvSpPr>
          <p:cNvPr id="1489" name="line1489"/>
          <p:cNvSpPr/>
          <p:nvPr/>
        </p:nvSpPr>
        <p:spPr>
          <a:xfrm flipV="1">
            <a:off x="8043329" y="5453238"/>
            <a:ext cx="81763" cy="25359"/>
          </a:xfrm>
          <a:prstGeom prst="line">
            <a:avLst/>
          </a:prstGeom>
          <a:noFill/>
          <a:ln w="15875">
            <a:solidFill>
              <a:srgbClr val="D96CB5"/>
            </a:solidFill>
            <a:prstDash val="solid"/>
          </a:ln>
        </p:spPr>
        <p:txBody>
          <a:bodyPr/>
          <a:lstStyle/>
          <a:p>
            <a:endParaRPr lang="uk-UA"/>
          </a:p>
        </p:txBody>
      </p:sp>
      <p:sp>
        <p:nvSpPr>
          <p:cNvPr id="1490" name="line1490"/>
          <p:cNvSpPr/>
          <p:nvPr/>
        </p:nvSpPr>
        <p:spPr>
          <a:xfrm flipV="1">
            <a:off x="8125092" y="5288402"/>
            <a:ext cx="81763" cy="164836"/>
          </a:xfrm>
          <a:prstGeom prst="line">
            <a:avLst/>
          </a:prstGeom>
          <a:noFill/>
          <a:ln w="15875">
            <a:solidFill>
              <a:srgbClr val="D96CB5"/>
            </a:solidFill>
            <a:prstDash val="solid"/>
          </a:ln>
        </p:spPr>
        <p:txBody>
          <a:bodyPr/>
          <a:lstStyle/>
          <a:p>
            <a:endParaRPr lang="uk-UA"/>
          </a:p>
        </p:txBody>
      </p:sp>
      <p:sp>
        <p:nvSpPr>
          <p:cNvPr id="1491" name="line1491"/>
          <p:cNvSpPr/>
          <p:nvPr/>
        </p:nvSpPr>
        <p:spPr>
          <a:xfrm flipV="1">
            <a:off x="8206854" y="5041148"/>
            <a:ext cx="81763" cy="247254"/>
          </a:xfrm>
          <a:prstGeom prst="line">
            <a:avLst/>
          </a:prstGeom>
          <a:noFill/>
          <a:ln w="15875">
            <a:solidFill>
              <a:srgbClr val="D96CB5"/>
            </a:solidFill>
            <a:prstDash val="solid"/>
          </a:ln>
        </p:spPr>
        <p:txBody>
          <a:bodyPr/>
          <a:lstStyle/>
          <a:p>
            <a:endParaRPr lang="uk-UA"/>
          </a:p>
        </p:txBody>
      </p:sp>
      <p:sp>
        <p:nvSpPr>
          <p:cNvPr id="1492" name="line1492"/>
          <p:cNvSpPr/>
          <p:nvPr/>
        </p:nvSpPr>
        <p:spPr>
          <a:xfrm flipV="1">
            <a:off x="8288617" y="4825594"/>
            <a:ext cx="81763" cy="215555"/>
          </a:xfrm>
          <a:prstGeom prst="line">
            <a:avLst/>
          </a:prstGeom>
          <a:noFill/>
          <a:ln w="15875">
            <a:solidFill>
              <a:srgbClr val="D96CB5"/>
            </a:solidFill>
            <a:prstDash val="solid"/>
          </a:ln>
        </p:spPr>
        <p:txBody>
          <a:bodyPr/>
          <a:lstStyle/>
          <a:p>
            <a:endParaRPr lang="uk-UA"/>
          </a:p>
        </p:txBody>
      </p:sp>
      <p:sp>
        <p:nvSpPr>
          <p:cNvPr id="1493" name="line1493"/>
          <p:cNvSpPr/>
          <p:nvPr/>
        </p:nvSpPr>
        <p:spPr>
          <a:xfrm flipV="1">
            <a:off x="8370380" y="4679777"/>
            <a:ext cx="81763" cy="145816"/>
          </a:xfrm>
          <a:prstGeom prst="line">
            <a:avLst/>
          </a:prstGeom>
          <a:noFill/>
          <a:ln w="15875">
            <a:solidFill>
              <a:srgbClr val="D96CB5"/>
            </a:solidFill>
            <a:prstDash val="solid"/>
          </a:ln>
        </p:spPr>
        <p:txBody>
          <a:bodyPr/>
          <a:lstStyle/>
          <a:p>
            <a:endParaRPr lang="uk-UA"/>
          </a:p>
        </p:txBody>
      </p:sp>
      <p:sp>
        <p:nvSpPr>
          <p:cNvPr id="1494" name="line1494"/>
          <p:cNvSpPr/>
          <p:nvPr/>
        </p:nvSpPr>
        <p:spPr>
          <a:xfrm flipV="1">
            <a:off x="8452142" y="4546641"/>
            <a:ext cx="81763" cy="133137"/>
          </a:xfrm>
          <a:prstGeom prst="line">
            <a:avLst/>
          </a:prstGeom>
          <a:noFill/>
          <a:ln w="15875">
            <a:solidFill>
              <a:srgbClr val="D96CB5"/>
            </a:solidFill>
            <a:prstDash val="solid"/>
          </a:ln>
        </p:spPr>
        <p:txBody>
          <a:bodyPr/>
          <a:lstStyle/>
          <a:p>
            <a:endParaRPr lang="uk-UA"/>
          </a:p>
        </p:txBody>
      </p:sp>
      <p:sp>
        <p:nvSpPr>
          <p:cNvPr id="1495" name="line1495"/>
          <p:cNvSpPr/>
          <p:nvPr/>
        </p:nvSpPr>
        <p:spPr>
          <a:xfrm flipV="1">
            <a:off x="8533905" y="4438863"/>
            <a:ext cx="81763" cy="107777"/>
          </a:xfrm>
          <a:prstGeom prst="line">
            <a:avLst/>
          </a:prstGeom>
          <a:noFill/>
          <a:ln w="15875">
            <a:solidFill>
              <a:srgbClr val="D96CB5"/>
            </a:solidFill>
            <a:prstDash val="solid"/>
          </a:ln>
        </p:spPr>
        <p:txBody>
          <a:bodyPr/>
          <a:lstStyle/>
          <a:p>
            <a:endParaRPr lang="uk-UA"/>
          </a:p>
        </p:txBody>
      </p:sp>
      <p:sp>
        <p:nvSpPr>
          <p:cNvPr id="1496" name="line1496"/>
          <p:cNvSpPr/>
          <p:nvPr/>
        </p:nvSpPr>
        <p:spPr>
          <a:xfrm flipV="1">
            <a:off x="8615667" y="4375465"/>
            <a:ext cx="81763" cy="63398"/>
          </a:xfrm>
          <a:prstGeom prst="line">
            <a:avLst/>
          </a:prstGeom>
          <a:noFill/>
          <a:ln w="15875">
            <a:solidFill>
              <a:srgbClr val="D96CB5"/>
            </a:solidFill>
            <a:prstDash val="solid"/>
          </a:ln>
        </p:spPr>
        <p:txBody>
          <a:bodyPr/>
          <a:lstStyle/>
          <a:p>
            <a:endParaRPr lang="uk-UA"/>
          </a:p>
        </p:txBody>
      </p:sp>
      <p:sp>
        <p:nvSpPr>
          <p:cNvPr id="1497" name="line1497"/>
          <p:cNvSpPr/>
          <p:nvPr/>
        </p:nvSpPr>
        <p:spPr>
          <a:xfrm flipV="1">
            <a:off x="8697430" y="4350106"/>
            <a:ext cx="81763" cy="25359"/>
          </a:xfrm>
          <a:prstGeom prst="line">
            <a:avLst/>
          </a:prstGeom>
          <a:noFill/>
          <a:ln w="15875">
            <a:solidFill>
              <a:srgbClr val="D96CB5"/>
            </a:solidFill>
            <a:prstDash val="solid"/>
          </a:ln>
        </p:spPr>
        <p:txBody>
          <a:bodyPr/>
          <a:lstStyle/>
          <a:p>
            <a:endParaRPr lang="uk-UA"/>
          </a:p>
        </p:txBody>
      </p:sp>
      <p:sp>
        <p:nvSpPr>
          <p:cNvPr id="1498" name="line1498"/>
          <p:cNvSpPr/>
          <p:nvPr/>
        </p:nvSpPr>
        <p:spPr>
          <a:xfrm>
            <a:off x="8779193" y="4350106"/>
            <a:ext cx="81763" cy="12680"/>
          </a:xfrm>
          <a:prstGeom prst="line">
            <a:avLst/>
          </a:prstGeom>
          <a:noFill/>
          <a:ln w="15875">
            <a:solidFill>
              <a:srgbClr val="D96CB5"/>
            </a:solidFill>
            <a:prstDash val="solid"/>
          </a:ln>
        </p:spPr>
        <p:txBody>
          <a:bodyPr/>
          <a:lstStyle/>
          <a:p>
            <a:endParaRPr lang="uk-UA"/>
          </a:p>
        </p:txBody>
      </p:sp>
      <p:sp>
        <p:nvSpPr>
          <p:cNvPr id="1499" name="line1499"/>
          <p:cNvSpPr/>
          <p:nvPr/>
        </p:nvSpPr>
        <p:spPr>
          <a:xfrm>
            <a:off x="8860955" y="4362785"/>
            <a:ext cx="81763" cy="6340"/>
          </a:xfrm>
          <a:prstGeom prst="line">
            <a:avLst/>
          </a:prstGeom>
          <a:noFill/>
          <a:ln w="15875">
            <a:solidFill>
              <a:srgbClr val="D96CB5"/>
            </a:solidFill>
            <a:prstDash val="solid"/>
          </a:ln>
        </p:spPr>
        <p:txBody>
          <a:bodyPr/>
          <a:lstStyle/>
          <a:p>
            <a:endParaRPr lang="uk-UA"/>
          </a:p>
        </p:txBody>
      </p:sp>
      <p:sp>
        <p:nvSpPr>
          <p:cNvPr id="1500" name="line1500"/>
          <p:cNvSpPr/>
          <p:nvPr/>
        </p:nvSpPr>
        <p:spPr>
          <a:xfrm>
            <a:off x="8942718" y="4369125"/>
            <a:ext cx="81763" cy="25359"/>
          </a:xfrm>
          <a:prstGeom prst="line">
            <a:avLst/>
          </a:prstGeom>
          <a:noFill/>
          <a:ln w="15875">
            <a:solidFill>
              <a:srgbClr val="D96CB5"/>
            </a:solidFill>
            <a:prstDash val="solid"/>
          </a:ln>
        </p:spPr>
        <p:txBody>
          <a:bodyPr/>
          <a:lstStyle/>
          <a:p>
            <a:endParaRPr lang="uk-UA"/>
          </a:p>
        </p:txBody>
      </p:sp>
      <p:sp>
        <p:nvSpPr>
          <p:cNvPr id="1501" name="line1501"/>
          <p:cNvSpPr/>
          <p:nvPr/>
        </p:nvSpPr>
        <p:spPr>
          <a:xfrm>
            <a:off x="9024480" y="4394484"/>
            <a:ext cx="81763" cy="57059"/>
          </a:xfrm>
          <a:prstGeom prst="line">
            <a:avLst/>
          </a:prstGeom>
          <a:noFill/>
          <a:ln w="15875">
            <a:solidFill>
              <a:srgbClr val="D96CB5"/>
            </a:solidFill>
            <a:prstDash val="solid"/>
          </a:ln>
        </p:spPr>
        <p:txBody>
          <a:bodyPr/>
          <a:lstStyle/>
          <a:p>
            <a:endParaRPr lang="uk-UA"/>
          </a:p>
        </p:txBody>
      </p:sp>
      <p:sp>
        <p:nvSpPr>
          <p:cNvPr id="1502" name="line1502"/>
          <p:cNvSpPr/>
          <p:nvPr/>
        </p:nvSpPr>
        <p:spPr>
          <a:xfrm>
            <a:off x="9106243" y="4451543"/>
            <a:ext cx="81763" cy="126797"/>
          </a:xfrm>
          <a:prstGeom prst="line">
            <a:avLst/>
          </a:prstGeom>
          <a:noFill/>
          <a:ln w="15875">
            <a:solidFill>
              <a:srgbClr val="D96CB5"/>
            </a:solidFill>
            <a:prstDash val="solid"/>
          </a:ln>
        </p:spPr>
        <p:txBody>
          <a:bodyPr/>
          <a:lstStyle/>
          <a:p>
            <a:endParaRPr lang="uk-UA"/>
          </a:p>
        </p:txBody>
      </p:sp>
      <p:sp>
        <p:nvSpPr>
          <p:cNvPr id="1503" name="line1503"/>
          <p:cNvSpPr/>
          <p:nvPr/>
        </p:nvSpPr>
        <p:spPr>
          <a:xfrm>
            <a:off x="9188005" y="4578340"/>
            <a:ext cx="81763" cy="171176"/>
          </a:xfrm>
          <a:prstGeom prst="line">
            <a:avLst/>
          </a:prstGeom>
          <a:noFill/>
          <a:ln w="15875">
            <a:solidFill>
              <a:srgbClr val="D96CB5"/>
            </a:solidFill>
            <a:prstDash val="solid"/>
          </a:ln>
        </p:spPr>
        <p:txBody>
          <a:bodyPr/>
          <a:lstStyle/>
          <a:p>
            <a:endParaRPr lang="uk-UA"/>
          </a:p>
        </p:txBody>
      </p:sp>
      <p:sp>
        <p:nvSpPr>
          <p:cNvPr id="1504" name="line1504"/>
          <p:cNvSpPr/>
          <p:nvPr/>
        </p:nvSpPr>
        <p:spPr>
          <a:xfrm>
            <a:off x="9269768" y="4749516"/>
            <a:ext cx="81763" cy="152156"/>
          </a:xfrm>
          <a:prstGeom prst="line">
            <a:avLst/>
          </a:prstGeom>
          <a:noFill/>
          <a:ln w="15875">
            <a:solidFill>
              <a:srgbClr val="D96CB5"/>
            </a:solidFill>
            <a:prstDash val="solid"/>
          </a:ln>
        </p:spPr>
        <p:txBody>
          <a:bodyPr/>
          <a:lstStyle/>
          <a:p>
            <a:endParaRPr lang="uk-UA"/>
          </a:p>
        </p:txBody>
      </p:sp>
      <p:sp>
        <p:nvSpPr>
          <p:cNvPr id="1505" name="line1505"/>
          <p:cNvSpPr/>
          <p:nvPr/>
        </p:nvSpPr>
        <p:spPr>
          <a:xfrm>
            <a:off x="9351531" y="4901672"/>
            <a:ext cx="81763" cy="76078"/>
          </a:xfrm>
          <a:prstGeom prst="line">
            <a:avLst/>
          </a:prstGeom>
          <a:noFill/>
          <a:ln w="15875">
            <a:solidFill>
              <a:srgbClr val="D96CB5"/>
            </a:solidFill>
            <a:prstDash val="solid"/>
          </a:ln>
        </p:spPr>
        <p:txBody>
          <a:bodyPr/>
          <a:lstStyle/>
          <a:p>
            <a:endParaRPr lang="uk-UA"/>
          </a:p>
        </p:txBody>
      </p:sp>
      <p:sp>
        <p:nvSpPr>
          <p:cNvPr id="1506" name="line1506"/>
          <p:cNvSpPr/>
          <p:nvPr/>
        </p:nvSpPr>
        <p:spPr>
          <a:xfrm>
            <a:off x="9433293" y="4977750"/>
            <a:ext cx="81763" cy="44379"/>
          </a:xfrm>
          <a:prstGeom prst="line">
            <a:avLst/>
          </a:prstGeom>
          <a:noFill/>
          <a:ln w="15875">
            <a:solidFill>
              <a:srgbClr val="D96CB5"/>
            </a:solidFill>
            <a:prstDash val="solid"/>
          </a:ln>
        </p:spPr>
        <p:txBody>
          <a:bodyPr/>
          <a:lstStyle/>
          <a:p>
            <a:endParaRPr lang="uk-UA"/>
          </a:p>
        </p:txBody>
      </p:sp>
      <p:sp>
        <p:nvSpPr>
          <p:cNvPr id="1507" name="line1507"/>
          <p:cNvSpPr/>
          <p:nvPr/>
        </p:nvSpPr>
        <p:spPr>
          <a:xfrm>
            <a:off x="9515056" y="5022129"/>
            <a:ext cx="81763" cy="44379"/>
          </a:xfrm>
          <a:prstGeom prst="line">
            <a:avLst/>
          </a:prstGeom>
          <a:noFill/>
          <a:ln w="15875">
            <a:solidFill>
              <a:srgbClr val="D96CB5"/>
            </a:solidFill>
            <a:prstDash val="solid"/>
          </a:ln>
        </p:spPr>
        <p:txBody>
          <a:bodyPr/>
          <a:lstStyle/>
          <a:p>
            <a:endParaRPr lang="uk-UA"/>
          </a:p>
        </p:txBody>
      </p:sp>
      <p:sp>
        <p:nvSpPr>
          <p:cNvPr id="1508" name="line1508"/>
          <p:cNvSpPr/>
          <p:nvPr/>
        </p:nvSpPr>
        <p:spPr>
          <a:xfrm>
            <a:off x="9596819" y="5066508"/>
            <a:ext cx="81763" cy="44379"/>
          </a:xfrm>
          <a:prstGeom prst="line">
            <a:avLst/>
          </a:prstGeom>
          <a:noFill/>
          <a:ln w="15875">
            <a:solidFill>
              <a:srgbClr val="D96CB5"/>
            </a:solidFill>
            <a:prstDash val="solid"/>
          </a:ln>
        </p:spPr>
        <p:txBody>
          <a:bodyPr/>
          <a:lstStyle/>
          <a:p>
            <a:endParaRPr lang="uk-UA"/>
          </a:p>
        </p:txBody>
      </p:sp>
      <p:sp>
        <p:nvSpPr>
          <p:cNvPr id="1509" name="line1509"/>
          <p:cNvSpPr/>
          <p:nvPr/>
        </p:nvSpPr>
        <p:spPr>
          <a:xfrm>
            <a:off x="9678581" y="5110886"/>
            <a:ext cx="81763" cy="44379"/>
          </a:xfrm>
          <a:prstGeom prst="line">
            <a:avLst/>
          </a:prstGeom>
          <a:noFill/>
          <a:ln w="15875">
            <a:solidFill>
              <a:srgbClr val="D96CB5"/>
            </a:solidFill>
            <a:prstDash val="solid"/>
          </a:ln>
        </p:spPr>
        <p:txBody>
          <a:bodyPr/>
          <a:lstStyle/>
          <a:p>
            <a:endParaRPr lang="uk-UA"/>
          </a:p>
        </p:txBody>
      </p:sp>
      <p:sp>
        <p:nvSpPr>
          <p:cNvPr id="1510" name="line1510"/>
          <p:cNvSpPr/>
          <p:nvPr/>
        </p:nvSpPr>
        <p:spPr>
          <a:xfrm>
            <a:off x="9760344" y="5155265"/>
            <a:ext cx="81763" cy="44379"/>
          </a:xfrm>
          <a:prstGeom prst="line">
            <a:avLst/>
          </a:prstGeom>
          <a:noFill/>
          <a:ln w="15875">
            <a:solidFill>
              <a:srgbClr val="D96CB5"/>
            </a:solidFill>
            <a:prstDash val="solid"/>
          </a:ln>
        </p:spPr>
        <p:txBody>
          <a:bodyPr/>
          <a:lstStyle/>
          <a:p>
            <a:endParaRPr lang="uk-UA"/>
          </a:p>
        </p:txBody>
      </p:sp>
      <p:sp>
        <p:nvSpPr>
          <p:cNvPr id="1511" name="line1511"/>
          <p:cNvSpPr/>
          <p:nvPr/>
        </p:nvSpPr>
        <p:spPr>
          <a:xfrm>
            <a:off x="9842106" y="5199644"/>
            <a:ext cx="81763" cy="50719"/>
          </a:xfrm>
          <a:prstGeom prst="line">
            <a:avLst/>
          </a:prstGeom>
          <a:noFill/>
          <a:ln w="15875">
            <a:solidFill>
              <a:srgbClr val="D96CB5"/>
            </a:solidFill>
            <a:prstDash val="solid"/>
          </a:ln>
        </p:spPr>
        <p:txBody>
          <a:bodyPr/>
          <a:lstStyle/>
          <a:p>
            <a:endParaRPr lang="uk-UA"/>
          </a:p>
        </p:txBody>
      </p:sp>
      <p:sp>
        <p:nvSpPr>
          <p:cNvPr id="1512" name="line1512"/>
          <p:cNvSpPr/>
          <p:nvPr/>
        </p:nvSpPr>
        <p:spPr>
          <a:xfrm>
            <a:off x="9923869" y="5250363"/>
            <a:ext cx="81763" cy="38039"/>
          </a:xfrm>
          <a:prstGeom prst="line">
            <a:avLst/>
          </a:prstGeom>
          <a:noFill/>
          <a:ln w="15875">
            <a:solidFill>
              <a:srgbClr val="D96CB5"/>
            </a:solidFill>
            <a:prstDash val="solid"/>
          </a:ln>
        </p:spPr>
        <p:txBody>
          <a:bodyPr/>
          <a:lstStyle/>
          <a:p>
            <a:endParaRPr lang="uk-UA"/>
          </a:p>
        </p:txBody>
      </p:sp>
      <p:sp>
        <p:nvSpPr>
          <p:cNvPr id="1513" name="line1513"/>
          <p:cNvSpPr/>
          <p:nvPr/>
        </p:nvSpPr>
        <p:spPr>
          <a:xfrm flipV="1">
            <a:off x="10005632" y="5269382"/>
            <a:ext cx="81763" cy="19020"/>
          </a:xfrm>
          <a:prstGeom prst="line">
            <a:avLst/>
          </a:prstGeom>
          <a:noFill/>
          <a:ln w="15875">
            <a:solidFill>
              <a:srgbClr val="D96CB5"/>
            </a:solidFill>
            <a:prstDash val="solid"/>
          </a:ln>
        </p:spPr>
        <p:txBody>
          <a:bodyPr/>
          <a:lstStyle/>
          <a:p>
            <a:endParaRPr lang="uk-UA"/>
          </a:p>
        </p:txBody>
      </p:sp>
      <p:sp>
        <p:nvSpPr>
          <p:cNvPr id="1514" name="line1514"/>
          <p:cNvSpPr/>
          <p:nvPr/>
        </p:nvSpPr>
        <p:spPr>
          <a:xfrm flipV="1">
            <a:off x="10087394" y="5142586"/>
            <a:ext cx="81763" cy="126797"/>
          </a:xfrm>
          <a:prstGeom prst="line">
            <a:avLst/>
          </a:prstGeom>
          <a:noFill/>
          <a:ln w="15875">
            <a:solidFill>
              <a:srgbClr val="D96CB5"/>
            </a:solidFill>
            <a:prstDash val="solid"/>
          </a:ln>
        </p:spPr>
        <p:txBody>
          <a:bodyPr/>
          <a:lstStyle/>
          <a:p>
            <a:endParaRPr lang="uk-UA"/>
          </a:p>
        </p:txBody>
      </p:sp>
      <p:sp>
        <p:nvSpPr>
          <p:cNvPr id="1515" name="line1515"/>
          <p:cNvSpPr/>
          <p:nvPr/>
        </p:nvSpPr>
        <p:spPr>
          <a:xfrm flipV="1">
            <a:off x="10169157" y="4946051"/>
            <a:ext cx="81763" cy="196535"/>
          </a:xfrm>
          <a:prstGeom prst="line">
            <a:avLst/>
          </a:prstGeom>
          <a:noFill/>
          <a:ln w="15875">
            <a:solidFill>
              <a:srgbClr val="D96CB5"/>
            </a:solidFill>
            <a:prstDash val="solid"/>
          </a:ln>
        </p:spPr>
        <p:txBody>
          <a:bodyPr/>
          <a:lstStyle/>
          <a:p>
            <a:endParaRPr lang="uk-UA"/>
          </a:p>
        </p:txBody>
      </p:sp>
      <p:sp>
        <p:nvSpPr>
          <p:cNvPr id="1516" name="line1516"/>
          <p:cNvSpPr/>
          <p:nvPr/>
        </p:nvSpPr>
        <p:spPr>
          <a:xfrm flipV="1">
            <a:off x="10250919" y="4793894"/>
            <a:ext cx="81763" cy="152156"/>
          </a:xfrm>
          <a:prstGeom prst="line">
            <a:avLst/>
          </a:prstGeom>
          <a:noFill/>
          <a:ln w="15875">
            <a:solidFill>
              <a:srgbClr val="D96CB5"/>
            </a:solidFill>
            <a:prstDash val="solid"/>
          </a:ln>
        </p:spPr>
        <p:txBody>
          <a:bodyPr/>
          <a:lstStyle/>
          <a:p>
            <a:endParaRPr lang="uk-UA"/>
          </a:p>
        </p:txBody>
      </p:sp>
      <p:sp>
        <p:nvSpPr>
          <p:cNvPr id="1517" name="line1517"/>
          <p:cNvSpPr/>
          <p:nvPr/>
        </p:nvSpPr>
        <p:spPr>
          <a:xfrm flipV="1">
            <a:off x="10332682" y="4679777"/>
            <a:ext cx="81763" cy="114117"/>
          </a:xfrm>
          <a:prstGeom prst="line">
            <a:avLst/>
          </a:prstGeom>
          <a:noFill/>
          <a:ln w="15875">
            <a:solidFill>
              <a:srgbClr val="D96CB5"/>
            </a:solidFill>
            <a:prstDash val="solid"/>
          </a:ln>
        </p:spPr>
        <p:txBody>
          <a:bodyPr/>
          <a:lstStyle/>
          <a:p>
            <a:endParaRPr lang="uk-UA"/>
          </a:p>
        </p:txBody>
      </p:sp>
      <p:sp>
        <p:nvSpPr>
          <p:cNvPr id="1518" name="line1518"/>
          <p:cNvSpPr/>
          <p:nvPr/>
        </p:nvSpPr>
        <p:spPr>
          <a:xfrm flipV="1">
            <a:off x="10414445" y="4527621"/>
            <a:ext cx="81763" cy="152156"/>
          </a:xfrm>
          <a:prstGeom prst="line">
            <a:avLst/>
          </a:prstGeom>
          <a:noFill/>
          <a:ln w="15875">
            <a:solidFill>
              <a:srgbClr val="D96CB5"/>
            </a:solidFill>
            <a:prstDash val="solid"/>
          </a:ln>
        </p:spPr>
        <p:txBody>
          <a:bodyPr/>
          <a:lstStyle/>
          <a:p>
            <a:endParaRPr lang="uk-UA"/>
          </a:p>
        </p:txBody>
      </p:sp>
      <p:sp>
        <p:nvSpPr>
          <p:cNvPr id="1519" name="line1519"/>
          <p:cNvSpPr/>
          <p:nvPr/>
        </p:nvSpPr>
        <p:spPr>
          <a:xfrm flipV="1">
            <a:off x="10496207" y="4388145"/>
            <a:ext cx="81763" cy="139476"/>
          </a:xfrm>
          <a:prstGeom prst="line">
            <a:avLst/>
          </a:prstGeom>
          <a:noFill/>
          <a:ln w="15875">
            <a:solidFill>
              <a:srgbClr val="D96CB5"/>
            </a:solidFill>
            <a:prstDash val="solid"/>
          </a:ln>
        </p:spPr>
        <p:txBody>
          <a:bodyPr/>
          <a:lstStyle/>
          <a:p>
            <a:endParaRPr lang="uk-UA"/>
          </a:p>
        </p:txBody>
      </p:sp>
      <p:sp>
        <p:nvSpPr>
          <p:cNvPr id="1520" name="line1520"/>
          <p:cNvSpPr/>
          <p:nvPr/>
        </p:nvSpPr>
        <p:spPr>
          <a:xfrm flipV="1">
            <a:off x="10577970" y="4318406"/>
            <a:ext cx="81763" cy="69738"/>
          </a:xfrm>
          <a:prstGeom prst="line">
            <a:avLst/>
          </a:prstGeom>
          <a:noFill/>
          <a:ln w="15875">
            <a:solidFill>
              <a:srgbClr val="D96CB5"/>
            </a:solidFill>
            <a:prstDash val="solid"/>
          </a:ln>
        </p:spPr>
        <p:txBody>
          <a:bodyPr/>
          <a:lstStyle/>
          <a:p>
            <a:endParaRPr lang="uk-UA"/>
          </a:p>
        </p:txBody>
      </p:sp>
      <p:sp>
        <p:nvSpPr>
          <p:cNvPr id="1521" name="line1521"/>
          <p:cNvSpPr/>
          <p:nvPr/>
        </p:nvSpPr>
        <p:spPr>
          <a:xfrm flipV="1">
            <a:off x="10659732" y="4299387"/>
            <a:ext cx="81763" cy="19020"/>
          </a:xfrm>
          <a:prstGeom prst="line">
            <a:avLst/>
          </a:prstGeom>
          <a:noFill/>
          <a:ln w="15875">
            <a:solidFill>
              <a:srgbClr val="D96CB5"/>
            </a:solidFill>
            <a:prstDash val="solid"/>
          </a:ln>
        </p:spPr>
        <p:txBody>
          <a:bodyPr/>
          <a:lstStyle/>
          <a:p>
            <a:endParaRPr lang="uk-UA"/>
          </a:p>
        </p:txBody>
      </p:sp>
      <p:sp>
        <p:nvSpPr>
          <p:cNvPr id="1522" name="line1522"/>
          <p:cNvSpPr/>
          <p:nvPr/>
        </p:nvSpPr>
        <p:spPr>
          <a:xfrm>
            <a:off x="10741495" y="4299387"/>
            <a:ext cx="81763" cy="25359"/>
          </a:xfrm>
          <a:prstGeom prst="line">
            <a:avLst/>
          </a:prstGeom>
          <a:noFill/>
          <a:ln w="15875">
            <a:solidFill>
              <a:srgbClr val="D96CB5"/>
            </a:solidFill>
            <a:prstDash val="solid"/>
          </a:ln>
        </p:spPr>
        <p:txBody>
          <a:bodyPr/>
          <a:lstStyle/>
          <a:p>
            <a:endParaRPr lang="uk-UA"/>
          </a:p>
        </p:txBody>
      </p:sp>
      <p:sp>
        <p:nvSpPr>
          <p:cNvPr id="1523" name="line1523"/>
          <p:cNvSpPr/>
          <p:nvPr/>
        </p:nvSpPr>
        <p:spPr>
          <a:xfrm>
            <a:off x="10823258" y="4324746"/>
            <a:ext cx="81763" cy="12680"/>
          </a:xfrm>
          <a:prstGeom prst="line">
            <a:avLst/>
          </a:prstGeom>
          <a:noFill/>
          <a:ln w="15875">
            <a:solidFill>
              <a:srgbClr val="D96CB5"/>
            </a:solidFill>
            <a:prstDash val="solid"/>
          </a:ln>
        </p:spPr>
        <p:txBody>
          <a:bodyPr/>
          <a:lstStyle/>
          <a:p>
            <a:endParaRPr lang="uk-UA"/>
          </a:p>
        </p:txBody>
      </p:sp>
      <p:sp>
        <p:nvSpPr>
          <p:cNvPr id="1524" name="line1524"/>
          <p:cNvSpPr/>
          <p:nvPr/>
        </p:nvSpPr>
        <p:spPr>
          <a:xfrm>
            <a:off x="10905020" y="4337426"/>
            <a:ext cx="81763" cy="31699"/>
          </a:xfrm>
          <a:prstGeom prst="line">
            <a:avLst/>
          </a:prstGeom>
          <a:noFill/>
          <a:ln w="15875">
            <a:solidFill>
              <a:srgbClr val="D96CB5"/>
            </a:solidFill>
            <a:prstDash val="solid"/>
          </a:ln>
        </p:spPr>
        <p:txBody>
          <a:bodyPr/>
          <a:lstStyle/>
          <a:p>
            <a:endParaRPr lang="uk-UA"/>
          </a:p>
        </p:txBody>
      </p:sp>
      <p:sp>
        <p:nvSpPr>
          <p:cNvPr id="1525" name="line1525"/>
          <p:cNvSpPr/>
          <p:nvPr/>
        </p:nvSpPr>
        <p:spPr>
          <a:xfrm>
            <a:off x="6153912" y="3913632"/>
            <a:ext cx="164592" cy="0"/>
          </a:xfrm>
          <a:prstGeom prst="line">
            <a:avLst/>
          </a:prstGeom>
          <a:noFill/>
          <a:ln w="22860">
            <a:solidFill>
              <a:srgbClr val="FFB347"/>
            </a:solidFill>
            <a:prstDash val="solid"/>
          </a:ln>
        </p:spPr>
        <p:txBody>
          <a:bodyPr/>
          <a:lstStyle/>
          <a:p>
            <a:endParaRPr lang="uk-UA"/>
          </a:p>
        </p:txBody>
      </p:sp>
      <p:sp>
        <p:nvSpPr>
          <p:cNvPr id="1526" name="text1526"/>
          <p:cNvSpPr txBox="1"/>
          <p:nvPr/>
        </p:nvSpPr>
        <p:spPr>
          <a:xfrm>
            <a:off x="6364224"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Температура</a:t>
            </a:r>
          </a:p>
        </p:txBody>
      </p:sp>
      <p:sp>
        <p:nvSpPr>
          <p:cNvPr id="1527" name="line1527"/>
          <p:cNvSpPr/>
          <p:nvPr/>
        </p:nvSpPr>
        <p:spPr>
          <a:xfrm>
            <a:off x="7461504" y="3913632"/>
            <a:ext cx="164592" cy="0"/>
          </a:xfrm>
          <a:prstGeom prst="line">
            <a:avLst/>
          </a:prstGeom>
          <a:noFill/>
          <a:ln w="22860">
            <a:solidFill>
              <a:srgbClr val="55B7FF"/>
            </a:solidFill>
            <a:prstDash val="solid"/>
          </a:ln>
        </p:spPr>
        <p:txBody>
          <a:bodyPr/>
          <a:lstStyle/>
          <a:p>
            <a:endParaRPr lang="uk-UA"/>
          </a:p>
        </p:txBody>
      </p:sp>
      <p:sp>
        <p:nvSpPr>
          <p:cNvPr id="1528" name="text1528"/>
          <p:cNvSpPr txBox="1"/>
          <p:nvPr/>
        </p:nvSpPr>
        <p:spPr>
          <a:xfrm>
            <a:off x="7671816"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Точка роси</a:t>
            </a:r>
          </a:p>
        </p:txBody>
      </p:sp>
      <p:sp>
        <p:nvSpPr>
          <p:cNvPr id="1529" name="line1529"/>
          <p:cNvSpPr/>
          <p:nvPr/>
        </p:nvSpPr>
        <p:spPr>
          <a:xfrm>
            <a:off x="8769096" y="3913632"/>
            <a:ext cx="164592" cy="0"/>
          </a:xfrm>
          <a:prstGeom prst="line">
            <a:avLst/>
          </a:prstGeom>
          <a:noFill/>
          <a:ln w="22860">
            <a:solidFill>
              <a:srgbClr val="D96CB5"/>
            </a:solidFill>
            <a:prstDash val="solid"/>
          </a:ln>
        </p:spPr>
        <p:txBody>
          <a:bodyPr/>
          <a:lstStyle/>
          <a:p>
            <a:endParaRPr lang="uk-UA"/>
          </a:p>
        </p:txBody>
      </p:sp>
      <p:sp>
        <p:nvSpPr>
          <p:cNvPr id="1530" name="text1530"/>
          <p:cNvSpPr txBox="1"/>
          <p:nvPr/>
        </p:nvSpPr>
        <p:spPr>
          <a:xfrm>
            <a:off x="8979408"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Відчувається</a:t>
            </a:r>
          </a:p>
        </p:txBody>
      </p:sp>
      <p:sp>
        <p:nvSpPr>
          <p:cNvPr id="1531" name="line1531"/>
          <p:cNvSpPr/>
          <p:nvPr/>
        </p:nvSpPr>
        <p:spPr>
          <a:xfrm>
            <a:off x="10076688" y="3913632"/>
            <a:ext cx="164592" cy="0"/>
          </a:xfrm>
          <a:prstGeom prst="line">
            <a:avLst/>
          </a:prstGeom>
          <a:noFill/>
          <a:ln w="38100">
            <a:solidFill>
              <a:srgbClr val="1E557F"/>
            </a:solidFill>
            <a:prstDash val="solid"/>
          </a:ln>
        </p:spPr>
        <p:txBody>
          <a:bodyPr/>
          <a:lstStyle/>
          <a:p>
            <a:endParaRPr lang="uk-UA"/>
          </a:p>
        </p:txBody>
      </p:sp>
      <p:sp>
        <p:nvSpPr>
          <p:cNvPr id="1532" name="text1532"/>
          <p:cNvSpPr txBox="1"/>
          <p:nvPr/>
        </p:nvSpPr>
        <p:spPr>
          <a:xfrm>
            <a:off x="10287000"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Опади</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Ґрунт на 5 днів</a:t>
            </a:r>
          </a:p>
        </p:txBody>
      </p:sp>
      <p:sp>
        <p:nvSpPr>
          <p:cNvPr id="13" name="text13"/>
          <p:cNvSpPr txBox="1"/>
          <p:nvPr/>
        </p:nvSpPr>
        <p:spPr>
          <a:xfrm>
            <a:off x="1005840" y="530352"/>
            <a:ext cx="10058400" cy="182880"/>
          </a:xfrm>
          <a:prstGeom prst="rect">
            <a:avLst/>
          </a:prstGeom>
          <a:noFill/>
          <a:ln>
            <a:noFill/>
          </a:ln>
        </p:spPr>
        <p:txBody>
          <a:bodyPr wrap="none" lIns="0" tIns="0" rIns="0" bIns="0">
            <a:normAutofit/>
          </a:bodyPr>
          <a:lstStyle/>
          <a:p>
            <a:pPr algn="ctr"/>
            <a:r>
              <a:rPr lang="uk-UA" sz="900">
                <a:solidFill>
                  <a:srgbClr val="B8B8B8"/>
                </a:solidFill>
                <a:latin typeface="Aptos"/>
                <a:cs typeface="Aptos"/>
              </a:rPr>
              <a:t>Вологість і температура шарів та тенденція</a:t>
            </a:r>
          </a:p>
        </p:txBody>
      </p:sp>
      <p:sp>
        <p:nvSpPr>
          <p:cNvPr id="14" name="shape14"/>
          <p:cNvSpPr/>
          <p:nvPr/>
        </p:nvSpPr>
        <p:spPr>
          <a:xfrm>
            <a:off x="274320" y="1005840"/>
            <a:ext cx="11640312" cy="10973"/>
          </a:xfrm>
          <a:prstGeom prst="rect">
            <a:avLst/>
          </a:prstGeom>
          <a:solidFill>
            <a:srgbClr val="5A5A5A"/>
          </a:solidFill>
          <a:ln>
            <a:noFill/>
          </a:ln>
        </p:spPr>
        <p:txBody>
          <a:bodyPr/>
          <a:lstStyle/>
          <a:p>
            <a:endParaRPr lang="uk-UA"/>
          </a:p>
        </p:txBody>
      </p:sp>
      <p:sp>
        <p:nvSpPr>
          <p:cNvPr id="15" name="shape15"/>
          <p:cNvSpPr/>
          <p:nvPr/>
        </p:nvSpPr>
        <p:spPr>
          <a:xfrm>
            <a:off x="502920" y="1234440"/>
            <a:ext cx="11109960" cy="4526280"/>
          </a:xfrm>
          <a:prstGeom prst="roundRect">
            <a:avLst/>
          </a:prstGeom>
          <a:solidFill>
            <a:srgbClr val="080808"/>
          </a:solidFill>
          <a:ln w="12700">
            <a:solidFill>
              <a:srgbClr val="404040"/>
            </a:solidFill>
          </a:ln>
        </p:spPr>
        <p:txBody>
          <a:bodyPr/>
          <a:lstStyle/>
          <a:p>
            <a:endParaRPr lang="uk-UA"/>
          </a:p>
        </p:txBody>
      </p:sp>
      <p:sp>
        <p:nvSpPr>
          <p:cNvPr id="16" name="text16"/>
          <p:cNvSpPr txBox="1"/>
          <p:nvPr/>
        </p:nvSpPr>
        <p:spPr>
          <a:xfrm>
            <a:off x="749808" y="1444752"/>
            <a:ext cx="512064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Ґрунт: вологість · температура, °C</a:t>
            </a:r>
          </a:p>
        </p:txBody>
      </p:sp>
      <p:sp>
        <p:nvSpPr>
          <p:cNvPr id="17" name="shape17"/>
          <p:cNvSpPr/>
          <p:nvPr/>
        </p:nvSpPr>
        <p:spPr>
          <a:xfrm>
            <a:off x="749808" y="1847088"/>
            <a:ext cx="10561320" cy="310896"/>
          </a:xfrm>
          <a:prstGeom prst="rect">
            <a:avLst/>
          </a:prstGeom>
          <a:solidFill>
            <a:srgbClr val="171717"/>
          </a:solidFill>
          <a:ln w="12700">
            <a:solidFill>
              <a:srgbClr val="303030"/>
            </a:solidFill>
          </a:ln>
        </p:spPr>
        <p:txBody>
          <a:bodyPr/>
          <a:lstStyle/>
          <a:p>
            <a:endParaRPr lang="uk-UA"/>
          </a:p>
        </p:txBody>
      </p:sp>
      <p:sp>
        <p:nvSpPr>
          <p:cNvPr id="18" name="text18"/>
          <p:cNvSpPr txBox="1"/>
          <p:nvPr/>
        </p:nvSpPr>
        <p:spPr>
          <a:xfrm>
            <a:off x="914400" y="1920240"/>
            <a:ext cx="1097280" cy="137160"/>
          </a:xfrm>
          <a:prstGeom prst="rect">
            <a:avLst/>
          </a:prstGeom>
          <a:noFill/>
          <a:ln>
            <a:noFill/>
          </a:ln>
        </p:spPr>
        <p:txBody>
          <a:bodyPr wrap="none" lIns="0" tIns="0" rIns="0" bIns="0">
            <a:normAutofit/>
          </a:bodyPr>
          <a:lstStyle/>
          <a:p>
            <a:pPr algn="l"/>
            <a:r>
              <a:rPr lang="uk-UA" sz="900" b="1">
                <a:solidFill>
                  <a:srgbClr val="FFFFFF"/>
                </a:solidFill>
                <a:latin typeface="Aptos"/>
                <a:cs typeface="Aptos"/>
              </a:rPr>
              <a:t>Шар / показник</a:t>
            </a:r>
          </a:p>
        </p:txBody>
      </p:sp>
      <p:sp>
        <p:nvSpPr>
          <p:cNvPr id="19" name="text19"/>
          <p:cNvSpPr txBox="1"/>
          <p:nvPr/>
        </p:nvSpPr>
        <p:spPr>
          <a:xfrm>
            <a:off x="224028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Нд 06.09</a:t>
            </a:r>
          </a:p>
        </p:txBody>
      </p:sp>
      <p:sp>
        <p:nvSpPr>
          <p:cNvPr id="20" name="text20"/>
          <p:cNvSpPr txBox="1"/>
          <p:nvPr/>
        </p:nvSpPr>
        <p:spPr>
          <a:xfrm>
            <a:off x="342900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Пн 07.09</a:t>
            </a:r>
          </a:p>
        </p:txBody>
      </p:sp>
      <p:sp>
        <p:nvSpPr>
          <p:cNvPr id="21" name="text21"/>
          <p:cNvSpPr txBox="1"/>
          <p:nvPr/>
        </p:nvSpPr>
        <p:spPr>
          <a:xfrm>
            <a:off x="461772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Вт 08.09</a:t>
            </a:r>
          </a:p>
        </p:txBody>
      </p:sp>
      <p:sp>
        <p:nvSpPr>
          <p:cNvPr id="22" name="text22"/>
          <p:cNvSpPr txBox="1"/>
          <p:nvPr/>
        </p:nvSpPr>
        <p:spPr>
          <a:xfrm>
            <a:off x="580644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Ср 09.09</a:t>
            </a:r>
          </a:p>
        </p:txBody>
      </p:sp>
      <p:sp>
        <p:nvSpPr>
          <p:cNvPr id="23" name="text23"/>
          <p:cNvSpPr txBox="1"/>
          <p:nvPr/>
        </p:nvSpPr>
        <p:spPr>
          <a:xfrm>
            <a:off x="699516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Чт 10.09</a:t>
            </a:r>
          </a:p>
        </p:txBody>
      </p:sp>
      <p:sp>
        <p:nvSpPr>
          <p:cNvPr id="24" name="text24"/>
          <p:cNvSpPr txBox="1"/>
          <p:nvPr/>
        </p:nvSpPr>
        <p:spPr>
          <a:xfrm>
            <a:off x="8549640" y="1920240"/>
            <a:ext cx="2468880"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тенденція</a:t>
            </a:r>
          </a:p>
        </p:txBody>
      </p:sp>
      <p:sp>
        <p:nvSpPr>
          <p:cNvPr id="25" name="shape25"/>
          <p:cNvSpPr/>
          <p:nvPr/>
        </p:nvSpPr>
        <p:spPr>
          <a:xfrm>
            <a:off x="749808" y="2221992"/>
            <a:ext cx="10561320" cy="365760"/>
          </a:xfrm>
          <a:prstGeom prst="rect">
            <a:avLst/>
          </a:prstGeom>
          <a:solidFill>
            <a:srgbClr val="0C0C0C"/>
          </a:solidFill>
          <a:ln>
            <a:noFill/>
          </a:ln>
        </p:spPr>
        <p:txBody>
          <a:bodyPr/>
          <a:lstStyle/>
          <a:p>
            <a:endParaRPr lang="uk-UA"/>
          </a:p>
        </p:txBody>
      </p:sp>
      <p:sp>
        <p:nvSpPr>
          <p:cNvPr id="26" name="text26"/>
          <p:cNvSpPr txBox="1"/>
          <p:nvPr/>
        </p:nvSpPr>
        <p:spPr>
          <a:xfrm>
            <a:off x="914400" y="2304288"/>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0–1 см</a:t>
            </a:r>
          </a:p>
        </p:txBody>
      </p:sp>
      <p:sp>
        <p:nvSpPr>
          <p:cNvPr id="27" name="text27"/>
          <p:cNvSpPr txBox="1"/>
          <p:nvPr/>
        </p:nvSpPr>
        <p:spPr>
          <a:xfrm>
            <a:off x="224028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0.267</a:t>
            </a:r>
          </a:p>
        </p:txBody>
      </p:sp>
      <p:sp>
        <p:nvSpPr>
          <p:cNvPr id="28" name="text28"/>
          <p:cNvSpPr txBox="1"/>
          <p:nvPr/>
        </p:nvSpPr>
        <p:spPr>
          <a:xfrm>
            <a:off x="342900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0.212</a:t>
            </a:r>
          </a:p>
        </p:txBody>
      </p:sp>
      <p:sp>
        <p:nvSpPr>
          <p:cNvPr id="29" name="text29"/>
          <p:cNvSpPr txBox="1"/>
          <p:nvPr/>
        </p:nvSpPr>
        <p:spPr>
          <a:xfrm>
            <a:off x="461772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0.179</a:t>
            </a:r>
          </a:p>
        </p:txBody>
      </p:sp>
      <p:sp>
        <p:nvSpPr>
          <p:cNvPr id="30" name="text30"/>
          <p:cNvSpPr txBox="1"/>
          <p:nvPr/>
        </p:nvSpPr>
        <p:spPr>
          <a:xfrm>
            <a:off x="580644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0.155</a:t>
            </a:r>
          </a:p>
        </p:txBody>
      </p:sp>
      <p:sp>
        <p:nvSpPr>
          <p:cNvPr id="31" name="text31"/>
          <p:cNvSpPr txBox="1"/>
          <p:nvPr/>
        </p:nvSpPr>
        <p:spPr>
          <a:xfrm>
            <a:off x="699516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0.135</a:t>
            </a:r>
          </a:p>
        </p:txBody>
      </p:sp>
      <p:sp>
        <p:nvSpPr>
          <p:cNvPr id="32" name="text32"/>
          <p:cNvSpPr txBox="1"/>
          <p:nvPr/>
        </p:nvSpPr>
        <p:spPr>
          <a:xfrm>
            <a:off x="8549640" y="2304288"/>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33" name="shape33"/>
          <p:cNvSpPr/>
          <p:nvPr/>
        </p:nvSpPr>
        <p:spPr>
          <a:xfrm>
            <a:off x="749808" y="2697480"/>
            <a:ext cx="10561320" cy="365760"/>
          </a:xfrm>
          <a:prstGeom prst="rect">
            <a:avLst/>
          </a:prstGeom>
          <a:solidFill>
            <a:srgbClr val="101010"/>
          </a:solidFill>
          <a:ln>
            <a:noFill/>
          </a:ln>
        </p:spPr>
        <p:txBody>
          <a:bodyPr/>
          <a:lstStyle/>
          <a:p>
            <a:endParaRPr lang="uk-UA"/>
          </a:p>
        </p:txBody>
      </p:sp>
      <p:sp>
        <p:nvSpPr>
          <p:cNvPr id="34" name="text34"/>
          <p:cNvSpPr txBox="1"/>
          <p:nvPr/>
        </p:nvSpPr>
        <p:spPr>
          <a:xfrm>
            <a:off x="914400" y="2779776"/>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1–3 см</a:t>
            </a:r>
          </a:p>
        </p:txBody>
      </p:sp>
      <p:sp>
        <p:nvSpPr>
          <p:cNvPr id="35" name="text35"/>
          <p:cNvSpPr txBox="1"/>
          <p:nvPr/>
        </p:nvSpPr>
        <p:spPr>
          <a:xfrm>
            <a:off x="224028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0.260</a:t>
            </a:r>
          </a:p>
        </p:txBody>
      </p:sp>
      <p:sp>
        <p:nvSpPr>
          <p:cNvPr id="36" name="text36"/>
          <p:cNvSpPr txBox="1"/>
          <p:nvPr/>
        </p:nvSpPr>
        <p:spPr>
          <a:xfrm>
            <a:off x="342900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0.215</a:t>
            </a:r>
          </a:p>
        </p:txBody>
      </p:sp>
      <p:sp>
        <p:nvSpPr>
          <p:cNvPr id="37" name="text37"/>
          <p:cNvSpPr txBox="1"/>
          <p:nvPr/>
        </p:nvSpPr>
        <p:spPr>
          <a:xfrm>
            <a:off x="461772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0.185</a:t>
            </a:r>
          </a:p>
        </p:txBody>
      </p:sp>
      <p:sp>
        <p:nvSpPr>
          <p:cNvPr id="38" name="text38"/>
          <p:cNvSpPr txBox="1"/>
          <p:nvPr/>
        </p:nvSpPr>
        <p:spPr>
          <a:xfrm>
            <a:off x="580644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0.164</a:t>
            </a:r>
          </a:p>
        </p:txBody>
      </p:sp>
      <p:sp>
        <p:nvSpPr>
          <p:cNvPr id="39" name="text39"/>
          <p:cNvSpPr txBox="1"/>
          <p:nvPr/>
        </p:nvSpPr>
        <p:spPr>
          <a:xfrm>
            <a:off x="699516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0.147</a:t>
            </a:r>
          </a:p>
        </p:txBody>
      </p:sp>
      <p:sp>
        <p:nvSpPr>
          <p:cNvPr id="40" name="text40"/>
          <p:cNvSpPr txBox="1"/>
          <p:nvPr/>
        </p:nvSpPr>
        <p:spPr>
          <a:xfrm>
            <a:off x="8549640" y="2779776"/>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41" name="shape41"/>
          <p:cNvSpPr/>
          <p:nvPr/>
        </p:nvSpPr>
        <p:spPr>
          <a:xfrm>
            <a:off x="749808" y="3172968"/>
            <a:ext cx="10561320" cy="365760"/>
          </a:xfrm>
          <a:prstGeom prst="rect">
            <a:avLst/>
          </a:prstGeom>
          <a:solidFill>
            <a:srgbClr val="0C0C0C"/>
          </a:solidFill>
          <a:ln>
            <a:noFill/>
          </a:ln>
        </p:spPr>
        <p:txBody>
          <a:bodyPr/>
          <a:lstStyle/>
          <a:p>
            <a:endParaRPr lang="uk-UA"/>
          </a:p>
        </p:txBody>
      </p:sp>
      <p:sp>
        <p:nvSpPr>
          <p:cNvPr id="42" name="text42"/>
          <p:cNvSpPr txBox="1"/>
          <p:nvPr/>
        </p:nvSpPr>
        <p:spPr>
          <a:xfrm>
            <a:off x="914400" y="3255264"/>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3–9 см</a:t>
            </a:r>
          </a:p>
        </p:txBody>
      </p:sp>
      <p:sp>
        <p:nvSpPr>
          <p:cNvPr id="43" name="text43"/>
          <p:cNvSpPr txBox="1"/>
          <p:nvPr/>
        </p:nvSpPr>
        <p:spPr>
          <a:xfrm>
            <a:off x="224028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0.233</a:t>
            </a:r>
          </a:p>
        </p:txBody>
      </p:sp>
      <p:sp>
        <p:nvSpPr>
          <p:cNvPr id="44" name="text44"/>
          <p:cNvSpPr txBox="1"/>
          <p:nvPr/>
        </p:nvSpPr>
        <p:spPr>
          <a:xfrm>
            <a:off x="342900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0.213</a:t>
            </a:r>
          </a:p>
        </p:txBody>
      </p:sp>
      <p:sp>
        <p:nvSpPr>
          <p:cNvPr id="45" name="text45"/>
          <p:cNvSpPr txBox="1"/>
          <p:nvPr/>
        </p:nvSpPr>
        <p:spPr>
          <a:xfrm>
            <a:off x="461772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0.190</a:t>
            </a:r>
          </a:p>
        </p:txBody>
      </p:sp>
      <p:sp>
        <p:nvSpPr>
          <p:cNvPr id="46" name="text46"/>
          <p:cNvSpPr txBox="1"/>
          <p:nvPr/>
        </p:nvSpPr>
        <p:spPr>
          <a:xfrm>
            <a:off x="580644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0.173</a:t>
            </a:r>
          </a:p>
        </p:txBody>
      </p:sp>
      <p:sp>
        <p:nvSpPr>
          <p:cNvPr id="47" name="text47"/>
          <p:cNvSpPr txBox="1"/>
          <p:nvPr/>
        </p:nvSpPr>
        <p:spPr>
          <a:xfrm>
            <a:off x="699516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0.159</a:t>
            </a:r>
          </a:p>
        </p:txBody>
      </p:sp>
      <p:sp>
        <p:nvSpPr>
          <p:cNvPr id="48" name="text48"/>
          <p:cNvSpPr txBox="1"/>
          <p:nvPr/>
        </p:nvSpPr>
        <p:spPr>
          <a:xfrm>
            <a:off x="8549640" y="3255264"/>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49" name="shape49"/>
          <p:cNvSpPr/>
          <p:nvPr/>
        </p:nvSpPr>
        <p:spPr>
          <a:xfrm>
            <a:off x="749808" y="3648456"/>
            <a:ext cx="10561320" cy="365760"/>
          </a:xfrm>
          <a:prstGeom prst="rect">
            <a:avLst/>
          </a:prstGeom>
          <a:solidFill>
            <a:srgbClr val="101010"/>
          </a:solidFill>
          <a:ln>
            <a:noFill/>
          </a:ln>
        </p:spPr>
        <p:txBody>
          <a:bodyPr/>
          <a:lstStyle/>
          <a:p>
            <a:endParaRPr lang="uk-UA"/>
          </a:p>
        </p:txBody>
      </p:sp>
      <p:sp>
        <p:nvSpPr>
          <p:cNvPr id="50" name="text50"/>
          <p:cNvSpPr txBox="1"/>
          <p:nvPr/>
        </p:nvSpPr>
        <p:spPr>
          <a:xfrm>
            <a:off x="914400" y="3730752"/>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9–27 см</a:t>
            </a:r>
          </a:p>
        </p:txBody>
      </p:sp>
      <p:sp>
        <p:nvSpPr>
          <p:cNvPr id="51" name="text51"/>
          <p:cNvSpPr txBox="1"/>
          <p:nvPr/>
        </p:nvSpPr>
        <p:spPr>
          <a:xfrm>
            <a:off x="224028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0.153</a:t>
            </a:r>
          </a:p>
        </p:txBody>
      </p:sp>
      <p:sp>
        <p:nvSpPr>
          <p:cNvPr id="52" name="text52"/>
          <p:cNvSpPr txBox="1"/>
          <p:nvPr/>
        </p:nvSpPr>
        <p:spPr>
          <a:xfrm>
            <a:off x="342900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0.163</a:t>
            </a:r>
          </a:p>
        </p:txBody>
      </p:sp>
      <p:sp>
        <p:nvSpPr>
          <p:cNvPr id="53" name="text53"/>
          <p:cNvSpPr txBox="1"/>
          <p:nvPr/>
        </p:nvSpPr>
        <p:spPr>
          <a:xfrm>
            <a:off x="461772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0.165</a:t>
            </a:r>
          </a:p>
        </p:txBody>
      </p:sp>
      <p:sp>
        <p:nvSpPr>
          <p:cNvPr id="54" name="text54"/>
          <p:cNvSpPr txBox="1"/>
          <p:nvPr/>
        </p:nvSpPr>
        <p:spPr>
          <a:xfrm>
            <a:off x="580644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0.164</a:t>
            </a:r>
          </a:p>
        </p:txBody>
      </p:sp>
      <p:sp>
        <p:nvSpPr>
          <p:cNvPr id="55" name="text55"/>
          <p:cNvSpPr txBox="1"/>
          <p:nvPr/>
        </p:nvSpPr>
        <p:spPr>
          <a:xfrm>
            <a:off x="699516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0.160</a:t>
            </a:r>
          </a:p>
        </p:txBody>
      </p:sp>
      <p:sp>
        <p:nvSpPr>
          <p:cNvPr id="56" name="text56"/>
          <p:cNvSpPr txBox="1"/>
          <p:nvPr/>
        </p:nvSpPr>
        <p:spPr>
          <a:xfrm>
            <a:off x="8549640" y="3730752"/>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стабільно</a:t>
            </a:r>
          </a:p>
        </p:txBody>
      </p:sp>
      <p:sp>
        <p:nvSpPr>
          <p:cNvPr id="57" name="shape57"/>
          <p:cNvSpPr/>
          <p:nvPr/>
        </p:nvSpPr>
        <p:spPr>
          <a:xfrm>
            <a:off x="749808" y="4123944"/>
            <a:ext cx="10561320" cy="365760"/>
          </a:xfrm>
          <a:prstGeom prst="rect">
            <a:avLst/>
          </a:prstGeom>
          <a:solidFill>
            <a:srgbClr val="0C0C0C"/>
          </a:solidFill>
          <a:ln>
            <a:noFill/>
          </a:ln>
        </p:spPr>
        <p:txBody>
          <a:bodyPr/>
          <a:lstStyle/>
          <a:p>
            <a:endParaRPr lang="uk-UA"/>
          </a:p>
        </p:txBody>
      </p:sp>
      <p:sp>
        <p:nvSpPr>
          <p:cNvPr id="58" name="text58"/>
          <p:cNvSpPr txBox="1"/>
          <p:nvPr/>
        </p:nvSpPr>
        <p:spPr>
          <a:xfrm>
            <a:off x="914400" y="4206240"/>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27–81 см</a:t>
            </a:r>
          </a:p>
        </p:txBody>
      </p:sp>
      <p:sp>
        <p:nvSpPr>
          <p:cNvPr id="59" name="text59"/>
          <p:cNvSpPr txBox="1"/>
          <p:nvPr/>
        </p:nvSpPr>
        <p:spPr>
          <a:xfrm>
            <a:off x="224028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0.158</a:t>
            </a:r>
          </a:p>
        </p:txBody>
      </p:sp>
      <p:sp>
        <p:nvSpPr>
          <p:cNvPr id="60" name="text60"/>
          <p:cNvSpPr txBox="1"/>
          <p:nvPr/>
        </p:nvSpPr>
        <p:spPr>
          <a:xfrm>
            <a:off x="342900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0.157</a:t>
            </a:r>
          </a:p>
        </p:txBody>
      </p:sp>
      <p:sp>
        <p:nvSpPr>
          <p:cNvPr id="61" name="text61"/>
          <p:cNvSpPr txBox="1"/>
          <p:nvPr/>
        </p:nvSpPr>
        <p:spPr>
          <a:xfrm>
            <a:off x="461772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0.157</a:t>
            </a:r>
          </a:p>
        </p:txBody>
      </p:sp>
      <p:sp>
        <p:nvSpPr>
          <p:cNvPr id="62" name="text62"/>
          <p:cNvSpPr txBox="1"/>
          <p:nvPr/>
        </p:nvSpPr>
        <p:spPr>
          <a:xfrm>
            <a:off x="580644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0.156</a:t>
            </a:r>
          </a:p>
        </p:txBody>
      </p:sp>
      <p:sp>
        <p:nvSpPr>
          <p:cNvPr id="63" name="text63"/>
          <p:cNvSpPr txBox="1"/>
          <p:nvPr/>
        </p:nvSpPr>
        <p:spPr>
          <a:xfrm>
            <a:off x="699516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0.155</a:t>
            </a:r>
          </a:p>
        </p:txBody>
      </p:sp>
      <p:sp>
        <p:nvSpPr>
          <p:cNvPr id="64" name="text64"/>
          <p:cNvSpPr txBox="1"/>
          <p:nvPr/>
        </p:nvSpPr>
        <p:spPr>
          <a:xfrm>
            <a:off x="8549640" y="4206240"/>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стабільно</a:t>
            </a:r>
          </a:p>
        </p:txBody>
      </p:sp>
      <p:sp>
        <p:nvSpPr>
          <p:cNvPr id="65" name="shape65"/>
          <p:cNvSpPr/>
          <p:nvPr/>
        </p:nvSpPr>
        <p:spPr>
          <a:xfrm>
            <a:off x="749808" y="4599432"/>
            <a:ext cx="10561320" cy="329184"/>
          </a:xfrm>
          <a:prstGeom prst="rect">
            <a:avLst/>
          </a:prstGeom>
          <a:solidFill>
            <a:srgbClr val="0C0C0C"/>
          </a:solidFill>
          <a:ln>
            <a:noFill/>
          </a:ln>
        </p:spPr>
        <p:txBody>
          <a:bodyPr/>
          <a:lstStyle/>
          <a:p>
            <a:endParaRPr lang="uk-UA"/>
          </a:p>
        </p:txBody>
      </p:sp>
      <p:sp>
        <p:nvSpPr>
          <p:cNvPr id="66" name="text66"/>
          <p:cNvSpPr txBox="1"/>
          <p:nvPr/>
        </p:nvSpPr>
        <p:spPr>
          <a:xfrm>
            <a:off x="914400" y="4672584"/>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T 0 см</a:t>
            </a:r>
          </a:p>
        </p:txBody>
      </p:sp>
      <p:sp>
        <p:nvSpPr>
          <p:cNvPr id="67" name="text67"/>
          <p:cNvSpPr txBox="1"/>
          <p:nvPr/>
        </p:nvSpPr>
        <p:spPr>
          <a:xfrm>
            <a:off x="224028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+18.5°</a:t>
            </a:r>
          </a:p>
        </p:txBody>
      </p:sp>
      <p:sp>
        <p:nvSpPr>
          <p:cNvPr id="68" name="text68"/>
          <p:cNvSpPr txBox="1"/>
          <p:nvPr/>
        </p:nvSpPr>
        <p:spPr>
          <a:xfrm>
            <a:off x="342900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+14.8°</a:t>
            </a:r>
          </a:p>
        </p:txBody>
      </p:sp>
      <p:sp>
        <p:nvSpPr>
          <p:cNvPr id="69" name="text69"/>
          <p:cNvSpPr txBox="1"/>
          <p:nvPr/>
        </p:nvSpPr>
        <p:spPr>
          <a:xfrm>
            <a:off x="461772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+14.2°</a:t>
            </a:r>
          </a:p>
        </p:txBody>
      </p:sp>
      <p:sp>
        <p:nvSpPr>
          <p:cNvPr id="70" name="text70"/>
          <p:cNvSpPr txBox="1"/>
          <p:nvPr/>
        </p:nvSpPr>
        <p:spPr>
          <a:xfrm>
            <a:off x="580644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+13.9°</a:t>
            </a:r>
          </a:p>
        </p:txBody>
      </p:sp>
      <p:sp>
        <p:nvSpPr>
          <p:cNvPr id="71" name="text71"/>
          <p:cNvSpPr txBox="1"/>
          <p:nvPr/>
        </p:nvSpPr>
        <p:spPr>
          <a:xfrm>
            <a:off x="699516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+16.6°</a:t>
            </a:r>
          </a:p>
        </p:txBody>
      </p:sp>
      <p:sp>
        <p:nvSpPr>
          <p:cNvPr id="72" name="text72"/>
          <p:cNvSpPr txBox="1"/>
          <p:nvPr/>
        </p:nvSpPr>
        <p:spPr>
          <a:xfrm>
            <a:off x="8549640" y="4672584"/>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холодає</a:t>
            </a:r>
          </a:p>
        </p:txBody>
      </p:sp>
      <p:sp>
        <p:nvSpPr>
          <p:cNvPr id="73" name="shape73"/>
          <p:cNvSpPr/>
          <p:nvPr/>
        </p:nvSpPr>
        <p:spPr>
          <a:xfrm>
            <a:off x="749808" y="5020056"/>
            <a:ext cx="10561320" cy="329184"/>
          </a:xfrm>
          <a:prstGeom prst="rect">
            <a:avLst/>
          </a:prstGeom>
          <a:solidFill>
            <a:srgbClr val="101010"/>
          </a:solidFill>
          <a:ln>
            <a:noFill/>
          </a:ln>
        </p:spPr>
        <p:txBody>
          <a:bodyPr/>
          <a:lstStyle/>
          <a:p>
            <a:endParaRPr lang="uk-UA"/>
          </a:p>
        </p:txBody>
      </p:sp>
      <p:sp>
        <p:nvSpPr>
          <p:cNvPr id="74" name="text74"/>
          <p:cNvSpPr txBox="1"/>
          <p:nvPr/>
        </p:nvSpPr>
        <p:spPr>
          <a:xfrm>
            <a:off x="914400" y="5093208"/>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T 6 см</a:t>
            </a:r>
          </a:p>
        </p:txBody>
      </p:sp>
      <p:sp>
        <p:nvSpPr>
          <p:cNvPr id="75" name="text75"/>
          <p:cNvSpPr txBox="1"/>
          <p:nvPr/>
        </p:nvSpPr>
        <p:spPr>
          <a:xfrm>
            <a:off x="224028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+18.9°</a:t>
            </a:r>
          </a:p>
        </p:txBody>
      </p:sp>
      <p:sp>
        <p:nvSpPr>
          <p:cNvPr id="76" name="text76"/>
          <p:cNvSpPr txBox="1"/>
          <p:nvPr/>
        </p:nvSpPr>
        <p:spPr>
          <a:xfrm>
            <a:off x="342900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+16.1°</a:t>
            </a:r>
          </a:p>
        </p:txBody>
      </p:sp>
      <p:sp>
        <p:nvSpPr>
          <p:cNvPr id="77" name="text77"/>
          <p:cNvSpPr txBox="1"/>
          <p:nvPr/>
        </p:nvSpPr>
        <p:spPr>
          <a:xfrm>
            <a:off x="461772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+14.8°</a:t>
            </a:r>
          </a:p>
        </p:txBody>
      </p:sp>
      <p:sp>
        <p:nvSpPr>
          <p:cNvPr id="78" name="text78"/>
          <p:cNvSpPr txBox="1"/>
          <p:nvPr/>
        </p:nvSpPr>
        <p:spPr>
          <a:xfrm>
            <a:off x="580644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+14.2°</a:t>
            </a:r>
          </a:p>
        </p:txBody>
      </p:sp>
      <p:sp>
        <p:nvSpPr>
          <p:cNvPr id="79" name="text79"/>
          <p:cNvSpPr txBox="1"/>
          <p:nvPr/>
        </p:nvSpPr>
        <p:spPr>
          <a:xfrm>
            <a:off x="699516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+15.8°</a:t>
            </a:r>
          </a:p>
        </p:txBody>
      </p:sp>
      <p:sp>
        <p:nvSpPr>
          <p:cNvPr id="80" name="text80"/>
          <p:cNvSpPr txBox="1"/>
          <p:nvPr/>
        </p:nvSpPr>
        <p:spPr>
          <a:xfrm>
            <a:off x="8549640" y="5093208"/>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холодає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22CB16-E95C-41E2-8E68-062AE056A8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E8FCAC-EA3B-ACB6-A57F-6716A9956661}"/>
              </a:ext>
            </a:extLst>
          </p:cNvPr>
          <p:cNvSpPr txBox="1"/>
          <p:nvPr/>
        </p:nvSpPr>
        <p:spPr>
          <a:xfrm>
            <a:off x="2215692" y="326951"/>
            <a:ext cx="7592976"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СТАН ТА ПОЛОЖЕННЯ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p>
        </p:txBody>
      </p:sp>
      <p:pic>
        <p:nvPicPr>
          <p:cNvPr id="4" name="logo_left">
            <a:extLst>
              <a:ext uri="{FF2B5EF4-FFF2-40B4-BE49-F238E27FC236}">
                <a16:creationId xmlns:a16="http://schemas.microsoft.com/office/drawing/2014/main" id="{F4015093-DA06-98B2-B351-48A18ECFFCB3}"/>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CC53E7C2-4079-E2CE-8A70-8FCD5989FDEF}"/>
              </a:ext>
            </a:extLst>
          </p:cNvPr>
          <p:cNvPicPr/>
          <p:nvPr/>
        </p:nvPicPr>
        <p:blipFill>
          <a:blip r:embed="rId4"/>
          <a:stretch>
            <a:fillRect/>
          </a:stretch>
        </p:blipFill>
        <p:spPr>
          <a:xfrm>
            <a:off x="11064240" y="109728"/>
            <a:ext cx="685800" cy="896112"/>
          </a:xfrm>
          <a:prstGeom prst="rect">
            <a:avLst/>
          </a:prstGeom>
        </p:spPr>
      </p:pic>
      <p:sp>
        <p:nvSpPr>
          <p:cNvPr id="10" name="shape14">
            <a:extLst>
              <a:ext uri="{FF2B5EF4-FFF2-40B4-BE49-F238E27FC236}">
                <a16:creationId xmlns:a16="http://schemas.microsoft.com/office/drawing/2014/main" id="{FFCF2AA6-6BD6-BF01-7932-29E1149C7A3D}"/>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6" name="TextBox 15">
            <a:extLst>
              <a:ext uri="{FF2B5EF4-FFF2-40B4-BE49-F238E27FC236}">
                <a16:creationId xmlns:a16="http://schemas.microsoft.com/office/drawing/2014/main" id="{035FF2A0-4152-3379-00C6-EB896C4FEDD7}"/>
              </a:ext>
            </a:extLst>
          </p:cNvPr>
          <p:cNvSpPr txBox="1"/>
          <p:nvPr/>
        </p:nvSpPr>
        <p:spPr>
          <a:xfrm>
            <a:off x="274320" y="1121569"/>
            <a:ext cx="11475720" cy="4936031"/>
          </a:xfrm>
          <a:prstGeom prst="rect">
            <a:avLst/>
          </a:prstGeom>
          <a:noFill/>
        </p:spPr>
        <p:txBody>
          <a:bodyPr wrap="square">
            <a:spAutoFit/>
          </a:bodyPr>
          <a:lstStyle/>
          <a:p>
            <a:pPr indent="450215">
              <a:lnSpc>
                <a:spcPct val="115000"/>
              </a:lnSpc>
              <a:spcAft>
                <a:spcPts val="800"/>
              </a:spcAft>
              <a:buNone/>
              <a:tabLst>
                <a:tab pos="450215" algn="l"/>
              </a:tabLst>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В </a:t>
            </a:r>
            <a:r>
              <a:rPr lang="uk-UA" sz="1200"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районі виконання бойових завдань 23 ШП «РУГ»</a:t>
            </a: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2 корпусу НГУ «Хартія» на Куп’янському напрямку противник силами 6 А УВ (с) “Запад” не полишає спроб створити сталий плацдарм по рубежу  МИТРОФАНІВКА, РІДКОДУБ, КУТЬКІВКА, ДОРОШІВКА, МОНАЧИНІВКА, ВЕЛИКА ШАПКІВКА, МИРОВЕ.</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50215">
              <a:lnSpc>
                <a:spcPct val="115000"/>
              </a:lnSpc>
              <a:spcAft>
                <a:spcPts val="800"/>
              </a:spcAft>
              <a:buNone/>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З метою реакції на наступальні дії підрозділів </a:t>
            </a:r>
            <a:r>
              <a:rPr lang="uk-UA" sz="1200"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23 ШП «РУГ» </a:t>
            </a: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противник:</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350 мсп силами 1 мсб продовжує наступальні дії в напрямку ПУТНИКОВЕ, силами 3 мсб та 1 мср 1855 омсб продовжує дії направлені на відновлення втрачених позицій та сковуванні сил та засобів СОУ на напрямку КУТЬКІВКА-ДОВГЕНЬКЕ. 52 орб, що діє в смузі 2 мсб 350 мсп, здійснює спроби витіснити підрозділи СОУ з передових позицій на захід від ДВОРІЧНА в загальному напрямку на КУТЬКІВКА.</a:t>
            </a: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121 мсп силами 1 мсб продовжує інфільтраційніі дії спрямовані на відновлення раніше втрачених позицій в районах орієнтирів ЧАНГО та ПЛАСКЕ, використовуючи нп ЗАПАДНЕ та орієнтири ПАТРІК та САКУРА для накопичення особового складу та забезпечення подальшого просування. Силами 3 мсб 1428 мсп продовжує дії направлені на сковування сил та засобів СОУ в районі нп ЗАПАДНЕ. </a:t>
            </a: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Силами 1 мсб накопичує о/с для подальшої інфільтраційні в напрямку ЗАПАДНЕ-МОНАЧИНІВКА і оволодіння рубіжем вздовж залізної дороги. </a:t>
            </a: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27 омсбр силами шб  накопичує о/с для подальшої інфільтрації в напрямку КІНДРАШІВКА-ПАЛАМАРІВКА і оволодіння рубіжем вздовж залізної дороги. Силами 3 мсб та приданим 1843 омсб продовжує підсилювати свої позиції особовим складом для стримування наступальних дій СОУ, а також створює умови переходу від оборони до наступальних (штурмових) дій на напрямку МОНАЧИНІВКА-МАЛА ШАПКІВКА.</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для зупинення просування груп СОУ на орієнтирах – противник здійснює заведення особового складу штурмовиків 350 мсп, 3 мсб 1428 мсп, 121 мсп та 27 омсбр через ор. МОНОРЕЛЬС, ор. КЕВЛАР, ор. САКУРА та ЗАПАДНЕ та посилює своє угруповання на західному березі здійснюючи переправи через р. ОСКІЛ;  </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з завданням дезорганізації та інформаційного впливу, противник розповсюджує листівки для іноземних легіонерів СОУ на іноземних мовах, з пропозицією здачі у полон;</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50215">
              <a:lnSpc>
                <a:spcPct val="115000"/>
              </a:lnSpc>
              <a:spcAft>
                <a:spcPts val="800"/>
              </a:spcAft>
              <a:buNone/>
            </a:pPr>
            <a:r>
              <a:rPr lang="uk-UA"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Для виконання визначених завдань утримує угруповання у складі: </a:t>
            </a:r>
            <a:br>
              <a:rPr lang="uk-UA"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uk-UA"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бригад – 1 (27 омсбр 1 ТА), полків – 3 (121, 122 мсп 68 мсд, 350 мсп 69 мсд),  батальйонів – 3 (3/1428 мсп 144 мсд; 2 мсб 1427 мсп 11 АК; 1855 омсб 68 мсд), особового складу – понад 8,2 тис. в/с; танків – понад 60 од.; ББМ – 130 од.; АС – до 120 од.; РСЗВ – до 20 од.; ПТРК – до 110 од.; ППО – до 60 од.; БПС – до 160 розрахунків.</a:t>
            </a:r>
            <a:endParaRPr lang="uk-UA"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0579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B636D24-48D7-4552-1CA5-F390652D84C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232CDAA-C374-F145-36EF-7B94A9BC85A6}"/>
              </a:ext>
            </a:extLst>
          </p:cNvPr>
          <p:cNvPicPr>
            <a:picLocks noChangeAspect="1"/>
          </p:cNvPicPr>
          <p:nvPr/>
        </p:nvPicPr>
        <p:blipFill>
          <a:blip r:embed="rId3">
            <a:extLst>
              <a:ext uri="{28A0092B-C50C-407E-A947-70E740481C1C}">
                <a14:useLocalDpi xmlns:a14="http://schemas.microsoft.com/office/drawing/2010/main" val="0"/>
              </a:ext>
            </a:extLst>
          </a:blip>
          <a:srcRect l="7824" t="7438" r="3625" b="12087"/>
          <a:stretch>
            <a:fillRect/>
          </a:stretch>
        </p:blipFill>
        <p:spPr>
          <a:xfrm>
            <a:off x="0" y="1049727"/>
            <a:ext cx="12192000" cy="5808273"/>
          </a:xfrm>
          <a:prstGeom prst="rect">
            <a:avLst/>
          </a:prstGeom>
        </p:spPr>
      </p:pic>
      <p:sp>
        <p:nvSpPr>
          <p:cNvPr id="2" name="TextBox 1">
            <a:extLst>
              <a:ext uri="{FF2B5EF4-FFF2-40B4-BE49-F238E27FC236}">
                <a16:creationId xmlns:a16="http://schemas.microsoft.com/office/drawing/2014/main" id="{6D535A3C-6A47-85E3-146A-E51D1DC4173B}"/>
              </a:ext>
            </a:extLst>
          </p:cNvPr>
          <p:cNvSpPr txBox="1"/>
          <p:nvPr/>
        </p:nvSpPr>
        <p:spPr>
          <a:xfrm>
            <a:off x="2005760" y="326951"/>
            <a:ext cx="8263994"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ЙМОВІРНИЙ ХАРАКТЕР ДІЙ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p>
        </p:txBody>
      </p:sp>
      <p:pic>
        <p:nvPicPr>
          <p:cNvPr id="4" name="logo_left">
            <a:extLst>
              <a:ext uri="{FF2B5EF4-FFF2-40B4-BE49-F238E27FC236}">
                <a16:creationId xmlns:a16="http://schemas.microsoft.com/office/drawing/2014/main" id="{C68BE912-2909-025A-44D7-A0EF51712DE8}"/>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8BB46136-32B4-1B2A-503C-C606C53CB3C6}"/>
              </a:ext>
            </a:extLst>
          </p:cNvPr>
          <p:cNvPicPr/>
          <p:nvPr/>
        </p:nvPicPr>
        <p:blipFill>
          <a:blip r:embed="rId5"/>
          <a:stretch>
            <a:fillRect/>
          </a:stretch>
        </p:blipFill>
        <p:spPr>
          <a:xfrm>
            <a:off x="11064240" y="109728"/>
            <a:ext cx="685800" cy="896112"/>
          </a:xfrm>
          <a:prstGeom prst="rect">
            <a:avLst/>
          </a:prstGeom>
        </p:spPr>
      </p:pic>
      <p:sp>
        <p:nvSpPr>
          <p:cNvPr id="10" name="shape14">
            <a:extLst>
              <a:ext uri="{FF2B5EF4-FFF2-40B4-BE49-F238E27FC236}">
                <a16:creationId xmlns:a16="http://schemas.microsoft.com/office/drawing/2014/main" id="{09C2FBA1-0BDC-8111-BE57-1E07DA8D1407}"/>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36" name="TextBox 35">
            <a:extLst>
              <a:ext uri="{FF2B5EF4-FFF2-40B4-BE49-F238E27FC236}">
                <a16:creationId xmlns:a16="http://schemas.microsoft.com/office/drawing/2014/main" id="{A3921BB3-E695-0239-B059-DFEE6DF6F9F2}"/>
              </a:ext>
            </a:extLst>
          </p:cNvPr>
          <p:cNvSpPr txBox="1"/>
          <p:nvPr/>
        </p:nvSpPr>
        <p:spPr>
          <a:xfrm>
            <a:off x="154784" y="1234037"/>
            <a:ext cx="4360066" cy="932259"/>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Найближчим часом противник продовжить нарощувати систему оборони в </a:t>
            </a:r>
            <a:r>
              <a:rPr lang="ru-RU" sz="900" dirty="0" err="1">
                <a:solidFill>
                  <a:schemeClr val="bg1"/>
                </a:solidFill>
              </a:rPr>
              <a:t>районі</a:t>
            </a:r>
            <a:r>
              <a:rPr lang="ru-RU" sz="900" dirty="0">
                <a:solidFill>
                  <a:schemeClr val="bg1"/>
                </a:solidFill>
              </a:rPr>
              <a:t> виконання бойових завдань 23 ШП 2 КНГУ, удосконалювати фортифікаційні споруди на зайнятих рубежах, в тому числі, з метою використання передових позицій в якості вихідних рубежів для накопичення особового складу, за умови переходу від оборони до наступальних (штурмових) дій.</a:t>
            </a:r>
          </a:p>
        </p:txBody>
      </p:sp>
      <p:sp>
        <p:nvSpPr>
          <p:cNvPr id="38" name="TextBox 37">
            <a:extLst>
              <a:ext uri="{FF2B5EF4-FFF2-40B4-BE49-F238E27FC236}">
                <a16:creationId xmlns:a16="http://schemas.microsoft.com/office/drawing/2014/main" id="{407F16F1-84C5-2C35-A232-91A04DEE3FED}"/>
              </a:ext>
            </a:extLst>
          </p:cNvPr>
          <p:cNvSpPr txBox="1"/>
          <p:nvPr/>
        </p:nvSpPr>
        <p:spPr>
          <a:xfrm>
            <a:off x="154783" y="2202208"/>
            <a:ext cx="4360065" cy="1072098"/>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350 мсп силами 1 мсб найближчим продовжить наступальні дії в напрямку ПУТНИКОВЕ, силами 3 мсб та 1 мср 1855 омсб продовжить дії направлені на відновлення втрачених позицій та сковуванні сил та засобів СОУ в районі КУТЬКІВКА-ДОВГЕНЬКЕ. </a:t>
            </a:r>
            <a:br>
              <a:rPr lang="ru-RU" sz="900" dirty="0">
                <a:solidFill>
                  <a:schemeClr val="bg1"/>
                </a:solidFill>
              </a:rPr>
            </a:br>
            <a:r>
              <a:rPr lang="ru-RU" sz="900" dirty="0">
                <a:solidFill>
                  <a:schemeClr val="bg1"/>
                </a:solidFill>
              </a:rPr>
              <a:t>52 орб, що діє в смузі 2 мсб 350 мсп, здійснюватиме спроби витіснити наші підрозділи з передових позицій на захід від ДВОРІЧНА в загальному напрямку на КУТЬКІВКА.</a:t>
            </a:r>
          </a:p>
        </p:txBody>
      </p:sp>
      <p:sp>
        <p:nvSpPr>
          <p:cNvPr id="40" name="TextBox 39">
            <a:extLst>
              <a:ext uri="{FF2B5EF4-FFF2-40B4-BE49-F238E27FC236}">
                <a16:creationId xmlns:a16="http://schemas.microsoft.com/office/drawing/2014/main" id="{93F1AF28-BB77-7C0D-01FE-4E6091400893}"/>
              </a:ext>
            </a:extLst>
          </p:cNvPr>
          <p:cNvSpPr txBox="1"/>
          <p:nvPr/>
        </p:nvSpPr>
        <p:spPr>
          <a:xfrm>
            <a:off x="154784" y="3310219"/>
            <a:ext cx="4360065" cy="932259"/>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121 мсп силами 1 мсб проводить інфільтраційні дії спрямовані на відновлення раніше втрачених позицій в районах орієнтирів ЧАНГО та ПЛАСКЕ, використовуючи нп ЗАПАДНЕ та орієнтири ПАТРІК та САКУРА для накопичення особового складу та забезпечення подальшого просування. </a:t>
            </a:r>
            <a:br>
              <a:rPr lang="ru-RU" sz="900" dirty="0">
                <a:solidFill>
                  <a:schemeClr val="bg1"/>
                </a:solidFill>
              </a:rPr>
            </a:br>
            <a:r>
              <a:rPr lang="ru-RU" sz="900" dirty="0">
                <a:solidFill>
                  <a:schemeClr val="bg1"/>
                </a:solidFill>
              </a:rPr>
              <a:t>Силами 3 мсб 1428 мсп продовжить дії спрямовані на сковування сил та засобів СОУ в районі нп ЗАПАДНЕ. </a:t>
            </a:r>
          </a:p>
        </p:txBody>
      </p:sp>
      <p:sp>
        <p:nvSpPr>
          <p:cNvPr id="42" name="TextBox 41">
            <a:extLst>
              <a:ext uri="{FF2B5EF4-FFF2-40B4-BE49-F238E27FC236}">
                <a16:creationId xmlns:a16="http://schemas.microsoft.com/office/drawing/2014/main" id="{67D895D7-0F5E-A3A0-5B99-AE6C242D84B0}"/>
              </a:ext>
            </a:extLst>
          </p:cNvPr>
          <p:cNvSpPr txBox="1"/>
          <p:nvPr/>
        </p:nvSpPr>
        <p:spPr>
          <a:xfrm>
            <a:off x="154783" y="4278391"/>
            <a:ext cx="4360065" cy="1351776"/>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27 омсбр: </a:t>
            </a:r>
          </a:p>
          <a:p>
            <a:r>
              <a:rPr lang="ru-RU" sz="900" dirty="0">
                <a:solidFill>
                  <a:schemeClr val="bg1"/>
                </a:solidFill>
              </a:rPr>
              <a:t>Силами 1 мсб накопичує о/с для подальшої інфільтрації в напрямку ЗАПАДНЕ-МОНАЧИНІВКА і оволодіння рубіжем вздовж залізної дороги. </a:t>
            </a:r>
          </a:p>
          <a:p>
            <a:r>
              <a:rPr lang="ru-RU" sz="900" dirty="0">
                <a:solidFill>
                  <a:schemeClr val="bg1"/>
                </a:solidFill>
              </a:rPr>
              <a:t>Силами шб  накопичує особовий склад для подальшої інфільтрації в напрямку КІНДРАШІВКА-ПАЛАМАРІВКА і оволодіння рубіжем вздовж залізної дороги. Силами 3 </a:t>
            </a:r>
            <a:r>
              <a:rPr lang="ru-RU" sz="900" dirty="0" err="1">
                <a:solidFill>
                  <a:schemeClr val="bg1"/>
                </a:solidFill>
              </a:rPr>
              <a:t>мсб</a:t>
            </a:r>
            <a:r>
              <a:rPr lang="ru-RU" sz="900" dirty="0">
                <a:solidFill>
                  <a:schemeClr val="bg1"/>
                </a:solidFill>
              </a:rPr>
              <a:t> та </a:t>
            </a:r>
            <a:r>
              <a:rPr lang="ru-RU" sz="900" dirty="0" err="1">
                <a:solidFill>
                  <a:schemeClr val="bg1"/>
                </a:solidFill>
              </a:rPr>
              <a:t>приданим</a:t>
            </a:r>
            <a:r>
              <a:rPr lang="ru-RU" sz="900" dirty="0">
                <a:solidFill>
                  <a:schemeClr val="bg1"/>
                </a:solidFill>
              </a:rPr>
              <a:t> 1843 </a:t>
            </a:r>
            <a:r>
              <a:rPr lang="ru-RU" sz="900" dirty="0" err="1">
                <a:solidFill>
                  <a:schemeClr val="bg1"/>
                </a:solidFill>
              </a:rPr>
              <a:t>омсб</a:t>
            </a:r>
            <a:r>
              <a:rPr lang="ru-RU" sz="900" dirty="0">
                <a:solidFill>
                  <a:schemeClr val="bg1"/>
                </a:solidFill>
              </a:rPr>
              <a:t> продовжить підсилювати свої позиції особовим складом для стримування наступальних дій СОУ, а також за умови переходу від оборони до наступальних (штурмових) дій на напрямку МОНАЧИНІВКА-МАЛА ШАПКІВКА.</a:t>
            </a:r>
          </a:p>
        </p:txBody>
      </p:sp>
    </p:spTree>
    <p:extLst>
      <p:ext uri="{BB962C8B-B14F-4D97-AF65-F5344CB8AC3E}">
        <p14:creationId xmlns:p14="http://schemas.microsoft.com/office/powerpoint/2010/main" val="795102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1B145A-9088-E8C1-2010-FA314A2D5FBB}"/>
              </a:ext>
            </a:extLst>
          </p:cNvPr>
          <p:cNvSpPr txBox="1"/>
          <p:nvPr/>
        </p:nvSpPr>
        <p:spPr>
          <a:xfrm>
            <a:off x="3551059" y="336328"/>
            <a:ext cx="5144357"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РАДІОПЕЛЕНГАЦІЯ, 18</a:t>
            </a:r>
            <a:r>
              <a:rPr lang="en-US" noProof="1"/>
              <a:t>:</a:t>
            </a:r>
            <a:r>
              <a:rPr lang="uk-UA" noProof="1"/>
              <a:t>00 – 06</a:t>
            </a:r>
            <a:r>
              <a:rPr lang="en-US" noProof="1"/>
              <a:t>:</a:t>
            </a:r>
            <a:r>
              <a:rPr lang="uk-UA" noProof="1"/>
              <a:t>00</a:t>
            </a:r>
          </a:p>
        </p:txBody>
      </p:sp>
      <p:pic>
        <p:nvPicPr>
          <p:cNvPr id="6" name="logo_left">
            <a:extLst>
              <a:ext uri="{FF2B5EF4-FFF2-40B4-BE49-F238E27FC236}">
                <a16:creationId xmlns:a16="http://schemas.microsoft.com/office/drawing/2014/main" id="{1F2133CC-C2BA-F8B5-3F69-20A3ABF8C986}"/>
              </a:ext>
            </a:extLst>
          </p:cNvPr>
          <p:cNvPicPr/>
          <p:nvPr/>
        </p:nvPicPr>
        <p:blipFill>
          <a:blip r:embed="rId2"/>
          <a:stretch>
            <a:fillRect/>
          </a:stretch>
        </p:blipFill>
        <p:spPr>
          <a:xfrm>
            <a:off x="274320" y="109728"/>
            <a:ext cx="585216" cy="896112"/>
          </a:xfrm>
          <a:prstGeom prst="rect">
            <a:avLst/>
          </a:prstGeom>
        </p:spPr>
      </p:pic>
      <p:pic>
        <p:nvPicPr>
          <p:cNvPr id="11" name="logo_right">
            <a:extLst>
              <a:ext uri="{FF2B5EF4-FFF2-40B4-BE49-F238E27FC236}">
                <a16:creationId xmlns:a16="http://schemas.microsoft.com/office/drawing/2014/main" id="{93340898-492A-347C-7EA5-BCB2F04F2580}"/>
              </a:ext>
            </a:extLst>
          </p:cNvPr>
          <p:cNvPicPr/>
          <p:nvPr/>
        </p:nvPicPr>
        <p:blipFill>
          <a:blip r:embed="rId3"/>
          <a:stretch>
            <a:fillRect/>
          </a:stretch>
        </p:blipFill>
        <p:spPr>
          <a:xfrm>
            <a:off x="11064240" y="109728"/>
            <a:ext cx="685800" cy="896112"/>
          </a:xfrm>
          <a:prstGeom prst="rect">
            <a:avLst/>
          </a:prstGeom>
        </p:spPr>
      </p:pic>
      <p:sp>
        <p:nvSpPr>
          <p:cNvPr id="14" name="shape14">
            <a:extLst>
              <a:ext uri="{FF2B5EF4-FFF2-40B4-BE49-F238E27FC236}">
                <a16:creationId xmlns:a16="http://schemas.microsoft.com/office/drawing/2014/main" id="{E78DFF80-211A-F5F6-F494-229C1CC0FBBA}"/>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3" name="Рисунок 3">
            <a:extLst>
              <a:ext uri="{FF2B5EF4-FFF2-40B4-BE49-F238E27FC236}">
                <a16:creationId xmlns:a16="http://schemas.microsoft.com/office/drawing/2014/main" id="{6D02ACF7-0882-16F8-9B70-E2A29E1E7F95}"/>
              </a:ext>
            </a:extLst>
          </p:cNvPr>
          <p:cNvPicPr>
            <a:picLocks noChangeAspect="1"/>
          </p:cNvPicPr>
          <p:nvPr/>
        </p:nvPicPr>
        <p:blipFill>
          <a:blip r:embed="rId4"/>
          <a:stretch>
            <a:fillRect/>
          </a:stretch>
        </p:blipFill>
        <p:spPr>
          <a:xfrm>
            <a:off x="0" y="1023427"/>
            <a:ext cx="12192000" cy="5834573"/>
          </a:xfrm>
          <a:prstGeom prst="rect">
            <a:avLst/>
          </a:prstGeom>
        </p:spPr>
      </p:pic>
    </p:spTree>
    <p:extLst>
      <p:ext uri="{BB962C8B-B14F-4D97-AF65-F5344CB8AC3E}">
        <p14:creationId xmlns:p14="http://schemas.microsoft.com/office/powerpoint/2010/main" val="313559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CE83B-51AE-9CEF-F74C-9945566064EC}"/>
              </a:ext>
            </a:extLst>
          </p:cNvPr>
          <p:cNvSpPr txBox="1"/>
          <p:nvPr/>
        </p:nvSpPr>
        <p:spPr>
          <a:xfrm>
            <a:off x="3551059" y="336328"/>
            <a:ext cx="5113387"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РАДІОПЕЛЕНГАЦІЯ, 06</a:t>
            </a:r>
            <a:r>
              <a:rPr lang="en-US" noProof="1"/>
              <a:t>:</a:t>
            </a:r>
            <a:r>
              <a:rPr lang="uk-UA" noProof="1"/>
              <a:t>00 – 18</a:t>
            </a:r>
            <a:r>
              <a:rPr lang="en-US" noProof="1"/>
              <a:t>:</a:t>
            </a:r>
            <a:r>
              <a:rPr lang="uk-UA" noProof="1"/>
              <a:t>00</a:t>
            </a:r>
          </a:p>
        </p:txBody>
      </p:sp>
      <p:pic>
        <p:nvPicPr>
          <p:cNvPr id="6" name="logo_left">
            <a:extLst>
              <a:ext uri="{FF2B5EF4-FFF2-40B4-BE49-F238E27FC236}">
                <a16:creationId xmlns:a16="http://schemas.microsoft.com/office/drawing/2014/main" id="{AF01ECBB-4BFE-CE25-82EA-193F29D1FFDA}"/>
              </a:ext>
            </a:extLst>
          </p:cNvPr>
          <p:cNvPicPr/>
          <p:nvPr/>
        </p:nvPicPr>
        <p:blipFill>
          <a:blip r:embed="rId2"/>
          <a:stretch>
            <a:fillRect/>
          </a:stretch>
        </p:blipFill>
        <p:spPr>
          <a:xfrm>
            <a:off x="274320" y="109728"/>
            <a:ext cx="585216" cy="896112"/>
          </a:xfrm>
          <a:prstGeom prst="rect">
            <a:avLst/>
          </a:prstGeom>
        </p:spPr>
      </p:pic>
      <p:pic>
        <p:nvPicPr>
          <p:cNvPr id="11" name="logo_right">
            <a:extLst>
              <a:ext uri="{FF2B5EF4-FFF2-40B4-BE49-F238E27FC236}">
                <a16:creationId xmlns:a16="http://schemas.microsoft.com/office/drawing/2014/main" id="{7E45C887-13C0-02B3-56F3-0965F6302871}"/>
              </a:ext>
            </a:extLst>
          </p:cNvPr>
          <p:cNvPicPr/>
          <p:nvPr/>
        </p:nvPicPr>
        <p:blipFill>
          <a:blip r:embed="rId3"/>
          <a:stretch>
            <a:fillRect/>
          </a:stretch>
        </p:blipFill>
        <p:spPr>
          <a:xfrm>
            <a:off x="11064240" y="109728"/>
            <a:ext cx="685800" cy="896112"/>
          </a:xfrm>
          <a:prstGeom prst="rect">
            <a:avLst/>
          </a:prstGeom>
        </p:spPr>
      </p:pic>
      <p:sp>
        <p:nvSpPr>
          <p:cNvPr id="14" name="shape14">
            <a:extLst>
              <a:ext uri="{FF2B5EF4-FFF2-40B4-BE49-F238E27FC236}">
                <a16:creationId xmlns:a16="http://schemas.microsoft.com/office/drawing/2014/main" id="{9A485782-A2B1-316D-EADD-CCA049816F5D}"/>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4" name="Рисунок 4">
            <a:extLst>
              <a:ext uri="{FF2B5EF4-FFF2-40B4-BE49-F238E27FC236}">
                <a16:creationId xmlns:a16="http://schemas.microsoft.com/office/drawing/2014/main" id="{C4D4D909-1649-1918-5629-60CDBD45EE48}"/>
              </a:ext>
            </a:extLst>
          </p:cNvPr>
          <p:cNvPicPr>
            <a:picLocks noChangeAspect="1"/>
          </p:cNvPicPr>
          <p:nvPr/>
        </p:nvPicPr>
        <p:blipFill>
          <a:blip r:embed="rId4"/>
          <a:srcRect l="2397" t="4209" r="2288" b="12298"/>
          <a:stretch>
            <a:fillRect/>
          </a:stretch>
        </p:blipFill>
        <p:spPr>
          <a:xfrm>
            <a:off x="8039" y="1023425"/>
            <a:ext cx="12175922" cy="5834575"/>
          </a:xfrm>
          <a:prstGeom prst="rect">
            <a:avLst/>
          </a:prstGeom>
        </p:spPr>
      </p:pic>
    </p:spTree>
    <p:extLst>
      <p:ext uri="{BB962C8B-B14F-4D97-AF65-F5344CB8AC3E}">
        <p14:creationId xmlns:p14="http://schemas.microsoft.com/office/powerpoint/2010/main" val="112680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A4B0680-A5F6-CD92-ADBE-B5D591E7ACB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92D5EDC-5188-182E-D923-72E5038F94D5}"/>
              </a:ext>
            </a:extLst>
          </p:cNvPr>
          <p:cNvPicPr>
            <a:picLocks noChangeAspect="1"/>
          </p:cNvPicPr>
          <p:nvPr/>
        </p:nvPicPr>
        <p:blipFill>
          <a:blip r:embed="rId2">
            <a:extLst>
              <a:ext uri="{28A0092B-C50C-407E-A947-70E740481C1C}">
                <a14:useLocalDpi xmlns:a14="http://schemas.microsoft.com/office/drawing/2010/main" val="0"/>
              </a:ext>
            </a:extLst>
          </a:blip>
          <a:srcRect l="3625" t="6448" r="3625" b="13968"/>
          <a:stretch>
            <a:fillRect/>
          </a:stretch>
        </p:blipFill>
        <p:spPr>
          <a:xfrm>
            <a:off x="0" y="1087545"/>
            <a:ext cx="12192000" cy="5770455"/>
          </a:xfrm>
          <a:prstGeom prst="rect">
            <a:avLst/>
          </a:prstGeom>
        </p:spPr>
      </p:pic>
      <p:sp>
        <p:nvSpPr>
          <p:cNvPr id="3" name="TextBox 2">
            <a:extLst>
              <a:ext uri="{FF2B5EF4-FFF2-40B4-BE49-F238E27FC236}">
                <a16:creationId xmlns:a16="http://schemas.microsoft.com/office/drawing/2014/main" id="{32A4ADA0-DF6D-9A84-7B6B-DC622D09E895}"/>
              </a:ext>
            </a:extLst>
          </p:cNvPr>
          <p:cNvSpPr txBox="1"/>
          <p:nvPr/>
        </p:nvSpPr>
        <p:spPr>
          <a:xfrm>
            <a:off x="3551059" y="336328"/>
            <a:ext cx="5676554"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РАДІОПЕЛЕНГАЦІЯ, 31.08-06.09.2026</a:t>
            </a:r>
          </a:p>
        </p:txBody>
      </p:sp>
      <p:pic>
        <p:nvPicPr>
          <p:cNvPr id="6" name="logo_left">
            <a:extLst>
              <a:ext uri="{FF2B5EF4-FFF2-40B4-BE49-F238E27FC236}">
                <a16:creationId xmlns:a16="http://schemas.microsoft.com/office/drawing/2014/main" id="{208410D3-EC3F-AE32-79B3-C8180914ED56}"/>
              </a:ext>
            </a:extLst>
          </p:cNvPr>
          <p:cNvPicPr/>
          <p:nvPr/>
        </p:nvPicPr>
        <p:blipFill>
          <a:blip r:embed="rId3"/>
          <a:stretch>
            <a:fillRect/>
          </a:stretch>
        </p:blipFill>
        <p:spPr>
          <a:xfrm>
            <a:off x="274320" y="109728"/>
            <a:ext cx="585216" cy="896112"/>
          </a:xfrm>
          <a:prstGeom prst="rect">
            <a:avLst/>
          </a:prstGeom>
        </p:spPr>
      </p:pic>
      <p:pic>
        <p:nvPicPr>
          <p:cNvPr id="11" name="logo_right">
            <a:extLst>
              <a:ext uri="{FF2B5EF4-FFF2-40B4-BE49-F238E27FC236}">
                <a16:creationId xmlns:a16="http://schemas.microsoft.com/office/drawing/2014/main" id="{C95D0599-9A7F-CC46-D524-C9936469A08D}"/>
              </a:ext>
            </a:extLst>
          </p:cNvPr>
          <p:cNvPicPr/>
          <p:nvPr/>
        </p:nvPicPr>
        <p:blipFill>
          <a:blip r:embed="rId4"/>
          <a:stretch>
            <a:fillRect/>
          </a:stretch>
        </p:blipFill>
        <p:spPr>
          <a:xfrm>
            <a:off x="11064240" y="109728"/>
            <a:ext cx="685800" cy="896112"/>
          </a:xfrm>
          <a:prstGeom prst="rect">
            <a:avLst/>
          </a:prstGeom>
        </p:spPr>
      </p:pic>
      <p:sp>
        <p:nvSpPr>
          <p:cNvPr id="14" name="shape14">
            <a:extLst>
              <a:ext uri="{FF2B5EF4-FFF2-40B4-BE49-F238E27FC236}">
                <a16:creationId xmlns:a16="http://schemas.microsoft.com/office/drawing/2014/main" id="{40EA26E5-C554-86AC-3248-D76497F851B3}"/>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8" name="Rectangle: Rounded Corners 7">
            <a:extLst>
              <a:ext uri="{FF2B5EF4-FFF2-40B4-BE49-F238E27FC236}">
                <a16:creationId xmlns:a16="http://schemas.microsoft.com/office/drawing/2014/main" id="{25857A71-18DE-558E-86AE-80D6558B6E7C}"/>
              </a:ext>
            </a:extLst>
          </p:cNvPr>
          <p:cNvSpPr/>
          <p:nvPr/>
        </p:nvSpPr>
        <p:spPr>
          <a:xfrm>
            <a:off x="7893844" y="5358403"/>
            <a:ext cx="4171949" cy="1357312"/>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Карта демонструє найактивніші зони радіопеленгації противника в розрізі 1 тижня.</a:t>
            </a:r>
            <a:br>
              <a:rPr lang="uk-UA" sz="1100" dirty="0">
                <a:solidFill>
                  <a:schemeClr val="bg1"/>
                </a:solidFill>
              </a:rPr>
            </a:br>
            <a:r>
              <a:rPr lang="uk-UA" sz="1100" dirty="0">
                <a:solidFill>
                  <a:schemeClr val="bg1"/>
                </a:solidFill>
              </a:rPr>
              <a:t>Зелений – відстань між встановленими пеленгами 250 метрів.</a:t>
            </a:r>
            <a:br>
              <a:rPr lang="uk-UA" sz="1100" dirty="0">
                <a:solidFill>
                  <a:schemeClr val="bg1"/>
                </a:solidFill>
              </a:rPr>
            </a:br>
            <a:r>
              <a:rPr lang="uk-UA" sz="1100" dirty="0">
                <a:solidFill>
                  <a:schemeClr val="bg1"/>
                </a:solidFill>
              </a:rPr>
              <a:t>Жовтий – 175 метрів.</a:t>
            </a:r>
          </a:p>
          <a:p>
            <a:r>
              <a:rPr lang="uk-UA" sz="1100" dirty="0">
                <a:solidFill>
                  <a:schemeClr val="bg1"/>
                </a:solidFill>
              </a:rPr>
              <a:t>Червоний – 100м і менше.</a:t>
            </a:r>
          </a:p>
          <a:p>
            <a:endParaRPr lang="uk-UA" sz="1100" dirty="0">
              <a:solidFill>
                <a:schemeClr val="bg1"/>
              </a:solidFill>
            </a:endParaRPr>
          </a:p>
          <a:p>
            <a:r>
              <a:rPr lang="uk-UA" sz="1100" dirty="0">
                <a:solidFill>
                  <a:schemeClr val="bg1"/>
                </a:solidFill>
              </a:rPr>
              <a:t>Детальніше на шарі: </a:t>
            </a:r>
            <a:r>
              <a:rPr lang="ru-RU" sz="1100" dirty="0">
                <a:solidFill>
                  <a:schemeClr val="bg1"/>
                </a:solidFill>
              </a:rPr>
              <a:t>(S2 РУГ) 13. Вороже мінування</a:t>
            </a:r>
            <a:endParaRPr lang="uk-UA" sz="1100" dirty="0">
              <a:solidFill>
                <a:schemeClr val="bg1"/>
              </a:solidFill>
            </a:endParaRPr>
          </a:p>
        </p:txBody>
      </p:sp>
    </p:spTree>
    <p:extLst>
      <p:ext uri="{BB962C8B-B14F-4D97-AF65-F5344CB8AC3E}">
        <p14:creationId xmlns:p14="http://schemas.microsoft.com/office/powerpoint/2010/main" val="3404609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51431B-D92C-8D17-4253-D5643A3121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F0BDCE-1B78-2172-560F-1CBDBD43136E}"/>
              </a:ext>
            </a:extLst>
          </p:cNvPr>
          <p:cNvSpPr txBox="1"/>
          <p:nvPr/>
        </p:nvSpPr>
        <p:spPr>
          <a:xfrm>
            <a:off x="2814858" y="297988"/>
            <a:ext cx="6553141"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РЕР (ДВОРІЧНА-КАЛИНОВЕ), 18</a:t>
            </a:r>
            <a:r>
              <a:rPr lang="en-US" noProof="1"/>
              <a:t>:</a:t>
            </a:r>
            <a:r>
              <a:rPr lang="uk-UA" noProof="1"/>
              <a:t>00 – 06</a:t>
            </a:r>
            <a:r>
              <a:rPr lang="en-US" noProof="1"/>
              <a:t>:</a:t>
            </a:r>
            <a:r>
              <a:rPr lang="uk-UA" noProof="1"/>
              <a:t>00</a:t>
            </a:r>
          </a:p>
        </p:txBody>
      </p:sp>
      <p:pic>
        <p:nvPicPr>
          <p:cNvPr id="6" name="logo_left">
            <a:extLst>
              <a:ext uri="{FF2B5EF4-FFF2-40B4-BE49-F238E27FC236}">
                <a16:creationId xmlns:a16="http://schemas.microsoft.com/office/drawing/2014/main" id="{094B0EE3-3787-E6C8-2244-7D173860BB4C}"/>
              </a:ext>
            </a:extLst>
          </p:cNvPr>
          <p:cNvPicPr/>
          <p:nvPr/>
        </p:nvPicPr>
        <p:blipFill>
          <a:blip r:embed="rId3"/>
          <a:stretch>
            <a:fillRect/>
          </a:stretch>
        </p:blipFill>
        <p:spPr>
          <a:xfrm>
            <a:off x="274320" y="109728"/>
            <a:ext cx="585216" cy="896112"/>
          </a:xfrm>
          <a:prstGeom prst="rect">
            <a:avLst/>
          </a:prstGeom>
        </p:spPr>
      </p:pic>
      <p:pic>
        <p:nvPicPr>
          <p:cNvPr id="11" name="logo_right">
            <a:extLst>
              <a:ext uri="{FF2B5EF4-FFF2-40B4-BE49-F238E27FC236}">
                <a16:creationId xmlns:a16="http://schemas.microsoft.com/office/drawing/2014/main" id="{362D717F-13EE-B5FE-7C20-DCAE0D80D210}"/>
              </a:ext>
            </a:extLst>
          </p:cNvPr>
          <p:cNvPicPr/>
          <p:nvPr/>
        </p:nvPicPr>
        <p:blipFill>
          <a:blip r:embed="rId4"/>
          <a:stretch>
            <a:fillRect/>
          </a:stretch>
        </p:blipFill>
        <p:spPr>
          <a:xfrm>
            <a:off x="11064240" y="109728"/>
            <a:ext cx="685800" cy="896112"/>
          </a:xfrm>
          <a:prstGeom prst="rect">
            <a:avLst/>
          </a:prstGeom>
        </p:spPr>
      </p:pic>
      <p:sp>
        <p:nvSpPr>
          <p:cNvPr id="14" name="shape14">
            <a:extLst>
              <a:ext uri="{FF2B5EF4-FFF2-40B4-BE49-F238E27FC236}">
                <a16:creationId xmlns:a16="http://schemas.microsoft.com/office/drawing/2014/main" id="{D9668002-2A0C-5174-81E4-D1C521450E5A}"/>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5" name="Рисунок 4">
            <a:extLst>
              <a:ext uri="{FF2B5EF4-FFF2-40B4-BE49-F238E27FC236}">
                <a16:creationId xmlns:a16="http://schemas.microsoft.com/office/drawing/2014/main" id="{C75C15C5-4C18-1605-76E2-58D21C54697B}"/>
              </a:ext>
            </a:extLst>
          </p:cNvPr>
          <p:cNvPicPr/>
          <p:nvPr/>
        </p:nvPicPr>
        <p:blipFill>
          <a:blip r:embed="rId5"/>
          <a:srcRect l="4139" t="7246" r="4139" b="14630"/>
          <a:stretch>
            <a:fillRect/>
          </a:stretch>
        </p:blipFill>
        <p:spPr>
          <a:xfrm>
            <a:off x="0" y="1037845"/>
            <a:ext cx="12190476" cy="5820155"/>
          </a:xfrm>
          <a:prstGeom prst="rect">
            <a:avLst/>
          </a:prstGeom>
        </p:spPr>
      </p:pic>
      <p:pic>
        <p:nvPicPr>
          <p:cNvPr id="2" name="Рисунок 13">
            <a:extLst>
              <a:ext uri="{FF2B5EF4-FFF2-40B4-BE49-F238E27FC236}">
                <a16:creationId xmlns:a16="http://schemas.microsoft.com/office/drawing/2014/main" id="{81FAAAA4-C9FE-5FC7-1C89-A95FFE68B2B7}"/>
              </a:ext>
            </a:extLst>
          </p:cNvPr>
          <p:cNvPicPr/>
          <p:nvPr/>
        </p:nvPicPr>
        <p:blipFill>
          <a:blip r:embed="rId5"/>
          <a:srcRect l="4139" t="7246" r="4139" b="14630"/>
          <a:stretch>
            <a:fillRect/>
          </a:stretch>
        </p:blipFill>
        <p:spPr>
          <a:xfrm>
            <a:off x="0" y="1037845"/>
            <a:ext cx="12190476" cy="5820155"/>
          </a:xfrm>
          <a:prstGeom prst="rect">
            <a:avLst/>
          </a:prstGeom>
        </p:spPr>
      </p:pic>
      <p:sp>
        <p:nvSpPr>
          <p:cNvPr id="3" name="TextBox 2">
            <a:extLst>
              <a:ext uri="{FF2B5EF4-FFF2-40B4-BE49-F238E27FC236}">
                <a16:creationId xmlns:a16="http://schemas.microsoft.com/office/drawing/2014/main" id="{B36A5DF2-C472-F882-B2F5-5DAB58BFE379}"/>
              </a:ext>
            </a:extLst>
          </p:cNvPr>
          <p:cNvSpPr txBox="1"/>
          <p:nvPr/>
        </p:nvSpPr>
        <p:spPr>
          <a:xfrm>
            <a:off x="7719416" y="2678050"/>
            <a:ext cx="4292355" cy="1634490"/>
          </a:xfrm>
          <a:prstGeom prst="roundRect">
            <a:avLst/>
          </a:prstGeom>
          <a:solidFill>
            <a:schemeClr val="tx1"/>
          </a:solidFill>
          <a:ln>
            <a:solidFill>
              <a:schemeClr val="bg1"/>
            </a:solidFill>
          </a:ln>
        </p:spPr>
        <p:txBody>
          <a:bodyPr wrap="square" rtlCol="0">
            <a:spAutoFit/>
          </a:bodyPr>
          <a:lstStyle/>
          <a:p>
            <a:pPr algn="just"/>
            <a:r>
              <a:rPr lang="ru-RU" sz="900" b="1" dirty="0">
                <a:solidFill>
                  <a:schemeClr val="bg1"/>
                </a:solidFill>
              </a:rPr>
              <a:t>на поз. "Рамзес" </a:t>
            </a:r>
            <a:r>
              <a:rPr lang="ru-RU" sz="900" b="1" dirty="0" err="1">
                <a:solidFill>
                  <a:schemeClr val="bg1"/>
                </a:solidFill>
              </a:rPr>
              <a:t>присутній</a:t>
            </a:r>
            <a:r>
              <a:rPr lang="ru-RU" sz="900" b="1" dirty="0">
                <a:solidFill>
                  <a:schemeClr val="bg1"/>
                </a:solidFill>
              </a:rPr>
              <a:t> в/с ров Колпак, </a:t>
            </a:r>
            <a:r>
              <a:rPr lang="ru-RU" sz="900" b="1" dirty="0" err="1">
                <a:solidFill>
                  <a:schemeClr val="bg1"/>
                </a:solidFill>
              </a:rPr>
              <a:t>ім</a:t>
            </a:r>
            <a:r>
              <a:rPr lang="ru-RU" sz="900" b="1" dirty="0">
                <a:solidFill>
                  <a:schemeClr val="bg1"/>
                </a:solidFill>
              </a:rPr>
              <a:t>. поранений, </a:t>
            </a:r>
            <a:r>
              <a:rPr lang="ru-RU" sz="900" b="1" dirty="0" err="1">
                <a:solidFill>
                  <a:schemeClr val="bg1"/>
                </a:solidFill>
              </a:rPr>
              <a:t>нездатний</a:t>
            </a:r>
            <a:r>
              <a:rPr lang="ru-RU" sz="900" b="1" dirty="0">
                <a:solidFill>
                  <a:schemeClr val="bg1"/>
                </a:solidFill>
              </a:rPr>
              <a:t> до </a:t>
            </a:r>
            <a:r>
              <a:rPr lang="ru-RU" sz="900" b="1" dirty="0" err="1">
                <a:solidFill>
                  <a:schemeClr val="bg1"/>
                </a:solidFill>
              </a:rPr>
              <a:t>самостійного</a:t>
            </a:r>
            <a:r>
              <a:rPr lang="ru-RU" sz="900" b="1" dirty="0">
                <a:solidFill>
                  <a:schemeClr val="bg1"/>
                </a:solidFill>
              </a:rPr>
              <a:t> </a:t>
            </a:r>
            <a:r>
              <a:rPr lang="ru-RU" sz="900" b="1" dirty="0" err="1">
                <a:solidFill>
                  <a:schemeClr val="bg1"/>
                </a:solidFill>
              </a:rPr>
              <a:t>пересування</a:t>
            </a:r>
            <a:r>
              <a:rPr lang="ru-RU" sz="900" b="1" dirty="0">
                <a:solidFill>
                  <a:schemeClr val="bg1"/>
                </a:solidFill>
              </a:rPr>
              <a:t>:</a:t>
            </a:r>
          </a:p>
          <a:p>
            <a:pPr algn="just"/>
            <a:r>
              <a:rPr lang="ru-RU" sz="900" i="1" dirty="0">
                <a:solidFill>
                  <a:schemeClr val="bg1"/>
                </a:solidFill>
              </a:rPr>
              <a:t>_Колпак, Колпак, когда заступает?_</a:t>
            </a:r>
          </a:p>
          <a:p>
            <a:pPr algn="just"/>
            <a:r>
              <a:rPr lang="ru-RU" sz="900" i="1" dirty="0">
                <a:solidFill>
                  <a:schemeClr val="bg1"/>
                </a:solidFill>
              </a:rPr>
              <a:t>_Он уже не ходит, причем тут он не сегодня завтра возьмет завтра с копытится_</a:t>
            </a:r>
          </a:p>
          <a:p>
            <a:pPr algn="just"/>
            <a:r>
              <a:rPr lang="ru-RU" sz="900" i="1" dirty="0">
                <a:solidFill>
                  <a:schemeClr val="bg1"/>
                </a:solidFill>
              </a:rPr>
              <a:t>_Ну в прямом я его ставлю на ноги, он падает. Раньше ходил на четвереньках, сейчас падает и на четвереньках_</a:t>
            </a:r>
          </a:p>
          <a:p>
            <a:pPr algn="just"/>
            <a:r>
              <a:rPr lang="ru-RU" sz="900" i="1" dirty="0">
                <a:solidFill>
                  <a:schemeClr val="bg1"/>
                </a:solidFill>
              </a:rPr>
              <a:t>_На той точке он еще ходил, качался, но ходил на этой ползал, я думал он по своей дурочке прикалывается, стал его ставить на ноги, а он не стоит от слова совсем_</a:t>
            </a:r>
          </a:p>
        </p:txBody>
      </p:sp>
      <p:cxnSp>
        <p:nvCxnSpPr>
          <p:cNvPr id="7" name="Прямая со стрелкой 38">
            <a:extLst>
              <a:ext uri="{FF2B5EF4-FFF2-40B4-BE49-F238E27FC236}">
                <a16:creationId xmlns:a16="http://schemas.microsoft.com/office/drawing/2014/main" id="{A5D4E815-3867-2B28-CE68-80E9A4CCBAE0}"/>
              </a:ext>
            </a:extLst>
          </p:cNvPr>
          <p:cNvCxnSpPr>
            <a:cxnSpLocks/>
            <a:stCxn id="3" idx="1"/>
            <a:endCxn id="9" idx="2"/>
          </p:cNvCxnSpPr>
          <p:nvPr/>
        </p:nvCxnSpPr>
        <p:spPr>
          <a:xfrm flipH="1">
            <a:off x="5453262" y="3495295"/>
            <a:ext cx="2266154" cy="41700"/>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9" name="Овал 10">
            <a:extLst>
              <a:ext uri="{FF2B5EF4-FFF2-40B4-BE49-F238E27FC236}">
                <a16:creationId xmlns:a16="http://schemas.microsoft.com/office/drawing/2014/main" id="{2321A2FB-FA79-4BA5-5401-47DF39CE6FA9}"/>
              </a:ext>
            </a:extLst>
          </p:cNvPr>
          <p:cNvSpPr/>
          <p:nvPr/>
        </p:nvSpPr>
        <p:spPr>
          <a:xfrm rot="2252133" flipH="1">
            <a:off x="5280983" y="3301232"/>
            <a:ext cx="192171" cy="354446"/>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UA"/>
          </a:p>
        </p:txBody>
      </p:sp>
    </p:spTree>
    <p:extLst>
      <p:ext uri="{BB962C8B-B14F-4D97-AF65-F5344CB8AC3E}">
        <p14:creationId xmlns:p14="http://schemas.microsoft.com/office/powerpoint/2010/main" val="3327905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3B23ED5-5BBA-00B3-26EF-DB382CD12E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F2C2C8-C15E-6DA6-C825-FEBB8D6FFF5B}"/>
              </a:ext>
            </a:extLst>
          </p:cNvPr>
          <p:cNvSpPr txBox="1"/>
          <p:nvPr/>
        </p:nvSpPr>
        <p:spPr>
          <a:xfrm>
            <a:off x="2814858" y="297988"/>
            <a:ext cx="6553141"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РЕР (ДВОРІЧНА-КАЛИНОВЕ), 06</a:t>
            </a:r>
            <a:r>
              <a:rPr lang="en-US" noProof="1"/>
              <a:t>:</a:t>
            </a:r>
            <a:r>
              <a:rPr lang="uk-UA" noProof="1"/>
              <a:t>00 – 18</a:t>
            </a:r>
            <a:r>
              <a:rPr lang="en-US" noProof="1"/>
              <a:t>:</a:t>
            </a:r>
            <a:r>
              <a:rPr lang="uk-UA" noProof="1"/>
              <a:t>00</a:t>
            </a:r>
          </a:p>
        </p:txBody>
      </p:sp>
      <p:pic>
        <p:nvPicPr>
          <p:cNvPr id="12" name="logo_left">
            <a:extLst>
              <a:ext uri="{FF2B5EF4-FFF2-40B4-BE49-F238E27FC236}">
                <a16:creationId xmlns:a16="http://schemas.microsoft.com/office/drawing/2014/main" id="{D6FE03AC-710B-DF77-2D7D-C8F035F1D0AF}"/>
              </a:ext>
            </a:extLst>
          </p:cNvPr>
          <p:cNvPicPr/>
          <p:nvPr/>
        </p:nvPicPr>
        <p:blipFill>
          <a:blip r:embed="rId2"/>
          <a:stretch>
            <a:fillRect/>
          </a:stretch>
        </p:blipFill>
        <p:spPr>
          <a:xfrm>
            <a:off x="274320" y="109728"/>
            <a:ext cx="585216" cy="896112"/>
          </a:xfrm>
          <a:prstGeom prst="rect">
            <a:avLst/>
          </a:prstGeom>
        </p:spPr>
      </p:pic>
      <p:pic>
        <p:nvPicPr>
          <p:cNvPr id="15" name="logo_right">
            <a:extLst>
              <a:ext uri="{FF2B5EF4-FFF2-40B4-BE49-F238E27FC236}">
                <a16:creationId xmlns:a16="http://schemas.microsoft.com/office/drawing/2014/main" id="{1F93FD11-5E0C-6459-770C-2202562CAEBC}"/>
              </a:ext>
            </a:extLst>
          </p:cNvPr>
          <p:cNvPicPr/>
          <p:nvPr/>
        </p:nvPicPr>
        <p:blipFill>
          <a:blip r:embed="rId3"/>
          <a:stretch>
            <a:fillRect/>
          </a:stretch>
        </p:blipFill>
        <p:spPr>
          <a:xfrm>
            <a:off x="11064240" y="109728"/>
            <a:ext cx="685800" cy="896112"/>
          </a:xfrm>
          <a:prstGeom prst="rect">
            <a:avLst/>
          </a:prstGeom>
        </p:spPr>
      </p:pic>
      <p:sp>
        <p:nvSpPr>
          <p:cNvPr id="17" name="shape14">
            <a:extLst>
              <a:ext uri="{FF2B5EF4-FFF2-40B4-BE49-F238E27FC236}">
                <a16:creationId xmlns:a16="http://schemas.microsoft.com/office/drawing/2014/main" id="{081EB2CF-DFD5-0517-8616-B16E11045DD0}"/>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25" name="TextBox 24">
            <a:extLst>
              <a:ext uri="{FF2B5EF4-FFF2-40B4-BE49-F238E27FC236}">
                <a16:creationId xmlns:a16="http://schemas.microsoft.com/office/drawing/2014/main" id="{0AB249A2-5018-B1A6-6D01-D4CBDAF8E6D1}"/>
              </a:ext>
            </a:extLst>
          </p:cNvPr>
          <p:cNvSpPr txBox="1"/>
          <p:nvPr/>
        </p:nvSpPr>
        <p:spPr>
          <a:xfrm>
            <a:off x="4176848" y="1319334"/>
            <a:ext cx="3836779" cy="272415"/>
          </a:xfrm>
          <a:prstGeom prst="roundRect">
            <a:avLst/>
          </a:prstGeom>
          <a:solidFill>
            <a:schemeClr val="tx1"/>
          </a:solidFill>
          <a:ln>
            <a:solidFill>
              <a:srgbClr val="FF0000"/>
            </a:solidFill>
          </a:ln>
        </p:spPr>
        <p:txBody>
          <a:bodyPr wrap="square" rtlCol="0">
            <a:spAutoFit/>
          </a:bodyPr>
          <a:lstStyle/>
          <a:p>
            <a:pPr algn="ctr"/>
            <a:r>
              <a:rPr lang="ru-RU" sz="1000" dirty="0" err="1">
                <a:solidFill>
                  <a:schemeClr val="bg1"/>
                </a:solidFill>
              </a:rPr>
              <a:t>Важлива</a:t>
            </a:r>
            <a:r>
              <a:rPr lang="ru-RU" sz="1000" dirty="0">
                <a:solidFill>
                  <a:schemeClr val="bg1"/>
                </a:solidFill>
              </a:rPr>
              <a:t> </a:t>
            </a:r>
            <a:r>
              <a:rPr lang="ru-RU" sz="1000" dirty="0" err="1">
                <a:solidFill>
                  <a:schemeClr val="bg1"/>
                </a:solidFill>
              </a:rPr>
              <a:t>інформація</a:t>
            </a:r>
            <a:r>
              <a:rPr lang="ru-RU" sz="1000" dirty="0">
                <a:solidFill>
                  <a:schemeClr val="bg1"/>
                </a:solidFill>
              </a:rPr>
              <a:t> по </a:t>
            </a:r>
            <a:r>
              <a:rPr lang="ru-RU" sz="1000" dirty="0" err="1">
                <a:solidFill>
                  <a:schemeClr val="bg1"/>
                </a:solidFill>
              </a:rPr>
              <a:t>перехопленням</a:t>
            </a:r>
            <a:r>
              <a:rPr lang="ru-RU" sz="1000" dirty="0">
                <a:solidFill>
                  <a:schemeClr val="bg1"/>
                </a:solidFill>
              </a:rPr>
              <a:t> </a:t>
            </a:r>
            <a:r>
              <a:rPr lang="ru-RU" sz="1000" dirty="0" err="1">
                <a:solidFill>
                  <a:schemeClr val="bg1"/>
                </a:solidFill>
              </a:rPr>
              <a:t>відсутня</a:t>
            </a:r>
            <a:r>
              <a:rPr lang="ru-RU" sz="1000" dirty="0">
                <a:solidFill>
                  <a:schemeClr val="bg1"/>
                </a:solidFill>
              </a:rPr>
              <a:t> </a:t>
            </a:r>
          </a:p>
        </p:txBody>
      </p:sp>
      <p:pic>
        <p:nvPicPr>
          <p:cNvPr id="2" name="Рисунок 1">
            <a:extLst>
              <a:ext uri="{FF2B5EF4-FFF2-40B4-BE49-F238E27FC236}">
                <a16:creationId xmlns:a16="http://schemas.microsoft.com/office/drawing/2014/main" id="{53429D87-E1D0-5E7A-07D8-FD7F0F41A5AC}"/>
              </a:ext>
            </a:extLst>
          </p:cNvPr>
          <p:cNvPicPr/>
          <p:nvPr/>
        </p:nvPicPr>
        <p:blipFill>
          <a:blip r:embed="rId4"/>
          <a:srcRect l="4139" t="7246" r="4139" b="14630"/>
          <a:stretch>
            <a:fillRect/>
          </a:stretch>
        </p:blipFill>
        <p:spPr>
          <a:xfrm>
            <a:off x="0" y="1037845"/>
            <a:ext cx="12190476" cy="5820155"/>
          </a:xfrm>
          <a:prstGeom prst="rect">
            <a:avLst/>
          </a:prstGeom>
        </p:spPr>
      </p:pic>
      <p:sp>
        <p:nvSpPr>
          <p:cNvPr id="10" name="TextBox 9">
            <a:extLst>
              <a:ext uri="{FF2B5EF4-FFF2-40B4-BE49-F238E27FC236}">
                <a16:creationId xmlns:a16="http://schemas.microsoft.com/office/drawing/2014/main" id="{AC40F7C2-0EC8-B2EB-1AC9-35A22C1B1B0C}"/>
              </a:ext>
            </a:extLst>
          </p:cNvPr>
          <p:cNvSpPr txBox="1"/>
          <p:nvPr/>
        </p:nvSpPr>
        <p:spPr>
          <a:xfrm>
            <a:off x="746981" y="5157433"/>
            <a:ext cx="3874952" cy="238363"/>
          </a:xfrm>
          <a:prstGeom prst="roundRect">
            <a:avLst/>
          </a:prstGeom>
          <a:solidFill>
            <a:schemeClr val="tx1"/>
          </a:solidFill>
          <a:ln>
            <a:solidFill>
              <a:schemeClr val="bg1"/>
            </a:solidFill>
          </a:ln>
        </p:spPr>
        <p:txBody>
          <a:bodyPr wrap="square" rtlCol="0">
            <a:spAutoFit/>
          </a:bodyPr>
          <a:lstStyle/>
          <a:p>
            <a:r>
              <a:rPr lang="ru-RU" sz="800" dirty="0" err="1">
                <a:solidFill>
                  <a:schemeClr val="bg1"/>
                </a:solidFill>
              </a:rPr>
              <a:t>Пілот</a:t>
            </a:r>
            <a:r>
              <a:rPr lang="ru-RU" sz="800" dirty="0">
                <a:solidFill>
                  <a:schemeClr val="bg1"/>
                </a:solidFill>
              </a:rPr>
              <a:t> </a:t>
            </a:r>
            <a:r>
              <a:rPr lang="ru-RU" sz="800" dirty="0" err="1">
                <a:solidFill>
                  <a:schemeClr val="bg1"/>
                </a:solidFill>
              </a:rPr>
              <a:t>Бодрий</a:t>
            </a:r>
            <a:r>
              <a:rPr lang="ru-RU" sz="800" dirty="0">
                <a:solidFill>
                  <a:schemeClr val="bg1"/>
                </a:solidFill>
              </a:rPr>
              <a:t>, </a:t>
            </a:r>
            <a:r>
              <a:rPr lang="ru-RU" sz="800" dirty="0" err="1">
                <a:solidFill>
                  <a:schemeClr val="bg1"/>
                </a:solidFill>
              </a:rPr>
              <a:t>зі</a:t>
            </a:r>
            <a:r>
              <a:rPr lang="ru-RU" sz="800" dirty="0">
                <a:solidFill>
                  <a:schemeClr val="bg1"/>
                </a:solidFill>
              </a:rPr>
              <a:t> складу (1мсб 121 </a:t>
            </a:r>
            <a:r>
              <a:rPr lang="ru-RU" sz="800" dirty="0" err="1">
                <a:solidFill>
                  <a:schemeClr val="bg1"/>
                </a:solidFill>
              </a:rPr>
              <a:t>мсп</a:t>
            </a:r>
            <a:r>
              <a:rPr lang="ru-RU" sz="800" dirty="0">
                <a:solidFill>
                  <a:schemeClr val="bg1"/>
                </a:solidFill>
              </a:rPr>
              <a:t> ) </a:t>
            </a:r>
            <a:r>
              <a:rPr lang="ru-RU" sz="800" dirty="0" err="1">
                <a:solidFill>
                  <a:schemeClr val="bg1"/>
                </a:solidFill>
              </a:rPr>
              <a:t>літав</a:t>
            </a:r>
            <a:r>
              <a:rPr lang="ru-RU" sz="800" dirty="0">
                <a:solidFill>
                  <a:schemeClr val="bg1"/>
                </a:solidFill>
              </a:rPr>
              <a:t> на </a:t>
            </a:r>
            <a:r>
              <a:rPr lang="ru-RU" sz="800" dirty="0" err="1">
                <a:solidFill>
                  <a:schemeClr val="bg1"/>
                </a:solidFill>
              </a:rPr>
              <a:t>розвідку</a:t>
            </a:r>
            <a:r>
              <a:rPr lang="ru-RU" sz="800" dirty="0">
                <a:solidFill>
                  <a:schemeClr val="bg1"/>
                </a:solidFill>
              </a:rPr>
              <a:t> в </a:t>
            </a:r>
            <a:r>
              <a:rPr lang="ru-RU" sz="800" dirty="0" err="1">
                <a:solidFill>
                  <a:schemeClr val="bg1"/>
                </a:solidFill>
              </a:rPr>
              <a:t>н.п</a:t>
            </a:r>
            <a:r>
              <a:rPr lang="ru-RU" sz="800" dirty="0">
                <a:solidFill>
                  <a:schemeClr val="bg1"/>
                </a:solidFill>
              </a:rPr>
              <a:t>. </a:t>
            </a:r>
            <a:r>
              <a:rPr lang="ru-RU" sz="800" dirty="0" err="1">
                <a:solidFill>
                  <a:schemeClr val="bg1"/>
                </a:solidFill>
              </a:rPr>
              <a:t>Моначинівка</a:t>
            </a:r>
            <a:endParaRPr lang="ru-RU" sz="800" dirty="0">
              <a:solidFill>
                <a:schemeClr val="bg1"/>
              </a:solidFill>
            </a:endParaRPr>
          </a:p>
        </p:txBody>
      </p:sp>
      <p:sp>
        <p:nvSpPr>
          <p:cNvPr id="11" name="Овал 1">
            <a:extLst>
              <a:ext uri="{FF2B5EF4-FFF2-40B4-BE49-F238E27FC236}">
                <a16:creationId xmlns:a16="http://schemas.microsoft.com/office/drawing/2014/main" id="{1B93465D-CDAB-B494-4F01-CE0347343362}"/>
              </a:ext>
            </a:extLst>
          </p:cNvPr>
          <p:cNvSpPr/>
          <p:nvPr/>
        </p:nvSpPr>
        <p:spPr>
          <a:xfrm>
            <a:off x="1286933" y="2819400"/>
            <a:ext cx="1337734" cy="1286933"/>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UA"/>
          </a:p>
        </p:txBody>
      </p:sp>
      <p:cxnSp>
        <p:nvCxnSpPr>
          <p:cNvPr id="13" name="Прямая со стрелкой 3">
            <a:extLst>
              <a:ext uri="{FF2B5EF4-FFF2-40B4-BE49-F238E27FC236}">
                <a16:creationId xmlns:a16="http://schemas.microsoft.com/office/drawing/2014/main" id="{1B314908-885E-D5B7-1738-B74BA0083432}"/>
              </a:ext>
            </a:extLst>
          </p:cNvPr>
          <p:cNvCxnSpPr>
            <a:cxnSpLocks/>
            <a:stCxn id="10" idx="0"/>
          </p:cNvCxnSpPr>
          <p:nvPr/>
        </p:nvCxnSpPr>
        <p:spPr>
          <a:xfrm flipH="1" flipV="1">
            <a:off x="2167467" y="4106333"/>
            <a:ext cx="516990" cy="1051100"/>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4" name="Овал 4">
            <a:extLst>
              <a:ext uri="{FF2B5EF4-FFF2-40B4-BE49-F238E27FC236}">
                <a16:creationId xmlns:a16="http://schemas.microsoft.com/office/drawing/2014/main" id="{29E807F6-535B-D40D-D729-4A525E6AC510}"/>
              </a:ext>
            </a:extLst>
          </p:cNvPr>
          <p:cNvSpPr/>
          <p:nvPr/>
        </p:nvSpPr>
        <p:spPr>
          <a:xfrm>
            <a:off x="5638800" y="3166533"/>
            <a:ext cx="143933" cy="110067"/>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6" name="TextBox 15">
            <a:extLst>
              <a:ext uri="{FF2B5EF4-FFF2-40B4-BE49-F238E27FC236}">
                <a16:creationId xmlns:a16="http://schemas.microsoft.com/office/drawing/2014/main" id="{808489D5-7DE0-E2BF-257E-3279C54F8A61}"/>
              </a:ext>
            </a:extLst>
          </p:cNvPr>
          <p:cNvSpPr txBox="1"/>
          <p:nvPr/>
        </p:nvSpPr>
        <p:spPr>
          <a:xfrm>
            <a:off x="5470095" y="3709559"/>
            <a:ext cx="3874952" cy="919401"/>
          </a:xfrm>
          <a:prstGeom prst="roundRect">
            <a:avLst/>
          </a:prstGeom>
          <a:solidFill>
            <a:schemeClr val="tx1"/>
          </a:solidFill>
          <a:ln>
            <a:solidFill>
              <a:schemeClr val="bg1"/>
            </a:solidFill>
          </a:ln>
        </p:spPr>
        <p:txBody>
          <a:bodyPr wrap="square" rtlCol="0">
            <a:spAutoFit/>
          </a:bodyPr>
          <a:lstStyle/>
          <a:p>
            <a:r>
              <a:rPr lang="ru-RU" sz="800" dirty="0">
                <a:solidFill>
                  <a:schemeClr val="bg1"/>
                </a:solidFill>
              </a:rPr>
              <a:t>Дава </a:t>
            </a:r>
            <a:r>
              <a:rPr lang="ru-RU" sz="800" dirty="0" err="1">
                <a:solidFill>
                  <a:schemeClr val="bg1"/>
                </a:solidFill>
              </a:rPr>
              <a:t>зі</a:t>
            </a:r>
            <a:r>
              <a:rPr lang="ru-RU" sz="800" dirty="0">
                <a:solidFill>
                  <a:schemeClr val="bg1"/>
                </a:solidFill>
              </a:rPr>
              <a:t> складу ( 1 </a:t>
            </a:r>
            <a:r>
              <a:rPr lang="ru-RU" sz="800" dirty="0" err="1">
                <a:solidFill>
                  <a:schemeClr val="bg1"/>
                </a:solidFill>
              </a:rPr>
              <a:t>мсб</a:t>
            </a:r>
            <a:r>
              <a:rPr lang="ru-RU" sz="800" dirty="0">
                <a:solidFill>
                  <a:schemeClr val="bg1"/>
                </a:solidFill>
              </a:rPr>
              <a:t> 121 </a:t>
            </a:r>
            <a:r>
              <a:rPr lang="ru-RU" sz="800" dirty="0" err="1">
                <a:solidFill>
                  <a:schemeClr val="bg1"/>
                </a:solidFill>
              </a:rPr>
              <a:t>мсп</a:t>
            </a:r>
            <a:r>
              <a:rPr lang="ru-RU" sz="800" dirty="0">
                <a:solidFill>
                  <a:schemeClr val="bg1"/>
                </a:solidFill>
              </a:rPr>
              <a:t> )</a:t>
            </a:r>
            <a:br>
              <a:rPr lang="ru-RU" sz="800" dirty="0">
                <a:solidFill>
                  <a:schemeClr val="bg1"/>
                </a:solidFill>
              </a:rPr>
            </a:br>
            <a:r>
              <a:rPr lang="ru-RU" sz="800" dirty="0">
                <a:solidFill>
                  <a:schemeClr val="bg1"/>
                </a:solidFill>
              </a:rPr>
              <a:t>— Да, да, да, они сюда заходили, да?</a:t>
            </a:r>
          </a:p>
          <a:p>
            <a:r>
              <a:rPr lang="ru-RU" sz="800" dirty="0">
                <a:solidFill>
                  <a:schemeClr val="bg1"/>
                </a:solidFill>
              </a:rPr>
              <a:t>— У меня ни брони, ничего нету. Я голый если зацепит осколками пиздец будет, поэтому я паникую, если дадите добро в трусах пережить.</a:t>
            </a:r>
          </a:p>
          <a:p>
            <a:r>
              <a:rPr lang="ru-RU" sz="800" dirty="0">
                <a:solidFill>
                  <a:schemeClr val="bg1"/>
                </a:solidFill>
              </a:rPr>
              <a:t>— Ну я предполагаю, они сейчас по крыше хотят отработать, по крыше хотят отработать крышу открыть хотят, глазки вот поэтому зависли.</a:t>
            </a:r>
          </a:p>
        </p:txBody>
      </p:sp>
      <p:cxnSp>
        <p:nvCxnSpPr>
          <p:cNvPr id="18" name="Прямая со стрелкой 23">
            <a:extLst>
              <a:ext uri="{FF2B5EF4-FFF2-40B4-BE49-F238E27FC236}">
                <a16:creationId xmlns:a16="http://schemas.microsoft.com/office/drawing/2014/main" id="{39FDB0ED-C075-564D-95F4-2AD63320795F}"/>
              </a:ext>
            </a:extLst>
          </p:cNvPr>
          <p:cNvCxnSpPr>
            <a:endCxn id="14" idx="5"/>
          </p:cNvCxnSpPr>
          <p:nvPr/>
        </p:nvCxnSpPr>
        <p:spPr>
          <a:xfrm flipH="1" flipV="1">
            <a:off x="5761655" y="3260481"/>
            <a:ext cx="419012" cy="449078"/>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64963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27CCD3-25CE-4E65-20FF-7C53E95BCC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1781C7-7C32-6E25-A5F3-3127098B619C}"/>
              </a:ext>
            </a:extLst>
          </p:cNvPr>
          <p:cNvSpPr txBox="1"/>
          <p:nvPr/>
        </p:nvSpPr>
        <p:spPr>
          <a:xfrm>
            <a:off x="4079826" y="336328"/>
            <a:ext cx="3801490"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ДОСТАВКИ 18</a:t>
            </a:r>
            <a:r>
              <a:rPr lang="en-US" noProof="1"/>
              <a:t>:</a:t>
            </a:r>
            <a:r>
              <a:rPr lang="uk-UA" noProof="1"/>
              <a:t>00 – 06</a:t>
            </a:r>
            <a:r>
              <a:rPr lang="en-US" noProof="1"/>
              <a:t>:</a:t>
            </a:r>
            <a:r>
              <a:rPr lang="uk-UA" noProof="1"/>
              <a:t>00</a:t>
            </a:r>
          </a:p>
        </p:txBody>
      </p:sp>
      <p:pic>
        <p:nvPicPr>
          <p:cNvPr id="10" name="logo_left">
            <a:extLst>
              <a:ext uri="{FF2B5EF4-FFF2-40B4-BE49-F238E27FC236}">
                <a16:creationId xmlns:a16="http://schemas.microsoft.com/office/drawing/2014/main" id="{68B2DA1E-8955-1F9A-F8D3-BC34F5A9391B}"/>
              </a:ext>
            </a:extLst>
          </p:cNvPr>
          <p:cNvPicPr/>
          <p:nvPr/>
        </p:nvPicPr>
        <p:blipFill>
          <a:blip r:embed="rId2"/>
          <a:stretch>
            <a:fillRect/>
          </a:stretch>
        </p:blipFill>
        <p:spPr>
          <a:xfrm>
            <a:off x="274320" y="109728"/>
            <a:ext cx="585216" cy="896112"/>
          </a:xfrm>
          <a:prstGeom prst="rect">
            <a:avLst/>
          </a:prstGeom>
        </p:spPr>
      </p:pic>
      <p:pic>
        <p:nvPicPr>
          <p:cNvPr id="12" name="logo_right">
            <a:extLst>
              <a:ext uri="{FF2B5EF4-FFF2-40B4-BE49-F238E27FC236}">
                <a16:creationId xmlns:a16="http://schemas.microsoft.com/office/drawing/2014/main" id="{CFAC6FB5-AA58-EA8A-5BEB-A1C1929E175F}"/>
              </a:ext>
            </a:extLst>
          </p:cNvPr>
          <p:cNvPicPr/>
          <p:nvPr/>
        </p:nvPicPr>
        <p:blipFill>
          <a:blip r:embed="rId3"/>
          <a:stretch>
            <a:fillRect/>
          </a:stretch>
        </p:blipFill>
        <p:spPr>
          <a:xfrm>
            <a:off x="11064240" y="109728"/>
            <a:ext cx="685800" cy="896112"/>
          </a:xfrm>
          <a:prstGeom prst="rect">
            <a:avLst/>
          </a:prstGeom>
        </p:spPr>
      </p:pic>
      <p:sp>
        <p:nvSpPr>
          <p:cNvPr id="19" name="shape14">
            <a:extLst>
              <a:ext uri="{FF2B5EF4-FFF2-40B4-BE49-F238E27FC236}">
                <a16:creationId xmlns:a16="http://schemas.microsoft.com/office/drawing/2014/main" id="{660D42E5-165A-C5F6-B933-D82008E05AFB}"/>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5" name="TextBox 4">
            <a:extLst>
              <a:ext uri="{FF2B5EF4-FFF2-40B4-BE49-F238E27FC236}">
                <a16:creationId xmlns:a16="http://schemas.microsoft.com/office/drawing/2014/main" id="{41AE1B4E-CAF3-0223-10BF-6306F67B2109}"/>
              </a:ext>
            </a:extLst>
          </p:cNvPr>
          <p:cNvSpPr txBox="1"/>
          <p:nvPr/>
        </p:nvSpPr>
        <p:spPr>
          <a:xfrm>
            <a:off x="4426344" y="1251431"/>
            <a:ext cx="2552490" cy="442674"/>
          </a:xfrm>
          <a:prstGeom prst="roundRect">
            <a:avLst/>
          </a:prstGeom>
          <a:solidFill>
            <a:schemeClr val="tx1"/>
          </a:solidFill>
          <a:ln>
            <a:solidFill>
              <a:srgbClr val="FF0000"/>
            </a:solidFill>
          </a:ln>
        </p:spPr>
        <p:txBody>
          <a:bodyPr wrap="square" rtlCol="0">
            <a:spAutoFit/>
          </a:bodyPr>
          <a:lstStyle/>
          <a:p>
            <a:pPr algn="ctr"/>
            <a:r>
              <a:rPr lang="uk-UA" sz="2000" dirty="0">
                <a:solidFill>
                  <a:schemeClr val="bg1"/>
                </a:solidFill>
              </a:rPr>
              <a:t>Інформація відсутня</a:t>
            </a:r>
            <a:endParaRPr lang="ru-UA" sz="2000" dirty="0">
              <a:solidFill>
                <a:schemeClr val="bg1"/>
              </a:solidFill>
            </a:endParaRPr>
          </a:p>
        </p:txBody>
      </p:sp>
      <p:pic>
        <p:nvPicPr>
          <p:cNvPr id="3" name="Рисунок 2">
            <a:extLst>
              <a:ext uri="{FF2B5EF4-FFF2-40B4-BE49-F238E27FC236}">
                <a16:creationId xmlns:a16="http://schemas.microsoft.com/office/drawing/2014/main" id="{01F15734-D62C-21BA-0466-338489F91084}"/>
              </a:ext>
            </a:extLst>
          </p:cNvPr>
          <p:cNvPicPr/>
          <p:nvPr/>
        </p:nvPicPr>
        <p:blipFill>
          <a:blip r:embed="rId4"/>
          <a:srcRect l="4139" t="7246" r="4139" b="14630"/>
          <a:stretch>
            <a:fillRect/>
          </a:stretch>
        </p:blipFill>
        <p:spPr>
          <a:xfrm>
            <a:off x="0" y="1016813"/>
            <a:ext cx="12190476" cy="5841187"/>
          </a:xfrm>
          <a:prstGeom prst="rect">
            <a:avLst/>
          </a:prstGeom>
        </p:spPr>
      </p:pic>
      <p:sp>
        <p:nvSpPr>
          <p:cNvPr id="9" name="TextBox 8">
            <a:extLst>
              <a:ext uri="{FF2B5EF4-FFF2-40B4-BE49-F238E27FC236}">
                <a16:creationId xmlns:a16="http://schemas.microsoft.com/office/drawing/2014/main" id="{9B6D011A-2B16-6C39-21E3-4329CB448D34}"/>
              </a:ext>
            </a:extLst>
          </p:cNvPr>
          <p:cNvSpPr txBox="1"/>
          <p:nvPr/>
        </p:nvSpPr>
        <p:spPr>
          <a:xfrm>
            <a:off x="4818231" y="1251431"/>
            <a:ext cx="2552490" cy="442674"/>
          </a:xfrm>
          <a:prstGeom prst="roundRect">
            <a:avLst/>
          </a:prstGeom>
          <a:solidFill>
            <a:schemeClr val="tx1"/>
          </a:solidFill>
          <a:ln>
            <a:solidFill>
              <a:srgbClr val="FF0000"/>
            </a:solidFill>
          </a:ln>
        </p:spPr>
        <p:txBody>
          <a:bodyPr wrap="square" rtlCol="0">
            <a:spAutoFit/>
          </a:bodyPr>
          <a:lstStyle/>
          <a:p>
            <a:pPr algn="ctr"/>
            <a:r>
              <a:rPr lang="uk-UA" sz="2000" dirty="0">
                <a:solidFill>
                  <a:schemeClr val="bg1"/>
                </a:solidFill>
              </a:rPr>
              <a:t>Інформація відсутня</a:t>
            </a:r>
            <a:endParaRPr lang="ru-UA" sz="2000" dirty="0">
              <a:solidFill>
                <a:schemeClr val="bg1"/>
              </a:solidFill>
            </a:endParaRPr>
          </a:p>
        </p:txBody>
      </p:sp>
    </p:spTree>
    <p:extLst>
      <p:ext uri="{BB962C8B-B14F-4D97-AF65-F5344CB8AC3E}">
        <p14:creationId xmlns:p14="http://schemas.microsoft.com/office/powerpoint/2010/main" val="3412139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27CCD3-25CE-4E65-20FF-7C53E95BCC1B}"/>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B0151029-6206-1734-1B60-7CA509E3384F}"/>
              </a:ext>
            </a:extLst>
          </p:cNvPr>
          <p:cNvSpPr txBox="1"/>
          <p:nvPr/>
        </p:nvSpPr>
        <p:spPr>
          <a:xfrm>
            <a:off x="4079826" y="336328"/>
            <a:ext cx="3801490" cy="461665"/>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r>
              <a:rPr lang="uk-UA" noProof="1"/>
              <a:t>ДОСТАВКИ 06</a:t>
            </a:r>
            <a:r>
              <a:rPr lang="en-US" noProof="1"/>
              <a:t>:</a:t>
            </a:r>
            <a:r>
              <a:rPr lang="uk-UA" noProof="1"/>
              <a:t>00 – 18</a:t>
            </a:r>
            <a:r>
              <a:rPr lang="en-US" noProof="1"/>
              <a:t>:</a:t>
            </a:r>
            <a:r>
              <a:rPr lang="uk-UA" noProof="1"/>
              <a:t>00</a:t>
            </a:r>
          </a:p>
        </p:txBody>
      </p:sp>
      <p:pic>
        <p:nvPicPr>
          <p:cNvPr id="25" name="logo_left">
            <a:extLst>
              <a:ext uri="{FF2B5EF4-FFF2-40B4-BE49-F238E27FC236}">
                <a16:creationId xmlns:a16="http://schemas.microsoft.com/office/drawing/2014/main" id="{9DF1CCF3-B920-F62E-2C37-0E6D33A9C788}"/>
              </a:ext>
            </a:extLst>
          </p:cNvPr>
          <p:cNvPicPr/>
          <p:nvPr/>
        </p:nvPicPr>
        <p:blipFill>
          <a:blip r:embed="rId3"/>
          <a:stretch>
            <a:fillRect/>
          </a:stretch>
        </p:blipFill>
        <p:spPr>
          <a:xfrm>
            <a:off x="274320" y="109728"/>
            <a:ext cx="585216" cy="896112"/>
          </a:xfrm>
          <a:prstGeom prst="rect">
            <a:avLst/>
          </a:prstGeom>
        </p:spPr>
      </p:pic>
      <p:pic>
        <p:nvPicPr>
          <p:cNvPr id="27" name="logo_right">
            <a:extLst>
              <a:ext uri="{FF2B5EF4-FFF2-40B4-BE49-F238E27FC236}">
                <a16:creationId xmlns:a16="http://schemas.microsoft.com/office/drawing/2014/main" id="{BAE3C0BF-7D4B-E8C7-1176-B2D6EE480FEC}"/>
              </a:ext>
            </a:extLst>
          </p:cNvPr>
          <p:cNvPicPr/>
          <p:nvPr/>
        </p:nvPicPr>
        <p:blipFill>
          <a:blip r:embed="rId4"/>
          <a:stretch>
            <a:fillRect/>
          </a:stretch>
        </p:blipFill>
        <p:spPr>
          <a:xfrm>
            <a:off x="11064240" y="109728"/>
            <a:ext cx="685800" cy="896112"/>
          </a:xfrm>
          <a:prstGeom prst="rect">
            <a:avLst/>
          </a:prstGeom>
        </p:spPr>
      </p:pic>
      <p:sp>
        <p:nvSpPr>
          <p:cNvPr id="29" name="shape14">
            <a:extLst>
              <a:ext uri="{FF2B5EF4-FFF2-40B4-BE49-F238E27FC236}">
                <a16:creationId xmlns:a16="http://schemas.microsoft.com/office/drawing/2014/main" id="{C35BDBAD-F409-A7C8-3B01-75C800D0A792}"/>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2" name="Рисунок 1">
            <a:extLst>
              <a:ext uri="{FF2B5EF4-FFF2-40B4-BE49-F238E27FC236}">
                <a16:creationId xmlns:a16="http://schemas.microsoft.com/office/drawing/2014/main" id="{267C4876-2EFE-19DF-D237-CBA0075144CF}"/>
              </a:ext>
            </a:extLst>
          </p:cNvPr>
          <p:cNvPicPr/>
          <p:nvPr/>
        </p:nvPicPr>
        <p:blipFill>
          <a:blip r:embed="rId5"/>
          <a:srcRect l="4139" t="7246" r="4139" b="14630"/>
          <a:stretch>
            <a:fillRect/>
          </a:stretch>
        </p:blipFill>
        <p:spPr>
          <a:xfrm>
            <a:off x="0" y="1037845"/>
            <a:ext cx="12190476" cy="5820155"/>
          </a:xfrm>
          <a:prstGeom prst="rect">
            <a:avLst/>
          </a:prstGeom>
        </p:spPr>
      </p:pic>
      <p:sp>
        <p:nvSpPr>
          <p:cNvPr id="6" name="TextBox 5">
            <a:extLst>
              <a:ext uri="{FF2B5EF4-FFF2-40B4-BE49-F238E27FC236}">
                <a16:creationId xmlns:a16="http://schemas.microsoft.com/office/drawing/2014/main" id="{961E5AF7-2BD4-10AB-8F69-5D50C0131605}"/>
              </a:ext>
            </a:extLst>
          </p:cNvPr>
          <p:cNvSpPr txBox="1"/>
          <p:nvPr/>
        </p:nvSpPr>
        <p:spPr>
          <a:xfrm>
            <a:off x="5902188" y="2776961"/>
            <a:ext cx="645195" cy="255389"/>
          </a:xfrm>
          <a:prstGeom prst="roundRect">
            <a:avLst/>
          </a:prstGeom>
          <a:solidFill>
            <a:schemeClr val="tx1"/>
          </a:solidFill>
          <a:ln>
            <a:solidFill>
              <a:schemeClr val="bg1"/>
            </a:solidFill>
          </a:ln>
        </p:spPr>
        <p:txBody>
          <a:bodyPr wrap="square" rtlCol="0">
            <a:spAutoFit/>
          </a:bodyPr>
          <a:lstStyle/>
          <a:p>
            <a:r>
              <a:rPr lang="uk-UA" sz="900" dirty="0" err="1">
                <a:solidFill>
                  <a:schemeClr val="bg1"/>
                </a:solidFill>
              </a:rPr>
              <a:t>Миклуха</a:t>
            </a:r>
            <a:endParaRPr lang="ru-UA" sz="900" dirty="0">
              <a:solidFill>
                <a:schemeClr val="bg1"/>
              </a:solidFill>
            </a:endParaRPr>
          </a:p>
        </p:txBody>
      </p:sp>
      <p:cxnSp>
        <p:nvCxnSpPr>
          <p:cNvPr id="7" name="Прямая со стрелкой 2">
            <a:extLst>
              <a:ext uri="{FF2B5EF4-FFF2-40B4-BE49-F238E27FC236}">
                <a16:creationId xmlns:a16="http://schemas.microsoft.com/office/drawing/2014/main" id="{D26A2EB3-4425-941D-054A-D29A51D5215E}"/>
              </a:ext>
            </a:extLst>
          </p:cNvPr>
          <p:cNvCxnSpPr>
            <a:cxnSpLocks/>
          </p:cNvCxnSpPr>
          <p:nvPr/>
        </p:nvCxnSpPr>
        <p:spPr>
          <a:xfrm flipH="1">
            <a:off x="6925732" y="3428999"/>
            <a:ext cx="443776" cy="1"/>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8" name="Овал 9">
            <a:extLst>
              <a:ext uri="{FF2B5EF4-FFF2-40B4-BE49-F238E27FC236}">
                <a16:creationId xmlns:a16="http://schemas.microsoft.com/office/drawing/2014/main" id="{138F34DF-CCF0-8D43-8A00-1D8D694BD921}"/>
              </a:ext>
            </a:extLst>
          </p:cNvPr>
          <p:cNvSpPr/>
          <p:nvPr/>
        </p:nvSpPr>
        <p:spPr>
          <a:xfrm>
            <a:off x="4922874" y="2776961"/>
            <a:ext cx="244549" cy="255389"/>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UA"/>
          </a:p>
        </p:txBody>
      </p:sp>
      <p:cxnSp>
        <p:nvCxnSpPr>
          <p:cNvPr id="9" name="Прямая со стрелкой 11">
            <a:extLst>
              <a:ext uri="{FF2B5EF4-FFF2-40B4-BE49-F238E27FC236}">
                <a16:creationId xmlns:a16="http://schemas.microsoft.com/office/drawing/2014/main" id="{0E51512A-C2BA-4C21-3AB6-2003238F0B09}"/>
              </a:ext>
            </a:extLst>
          </p:cNvPr>
          <p:cNvCxnSpPr>
            <a:endCxn id="8" idx="6"/>
          </p:cNvCxnSpPr>
          <p:nvPr/>
        </p:nvCxnSpPr>
        <p:spPr>
          <a:xfrm flipH="1">
            <a:off x="5167423" y="2904655"/>
            <a:ext cx="716910" cy="1"/>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EF37DB3C-B1B5-7529-6827-5066DAD5022B}"/>
              </a:ext>
            </a:extLst>
          </p:cNvPr>
          <p:cNvSpPr txBox="1"/>
          <p:nvPr/>
        </p:nvSpPr>
        <p:spPr>
          <a:xfrm>
            <a:off x="4844825" y="3543820"/>
            <a:ext cx="645195" cy="255389"/>
          </a:xfrm>
          <a:prstGeom prst="roundRect">
            <a:avLst/>
          </a:prstGeom>
          <a:solidFill>
            <a:schemeClr val="tx1"/>
          </a:solidFill>
          <a:ln>
            <a:solidFill>
              <a:schemeClr val="bg1"/>
            </a:solidFill>
          </a:ln>
        </p:spPr>
        <p:txBody>
          <a:bodyPr wrap="square" rtlCol="0">
            <a:spAutoFit/>
          </a:bodyPr>
          <a:lstStyle/>
          <a:p>
            <a:r>
              <a:rPr lang="uk-UA" sz="900" dirty="0">
                <a:solidFill>
                  <a:schemeClr val="bg1"/>
                </a:solidFill>
              </a:rPr>
              <a:t>Коржик</a:t>
            </a:r>
            <a:endParaRPr lang="ru-UA" sz="900" dirty="0">
              <a:solidFill>
                <a:schemeClr val="bg1"/>
              </a:solidFill>
            </a:endParaRPr>
          </a:p>
        </p:txBody>
      </p:sp>
      <p:cxnSp>
        <p:nvCxnSpPr>
          <p:cNvPr id="11" name="Прямая со стрелкой 19">
            <a:extLst>
              <a:ext uri="{FF2B5EF4-FFF2-40B4-BE49-F238E27FC236}">
                <a16:creationId xmlns:a16="http://schemas.microsoft.com/office/drawing/2014/main" id="{4E9DB236-9BD6-79E4-46BA-9D2D1391B9CD}"/>
              </a:ext>
            </a:extLst>
          </p:cNvPr>
          <p:cNvCxnSpPr>
            <a:cxnSpLocks/>
            <a:stCxn id="10" idx="0"/>
          </p:cNvCxnSpPr>
          <p:nvPr/>
        </p:nvCxnSpPr>
        <p:spPr>
          <a:xfrm flipH="1" flipV="1">
            <a:off x="5045148" y="3032350"/>
            <a:ext cx="122275" cy="511470"/>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2" name="Овал 22">
            <a:extLst>
              <a:ext uri="{FF2B5EF4-FFF2-40B4-BE49-F238E27FC236}">
                <a16:creationId xmlns:a16="http://schemas.microsoft.com/office/drawing/2014/main" id="{4F24C023-D7CD-805E-7E18-D18610B6B632}"/>
              </a:ext>
            </a:extLst>
          </p:cNvPr>
          <p:cNvSpPr/>
          <p:nvPr/>
        </p:nvSpPr>
        <p:spPr>
          <a:xfrm>
            <a:off x="5596467" y="3175000"/>
            <a:ext cx="128200" cy="113085"/>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3" name="TextBox 12">
            <a:extLst>
              <a:ext uri="{FF2B5EF4-FFF2-40B4-BE49-F238E27FC236}">
                <a16:creationId xmlns:a16="http://schemas.microsoft.com/office/drawing/2014/main" id="{370486D1-8B0F-B581-F355-177500F245A0}"/>
              </a:ext>
            </a:extLst>
          </p:cNvPr>
          <p:cNvSpPr txBox="1"/>
          <p:nvPr/>
        </p:nvSpPr>
        <p:spPr>
          <a:xfrm>
            <a:off x="6095238" y="3546000"/>
            <a:ext cx="645195" cy="255389"/>
          </a:xfrm>
          <a:prstGeom prst="roundRect">
            <a:avLst/>
          </a:prstGeom>
          <a:solidFill>
            <a:schemeClr val="tx1"/>
          </a:solidFill>
          <a:ln>
            <a:solidFill>
              <a:schemeClr val="bg1"/>
            </a:solidFill>
          </a:ln>
        </p:spPr>
        <p:txBody>
          <a:bodyPr wrap="square" rtlCol="0">
            <a:spAutoFit/>
          </a:bodyPr>
          <a:lstStyle/>
          <a:p>
            <a:r>
              <a:rPr lang="uk-UA" sz="900" dirty="0" err="1">
                <a:solidFill>
                  <a:schemeClr val="bg1"/>
                </a:solidFill>
              </a:rPr>
              <a:t>Миклуха</a:t>
            </a:r>
            <a:endParaRPr lang="ru-UA" sz="900" dirty="0">
              <a:solidFill>
                <a:schemeClr val="bg1"/>
              </a:solidFill>
            </a:endParaRPr>
          </a:p>
        </p:txBody>
      </p:sp>
      <p:cxnSp>
        <p:nvCxnSpPr>
          <p:cNvPr id="14" name="Прямая со стрелкой 25">
            <a:extLst>
              <a:ext uri="{FF2B5EF4-FFF2-40B4-BE49-F238E27FC236}">
                <a16:creationId xmlns:a16="http://schemas.microsoft.com/office/drawing/2014/main" id="{FD529A84-EB52-9BF2-8E14-F4099C0152E6}"/>
              </a:ext>
            </a:extLst>
          </p:cNvPr>
          <p:cNvCxnSpPr>
            <a:endCxn id="12" idx="5"/>
          </p:cNvCxnSpPr>
          <p:nvPr/>
        </p:nvCxnSpPr>
        <p:spPr>
          <a:xfrm flipH="1" flipV="1">
            <a:off x="5705893" y="3271524"/>
            <a:ext cx="389345" cy="272296"/>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15599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8EF933-5CD6-EFF0-DF75-2B9C8CEA99C1}"/>
            </a:ext>
          </a:extLst>
        </p:cNvPr>
        <p:cNvGrpSpPr/>
        <p:nvPr/>
      </p:nvGrpSpPr>
      <p:grpSpPr>
        <a:xfrm>
          <a:off x="0" y="0"/>
          <a:ext cx="0" cy="0"/>
          <a:chOff x="0" y="0"/>
          <a:chExt cx="0" cy="0"/>
        </a:xfrm>
      </p:grpSpPr>
      <p:pic>
        <p:nvPicPr>
          <p:cNvPr id="5" name="MAVPA map">
            <a:extLst>
              <a:ext uri="{FF2B5EF4-FFF2-40B4-BE49-F238E27FC236}">
                <a16:creationId xmlns:a16="http://schemas.microsoft.com/office/drawing/2014/main" id="{5BB74238-AC8C-E7E9-989A-BF80EF77C78E}"/>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C52B2CC0-5F50-92E0-09EC-649A29ABC48D}"/>
              </a:ext>
            </a:extLst>
          </p:cNvPr>
          <p:cNvSpPr txBox="1"/>
          <p:nvPr/>
        </p:nvSpPr>
        <p:spPr>
          <a:xfrm>
            <a:off x="3830074" y="326952"/>
            <a:ext cx="4528804"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ДОСТАВКИ (ТЗР,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p>
        </p:txBody>
      </p:sp>
      <p:pic>
        <p:nvPicPr>
          <p:cNvPr id="6" name="logo_left">
            <a:extLst>
              <a:ext uri="{FF2B5EF4-FFF2-40B4-BE49-F238E27FC236}">
                <a16:creationId xmlns:a16="http://schemas.microsoft.com/office/drawing/2014/main" id="{6D3C785B-C226-C8DB-5797-D0F7DEE57DB3}"/>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27457DA9-F828-BF6C-3A0B-65D946C3855E}"/>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7897A1A4-CB98-7835-7BBD-6D6428F3932F}"/>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9" name="Rectangle: Rounded Corners 8">
            <a:extLst>
              <a:ext uri="{FF2B5EF4-FFF2-40B4-BE49-F238E27FC236}">
                <a16:creationId xmlns:a16="http://schemas.microsoft.com/office/drawing/2014/main" id="{38BB5F0B-2C95-302A-CC8C-108B754E70EC}"/>
              </a:ext>
            </a:extLst>
          </p:cNvPr>
          <p:cNvSpPr/>
          <p:nvPr/>
        </p:nvSpPr>
        <p:spPr>
          <a:xfrm>
            <a:off x="2080087" y="5695336"/>
            <a:ext cx="1749987" cy="974461"/>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Всього зафіксовано:</a:t>
            </a:r>
            <a:br>
              <a:rPr lang="uk-UA" sz="1100" dirty="0">
                <a:solidFill>
                  <a:schemeClr val="bg1"/>
                </a:solidFill>
              </a:rPr>
            </a:br>
            <a:r>
              <a:rPr lang="uk-UA" sz="1100" dirty="0">
                <a:solidFill>
                  <a:schemeClr val="bg1"/>
                </a:solidFill>
              </a:rPr>
              <a:t>94</a:t>
            </a:r>
            <a:endParaRPr lang="en-US" sz="1100" dirty="0">
              <a:solidFill>
                <a:schemeClr val="bg1"/>
              </a:solidFill>
            </a:endParaRPr>
          </a:p>
          <a:p>
            <a:endParaRPr lang="en-US" sz="1100" dirty="0">
              <a:solidFill>
                <a:schemeClr val="bg1"/>
              </a:solidFill>
            </a:endParaRPr>
          </a:p>
          <a:p>
            <a:r>
              <a:rPr lang="uk-UA" sz="1100" dirty="0">
                <a:solidFill>
                  <a:schemeClr val="bg1"/>
                </a:solidFill>
              </a:rPr>
              <a:t>В зоні інтересу 23 ШП:</a:t>
            </a:r>
            <a:br>
              <a:rPr lang="uk-UA" sz="1100" dirty="0">
                <a:solidFill>
                  <a:schemeClr val="bg1"/>
                </a:solidFill>
              </a:rPr>
            </a:br>
            <a:r>
              <a:rPr lang="uk-UA" sz="1100" dirty="0">
                <a:solidFill>
                  <a:schemeClr val="bg1"/>
                </a:solidFill>
              </a:rPr>
              <a:t>25</a:t>
            </a:r>
          </a:p>
        </p:txBody>
      </p:sp>
    </p:spTree>
    <p:extLst>
      <p:ext uri="{BB962C8B-B14F-4D97-AF65-F5344CB8AC3E}">
        <p14:creationId xmlns:p14="http://schemas.microsoft.com/office/powerpoint/2010/main" val="2230916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CE254C-F68A-C6E7-FBD9-18FF602CE4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9582A7-095E-47D0-2D4A-766A8B133562}"/>
              </a:ext>
            </a:extLst>
          </p:cNvPr>
          <p:cNvSpPr txBox="1"/>
          <p:nvPr/>
        </p:nvSpPr>
        <p:spPr>
          <a:xfrm>
            <a:off x="3830074" y="326952"/>
            <a:ext cx="4538871"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ДОСТАВКИ (31.08-06.09.2026)</a:t>
            </a:r>
          </a:p>
        </p:txBody>
      </p:sp>
      <p:pic>
        <p:nvPicPr>
          <p:cNvPr id="6" name="logo_left">
            <a:extLst>
              <a:ext uri="{FF2B5EF4-FFF2-40B4-BE49-F238E27FC236}">
                <a16:creationId xmlns:a16="http://schemas.microsoft.com/office/drawing/2014/main" id="{AE553F09-3BA9-D774-30CA-704D35FCC04B}"/>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B59D93EF-4D0D-E558-6C45-A07E61E33A86}"/>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66A30060-6310-2DA7-F5E2-20B01658E3AA}"/>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14" name="Picture 13">
            <a:extLst>
              <a:ext uri="{FF2B5EF4-FFF2-40B4-BE49-F238E27FC236}">
                <a16:creationId xmlns:a16="http://schemas.microsoft.com/office/drawing/2014/main" id="{0A9766AD-09EC-E817-BBD3-AEC946966592}"/>
              </a:ext>
            </a:extLst>
          </p:cNvPr>
          <p:cNvPicPr>
            <a:picLocks noChangeAspect="1"/>
          </p:cNvPicPr>
          <p:nvPr/>
        </p:nvPicPr>
        <p:blipFill>
          <a:blip r:embed="rId5"/>
          <a:stretch>
            <a:fillRect/>
          </a:stretch>
        </p:blipFill>
        <p:spPr>
          <a:xfrm>
            <a:off x="-1524" y="1205595"/>
            <a:ext cx="12192000" cy="5652405"/>
          </a:xfrm>
          <a:prstGeom prst="rect">
            <a:avLst/>
          </a:prstGeom>
        </p:spPr>
      </p:pic>
    </p:spTree>
    <p:extLst>
      <p:ext uri="{BB962C8B-B14F-4D97-AF65-F5344CB8AC3E}">
        <p14:creationId xmlns:p14="http://schemas.microsoft.com/office/powerpoint/2010/main" val="229863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1F6BEDD-8E17-333C-4C22-A64502904489}"/>
            </a:ext>
          </a:extLst>
        </p:cNvPr>
        <p:cNvGrpSpPr/>
        <p:nvPr/>
      </p:nvGrpSpPr>
      <p:grpSpPr>
        <a:xfrm>
          <a:off x="0" y="0"/>
          <a:ext cx="0" cy="0"/>
          <a:chOff x="0" y="0"/>
          <a:chExt cx="0" cy="0"/>
        </a:xfrm>
      </p:grpSpPr>
      <p:pic>
        <p:nvPicPr>
          <p:cNvPr id="4" name="MAVPA map">
            <a:extLst>
              <a:ext uri="{FF2B5EF4-FFF2-40B4-BE49-F238E27FC236}">
                <a16:creationId xmlns:a16="http://schemas.microsoft.com/office/drawing/2014/main" id="{75BA8DBB-5FB5-1E62-162C-1F8BDAA35D27}"/>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5A5EE354-140E-F64A-9F0D-D493B65D4855}"/>
              </a:ext>
            </a:extLst>
          </p:cNvPr>
          <p:cNvSpPr txBox="1"/>
          <p:nvPr/>
        </p:nvSpPr>
        <p:spPr>
          <a:xfrm>
            <a:off x="4582139" y="326952"/>
            <a:ext cx="3024674"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IMINT</a:t>
            </a:r>
            <a:r>
              <a:rPr lang="uk-UA" sz="2400" dirty="0">
                <a:solidFill>
                  <a:schemeClr val="bg1"/>
                </a:solidFill>
                <a:latin typeface="Arial" panose="020B0604020202020204" pitchFamily="34" charset="0"/>
                <a:cs typeface="Arial" panose="020B0604020202020204" pitchFamily="34" charset="0"/>
              </a:rPr>
              <a:t>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p>
        </p:txBody>
      </p:sp>
      <p:sp>
        <p:nvSpPr>
          <p:cNvPr id="11" name="Rectangle: Rounded Corners 10">
            <a:extLst>
              <a:ext uri="{FF2B5EF4-FFF2-40B4-BE49-F238E27FC236}">
                <a16:creationId xmlns:a16="http://schemas.microsoft.com/office/drawing/2014/main" id="{850CCB0F-1EAE-EE9B-3001-C77BF3B4AA44}"/>
              </a:ext>
            </a:extLst>
          </p:cNvPr>
          <p:cNvSpPr/>
          <p:nvPr/>
        </p:nvSpPr>
        <p:spPr>
          <a:xfrm>
            <a:off x="274320" y="2971451"/>
            <a:ext cx="2829118" cy="2393505"/>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Переміщення особового складу (49 в/с):</a:t>
            </a:r>
          </a:p>
          <a:p>
            <a:r>
              <a:rPr lang="uk-UA" sz="1100" dirty="0">
                <a:solidFill>
                  <a:schemeClr val="bg1"/>
                </a:solidFill>
              </a:rPr>
              <a:t>ор МУЛИК – 2 в/с</a:t>
            </a:r>
          </a:p>
          <a:p>
            <a:r>
              <a:rPr lang="uk-UA" sz="1100" dirty="0">
                <a:solidFill>
                  <a:schemeClr val="bg1"/>
                </a:solidFill>
              </a:rPr>
              <a:t>ор КРИШКА– 1 в/с</a:t>
            </a:r>
          </a:p>
          <a:p>
            <a:r>
              <a:rPr lang="uk-UA" sz="1100" dirty="0">
                <a:solidFill>
                  <a:schemeClr val="bg1"/>
                </a:solidFill>
              </a:rPr>
              <a:t>ор ЧУБ – 4 в/с</a:t>
            </a:r>
          </a:p>
          <a:p>
            <a:r>
              <a:rPr lang="uk-UA" sz="1100" dirty="0">
                <a:solidFill>
                  <a:schemeClr val="bg1"/>
                </a:solidFill>
              </a:rPr>
              <a:t>ор КИВА – 2 в/с</a:t>
            </a:r>
          </a:p>
          <a:p>
            <a:r>
              <a:rPr lang="uk-UA" sz="1100" dirty="0">
                <a:solidFill>
                  <a:schemeClr val="bg1"/>
                </a:solidFill>
              </a:rPr>
              <a:t>ор МІЛКА – 1 в/с</a:t>
            </a:r>
          </a:p>
          <a:p>
            <a:r>
              <a:rPr lang="uk-UA" sz="1100" dirty="0">
                <a:solidFill>
                  <a:schemeClr val="bg1"/>
                </a:solidFill>
              </a:rPr>
              <a:t>ор ІСКРА 1 – 1 в/с</a:t>
            </a:r>
          </a:p>
          <a:p>
            <a:r>
              <a:rPr lang="uk-UA" sz="1100" dirty="0">
                <a:solidFill>
                  <a:schemeClr val="bg1"/>
                </a:solidFill>
              </a:rPr>
              <a:t>ор МОЛЬБЕРТ – 3 в/с</a:t>
            </a:r>
            <a:br>
              <a:rPr lang="uk-UA" sz="1100" dirty="0">
                <a:solidFill>
                  <a:schemeClr val="bg1"/>
                </a:solidFill>
              </a:rPr>
            </a:br>
            <a:r>
              <a:rPr lang="uk-UA" sz="1100" dirty="0">
                <a:solidFill>
                  <a:schemeClr val="bg1"/>
                </a:solidFill>
              </a:rPr>
              <a:t>ор ДЕЩИЦЯ – 4 в/с</a:t>
            </a:r>
          </a:p>
          <a:p>
            <a:r>
              <a:rPr lang="uk-UA" sz="1100" dirty="0">
                <a:solidFill>
                  <a:schemeClr val="bg1"/>
                </a:solidFill>
              </a:rPr>
              <a:t>ор АЙСБЕРГ – 1 в/с</a:t>
            </a:r>
          </a:p>
          <a:p>
            <a:r>
              <a:rPr lang="uk-UA" sz="1100" dirty="0">
                <a:solidFill>
                  <a:schemeClr val="bg1"/>
                </a:solidFill>
              </a:rPr>
              <a:t>ор СКІТЛС – 21 в/с</a:t>
            </a:r>
          </a:p>
          <a:p>
            <a:r>
              <a:rPr lang="uk-UA" sz="1100" dirty="0">
                <a:solidFill>
                  <a:schemeClr val="bg1"/>
                </a:solidFill>
              </a:rPr>
              <a:t>ор БОСЯК – 2 в/с</a:t>
            </a:r>
          </a:p>
          <a:p>
            <a:r>
              <a:rPr lang="uk-UA" sz="1100" dirty="0">
                <a:solidFill>
                  <a:schemeClr val="bg1"/>
                </a:solidFill>
              </a:rPr>
              <a:t>ор ДЗЕН – 7 в/с</a:t>
            </a:r>
          </a:p>
        </p:txBody>
      </p:sp>
      <p:pic>
        <p:nvPicPr>
          <p:cNvPr id="6" name="logo_left">
            <a:extLst>
              <a:ext uri="{FF2B5EF4-FFF2-40B4-BE49-F238E27FC236}">
                <a16:creationId xmlns:a16="http://schemas.microsoft.com/office/drawing/2014/main" id="{5EDD7B38-976E-C568-3A91-5A30176202FB}"/>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78FAAB3F-D551-0D21-5566-D0524EB62EE2}"/>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09FAB2A4-CFB2-8DA5-0783-8529CEDB59CD}"/>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7" name="Rectangle: Rounded Corners 16">
            <a:extLst>
              <a:ext uri="{FF2B5EF4-FFF2-40B4-BE49-F238E27FC236}">
                <a16:creationId xmlns:a16="http://schemas.microsoft.com/office/drawing/2014/main" id="{CF726228-00AC-2A16-11EC-6CD50BF98BBC}"/>
              </a:ext>
            </a:extLst>
          </p:cNvPr>
          <p:cNvSpPr/>
          <p:nvPr/>
        </p:nvSpPr>
        <p:spPr>
          <a:xfrm>
            <a:off x="274320" y="1335567"/>
            <a:ext cx="2829118" cy="1154716"/>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Легенда:</a:t>
            </a:r>
          </a:p>
          <a:p>
            <a:r>
              <a:rPr lang="uk-UA" sz="1100" dirty="0">
                <a:solidFill>
                  <a:schemeClr val="bg1"/>
                </a:solidFill>
              </a:rPr>
              <a:t>Точка – пересування 1 в/с поза межами орієнтиру</a:t>
            </a:r>
            <a:r>
              <a:rPr lang="en-US" sz="1100" dirty="0">
                <a:solidFill>
                  <a:schemeClr val="bg1"/>
                </a:solidFill>
              </a:rPr>
              <a:t>;</a:t>
            </a:r>
          </a:p>
          <a:p>
            <a:r>
              <a:rPr lang="uk-UA" sz="1100" dirty="0">
                <a:solidFill>
                  <a:schemeClr val="bg1"/>
                </a:solidFill>
              </a:rPr>
              <a:t>К-сть в орієнтирі – к-сть зафіксованих переміщень/виявлень противника за період.</a:t>
            </a:r>
          </a:p>
        </p:txBody>
      </p:sp>
    </p:spTree>
    <p:extLst>
      <p:ext uri="{BB962C8B-B14F-4D97-AF65-F5344CB8AC3E}">
        <p14:creationId xmlns:p14="http://schemas.microsoft.com/office/powerpoint/2010/main" val="947278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BBB75A-0A68-443E-E32A-D38689ED91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92E206-3F4D-ACF5-53FD-286B5A3E5FCB}"/>
              </a:ext>
            </a:extLst>
          </p:cNvPr>
          <p:cNvSpPr txBox="1"/>
          <p:nvPr/>
        </p:nvSpPr>
        <p:spPr>
          <a:xfrm>
            <a:off x="2281059" y="3198167"/>
            <a:ext cx="7626831"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НОВІ ПЕРЕМІЩЕННЯ ПРОТИВНИКА НЕВИЯВЛЕНІ</a:t>
            </a:r>
          </a:p>
        </p:txBody>
      </p:sp>
      <p:pic>
        <p:nvPicPr>
          <p:cNvPr id="5" name="Picture 4">
            <a:extLst>
              <a:ext uri="{FF2B5EF4-FFF2-40B4-BE49-F238E27FC236}">
                <a16:creationId xmlns:a16="http://schemas.microsoft.com/office/drawing/2014/main" id="{2E264DBA-BBE8-27B0-2DD3-34EB734B95E9}"/>
              </a:ext>
            </a:extLst>
          </p:cNvPr>
          <p:cNvPicPr>
            <a:picLocks noChangeAspect="1"/>
          </p:cNvPicPr>
          <p:nvPr/>
        </p:nvPicPr>
        <p:blipFill>
          <a:blip r:embed="rId3"/>
          <a:stretch>
            <a:fillRect/>
          </a:stretch>
        </p:blipFill>
        <p:spPr>
          <a:xfrm>
            <a:off x="-1526" y="1188549"/>
            <a:ext cx="12192000" cy="5652405"/>
          </a:xfrm>
          <a:prstGeom prst="rect">
            <a:avLst/>
          </a:prstGeom>
        </p:spPr>
      </p:pic>
      <p:sp>
        <p:nvSpPr>
          <p:cNvPr id="2" name="TextBox 1">
            <a:extLst>
              <a:ext uri="{FF2B5EF4-FFF2-40B4-BE49-F238E27FC236}">
                <a16:creationId xmlns:a16="http://schemas.microsoft.com/office/drawing/2014/main" id="{213B287C-E9B8-3B02-9892-614B623FE6B2}"/>
              </a:ext>
            </a:extLst>
          </p:cNvPr>
          <p:cNvSpPr txBox="1"/>
          <p:nvPr/>
        </p:nvSpPr>
        <p:spPr>
          <a:xfrm>
            <a:off x="3570387" y="326952"/>
            <a:ext cx="5048177"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IMINT</a:t>
            </a:r>
            <a:r>
              <a:rPr lang="uk-UA" sz="2400" dirty="0">
                <a:solidFill>
                  <a:schemeClr val="bg1"/>
                </a:solidFill>
                <a:latin typeface="Arial" panose="020B0604020202020204" pitchFamily="34" charset="0"/>
                <a:cs typeface="Arial" panose="020B0604020202020204" pitchFamily="34" charset="0"/>
              </a:rPr>
              <a:t> (в зоні інтересу 23 ШП РУГ)</a:t>
            </a:r>
          </a:p>
        </p:txBody>
      </p:sp>
      <p:pic>
        <p:nvPicPr>
          <p:cNvPr id="6" name="logo_left">
            <a:extLst>
              <a:ext uri="{FF2B5EF4-FFF2-40B4-BE49-F238E27FC236}">
                <a16:creationId xmlns:a16="http://schemas.microsoft.com/office/drawing/2014/main" id="{C0D9D4E6-D87D-9DFB-8F2F-657977DDA9F8}"/>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ED8D2423-C2AF-7908-A1BC-9F769EC24A31}"/>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E9F66240-300C-06ED-0DD3-4DBAF16D8888}"/>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0" name="Rectangle: Rounded Corners 9">
            <a:extLst>
              <a:ext uri="{FF2B5EF4-FFF2-40B4-BE49-F238E27FC236}">
                <a16:creationId xmlns:a16="http://schemas.microsoft.com/office/drawing/2014/main" id="{B091B78E-7974-DD63-380B-E58139E84E61}"/>
              </a:ext>
            </a:extLst>
          </p:cNvPr>
          <p:cNvSpPr/>
          <p:nvPr/>
        </p:nvSpPr>
        <p:spPr>
          <a:xfrm>
            <a:off x="938865" y="2506879"/>
            <a:ext cx="2829118" cy="2465172"/>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Виявлено (8 в/с):</a:t>
            </a:r>
          </a:p>
          <a:p>
            <a:pPr marL="171450" indent="-171450">
              <a:buFont typeface="Arial" panose="020B0604020202020204" pitchFamily="34" charset="0"/>
              <a:buChar char="•"/>
            </a:pPr>
            <a:r>
              <a:rPr lang="uk-UA" sz="1100" dirty="0">
                <a:solidFill>
                  <a:schemeClr val="bg1"/>
                </a:solidFill>
              </a:rPr>
              <a:t>06/09/2026 06:11 ор КРИШКА  – 1 в/с рухався зеленкою.</a:t>
            </a:r>
          </a:p>
          <a:p>
            <a:pPr marL="171450" indent="-171450">
              <a:buFont typeface="Arial" panose="020B0604020202020204" pitchFamily="34" charset="0"/>
              <a:buChar char="•"/>
            </a:pPr>
            <a:r>
              <a:rPr lang="uk-UA" sz="1100" dirty="0">
                <a:solidFill>
                  <a:schemeClr val="bg1"/>
                </a:solidFill>
              </a:rPr>
              <a:t> 06/09/2026 08:19 ор МУЛИК – 2 в/с противника в зеленці в укритті.</a:t>
            </a:r>
          </a:p>
          <a:p>
            <a:pPr marL="171450" indent="-171450">
              <a:buFont typeface="Arial" panose="020B0604020202020204" pitchFamily="34" charset="0"/>
              <a:buChar char="•"/>
            </a:pPr>
            <a:r>
              <a:rPr lang="uk-UA" sz="1100" dirty="0">
                <a:solidFill>
                  <a:schemeClr val="bg1"/>
                </a:solidFill>
              </a:rPr>
              <a:t>06/09/2026 11:59 ор МІЛКА – 1 в/с противника виліз з труби. Знищений фпв СОУ.</a:t>
            </a:r>
          </a:p>
          <a:p>
            <a:pPr marL="171450" indent="-171450">
              <a:buFont typeface="Arial" panose="020B0604020202020204" pitchFamily="34" charset="0"/>
              <a:buChar char="•"/>
            </a:pPr>
            <a:r>
              <a:rPr lang="uk-UA" sz="1100" dirty="0">
                <a:solidFill>
                  <a:schemeClr val="bg1"/>
                </a:solidFill>
              </a:rPr>
              <a:t>06/09/2026 12:41 ор ЧУБ – 2 в/с противника рухався по орієнтиру.</a:t>
            </a:r>
          </a:p>
          <a:p>
            <a:pPr marL="171450" indent="-171450">
              <a:buFont typeface="Arial" panose="020B0604020202020204" pitchFamily="34" charset="0"/>
              <a:buChar char="•"/>
            </a:pPr>
            <a:r>
              <a:rPr lang="uk-UA" sz="1100" dirty="0">
                <a:solidFill>
                  <a:schemeClr val="bg1"/>
                </a:solidFill>
              </a:rPr>
              <a:t>06/09/2026 12:45 ор КИВА – 2 в/с противника перейшли з ор ЧУБ на ор КИВА.</a:t>
            </a:r>
          </a:p>
        </p:txBody>
      </p:sp>
      <p:cxnSp>
        <p:nvCxnSpPr>
          <p:cNvPr id="24" name="Прямая со стрелкой 26">
            <a:extLst>
              <a:ext uri="{FF2B5EF4-FFF2-40B4-BE49-F238E27FC236}">
                <a16:creationId xmlns:a16="http://schemas.microsoft.com/office/drawing/2014/main" id="{2B00EFCD-329C-477F-94BE-8E2DB292A11D}"/>
              </a:ext>
            </a:extLst>
          </p:cNvPr>
          <p:cNvCxnSpPr>
            <a:cxnSpLocks/>
          </p:cNvCxnSpPr>
          <p:nvPr/>
        </p:nvCxnSpPr>
        <p:spPr>
          <a:xfrm>
            <a:off x="3767983" y="2857500"/>
            <a:ext cx="4211586" cy="2178844"/>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3" name="Прямая со стрелкой 26">
            <a:extLst>
              <a:ext uri="{FF2B5EF4-FFF2-40B4-BE49-F238E27FC236}">
                <a16:creationId xmlns:a16="http://schemas.microsoft.com/office/drawing/2014/main" id="{FCDE41DD-83FE-0762-CD11-6CB9B9986BE5}"/>
              </a:ext>
            </a:extLst>
          </p:cNvPr>
          <p:cNvCxnSpPr>
            <a:cxnSpLocks/>
          </p:cNvCxnSpPr>
          <p:nvPr/>
        </p:nvCxnSpPr>
        <p:spPr>
          <a:xfrm>
            <a:off x="3767983" y="3271838"/>
            <a:ext cx="3154311" cy="1000125"/>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9" name="Прямая со стрелкой 26">
            <a:extLst>
              <a:ext uri="{FF2B5EF4-FFF2-40B4-BE49-F238E27FC236}">
                <a16:creationId xmlns:a16="http://schemas.microsoft.com/office/drawing/2014/main" id="{D2895EE6-61AB-E350-8645-BB4FBA9158A6}"/>
              </a:ext>
            </a:extLst>
          </p:cNvPr>
          <p:cNvCxnSpPr>
            <a:cxnSpLocks/>
            <a:stCxn id="10" idx="3"/>
          </p:cNvCxnSpPr>
          <p:nvPr/>
        </p:nvCxnSpPr>
        <p:spPr>
          <a:xfrm>
            <a:off x="3767983" y="3739465"/>
            <a:ext cx="6669036" cy="2196991"/>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2" name="Прямая со стрелкой 26">
            <a:extLst>
              <a:ext uri="{FF2B5EF4-FFF2-40B4-BE49-F238E27FC236}">
                <a16:creationId xmlns:a16="http://schemas.microsoft.com/office/drawing/2014/main" id="{D95750DF-8186-07DE-C3E9-2D4824E22AEE}"/>
              </a:ext>
            </a:extLst>
          </p:cNvPr>
          <p:cNvCxnSpPr>
            <a:cxnSpLocks/>
          </p:cNvCxnSpPr>
          <p:nvPr/>
        </p:nvCxnSpPr>
        <p:spPr>
          <a:xfrm>
            <a:off x="3767983" y="4171950"/>
            <a:ext cx="7485152" cy="1400175"/>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6" name="Прямая со стрелкой 26">
            <a:extLst>
              <a:ext uri="{FF2B5EF4-FFF2-40B4-BE49-F238E27FC236}">
                <a16:creationId xmlns:a16="http://schemas.microsoft.com/office/drawing/2014/main" id="{70D789CA-8675-7F72-C82A-B7C87F6D6258}"/>
              </a:ext>
            </a:extLst>
          </p:cNvPr>
          <p:cNvCxnSpPr>
            <a:cxnSpLocks/>
          </p:cNvCxnSpPr>
          <p:nvPr/>
        </p:nvCxnSpPr>
        <p:spPr>
          <a:xfrm>
            <a:off x="3767983" y="4521994"/>
            <a:ext cx="7485152" cy="1141345"/>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16547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89CE03-2395-9D44-B2EE-09F5A288C21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B74EFC9-D0AF-6E21-8CE8-C370C055EF77}"/>
              </a:ext>
            </a:extLst>
          </p:cNvPr>
          <p:cNvPicPr>
            <a:picLocks noChangeAspect="1"/>
          </p:cNvPicPr>
          <p:nvPr/>
        </p:nvPicPr>
        <p:blipFill>
          <a:blip r:embed="rId3"/>
          <a:stretch>
            <a:fillRect/>
          </a:stretch>
        </p:blipFill>
        <p:spPr>
          <a:xfrm>
            <a:off x="0" y="1205595"/>
            <a:ext cx="12192000" cy="5652405"/>
          </a:xfrm>
          <a:prstGeom prst="rect">
            <a:avLst/>
          </a:prstGeom>
        </p:spPr>
      </p:pic>
      <p:sp>
        <p:nvSpPr>
          <p:cNvPr id="2" name="TextBox 1">
            <a:extLst>
              <a:ext uri="{FF2B5EF4-FFF2-40B4-BE49-F238E27FC236}">
                <a16:creationId xmlns:a16="http://schemas.microsoft.com/office/drawing/2014/main" id="{75957A6E-DCC9-81A7-2F8C-DC63922D0D9E}"/>
              </a:ext>
            </a:extLst>
          </p:cNvPr>
          <p:cNvSpPr txBox="1"/>
          <p:nvPr/>
        </p:nvSpPr>
        <p:spPr>
          <a:xfrm>
            <a:off x="4581080" y="185816"/>
            <a:ext cx="3026791" cy="830997"/>
          </a:xfrm>
          <a:prstGeom prst="rect">
            <a:avLst/>
          </a:prstGeom>
          <a:noFill/>
        </p:spPr>
        <p:txBody>
          <a:bodyPr wrap="none" rtlCol="0">
            <a:spAutoFit/>
          </a:bodyPr>
          <a:lstStyle/>
          <a:p>
            <a:pPr algn="ctr"/>
            <a:r>
              <a:rPr lang="en-US" sz="2400" dirty="0">
                <a:solidFill>
                  <a:schemeClr val="bg1"/>
                </a:solidFill>
                <a:latin typeface="Arial" panose="020B0604020202020204" pitchFamily="34" charset="0"/>
                <a:cs typeface="Arial" panose="020B0604020202020204" pitchFamily="34" charset="0"/>
              </a:rPr>
              <a:t>IMINT</a:t>
            </a:r>
            <a:r>
              <a:rPr lang="uk-UA" sz="2400" dirty="0">
                <a:solidFill>
                  <a:schemeClr val="bg1"/>
                </a:solidFill>
                <a:latin typeface="Arial" panose="020B0604020202020204" pitchFamily="34" charset="0"/>
                <a:cs typeface="Arial" panose="020B0604020202020204" pitchFamily="34" charset="0"/>
              </a:rPr>
              <a:t>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br>
              <a:rPr lang="uk-UA" sz="2400" dirty="0">
                <a:solidFill>
                  <a:schemeClr val="bg1"/>
                </a:solidFill>
                <a:latin typeface="Arial" panose="020B0604020202020204" pitchFamily="34" charset="0"/>
                <a:cs typeface="Arial" panose="020B0604020202020204" pitchFamily="34" charset="0"/>
              </a:rPr>
            </a:br>
            <a:r>
              <a:rPr lang="uk-UA" sz="2400" dirty="0">
                <a:solidFill>
                  <a:schemeClr val="bg1"/>
                </a:solidFill>
                <a:latin typeface="Arial" panose="020B0604020202020204" pitchFamily="34" charset="0"/>
                <a:cs typeface="Arial" panose="020B0604020202020204" pitchFamily="34" charset="0"/>
              </a:rPr>
              <a:t>31.08-06.09.2026</a:t>
            </a:r>
          </a:p>
        </p:txBody>
      </p:sp>
      <p:pic>
        <p:nvPicPr>
          <p:cNvPr id="6" name="logo_left">
            <a:extLst>
              <a:ext uri="{FF2B5EF4-FFF2-40B4-BE49-F238E27FC236}">
                <a16:creationId xmlns:a16="http://schemas.microsoft.com/office/drawing/2014/main" id="{2EEB07CB-47ED-A706-909E-89C6893C7E41}"/>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C968B3EF-7A3A-8FE2-8E55-DDCE4FF6787E}"/>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0E7C809E-0112-6702-2603-12DC0C5D4DF8}"/>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7" name="Rectangle: Rounded Corners 16">
            <a:extLst>
              <a:ext uri="{FF2B5EF4-FFF2-40B4-BE49-F238E27FC236}">
                <a16:creationId xmlns:a16="http://schemas.microsoft.com/office/drawing/2014/main" id="{84E3B2B6-1AD6-6D13-039A-3625A3FF10FB}"/>
              </a:ext>
            </a:extLst>
          </p:cNvPr>
          <p:cNvSpPr/>
          <p:nvPr/>
        </p:nvSpPr>
        <p:spPr>
          <a:xfrm>
            <a:off x="669101" y="1511406"/>
            <a:ext cx="2829118" cy="1154716"/>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Легенда:</a:t>
            </a:r>
          </a:p>
          <a:p>
            <a:r>
              <a:rPr lang="uk-UA" sz="1100" dirty="0">
                <a:solidFill>
                  <a:schemeClr val="bg1"/>
                </a:solidFill>
              </a:rPr>
              <a:t>Точка – пересування 1 в/с поза межами орієнтиру</a:t>
            </a:r>
            <a:r>
              <a:rPr lang="en-US" sz="1100" dirty="0">
                <a:solidFill>
                  <a:schemeClr val="bg1"/>
                </a:solidFill>
              </a:rPr>
              <a:t>;</a:t>
            </a:r>
          </a:p>
          <a:p>
            <a:r>
              <a:rPr lang="uk-UA" sz="1100" dirty="0">
                <a:solidFill>
                  <a:schemeClr val="bg1"/>
                </a:solidFill>
              </a:rPr>
              <a:t>К-сть в орієнтирі – к-сть зафіксованих переміщень/виявлень противника за період.</a:t>
            </a:r>
          </a:p>
        </p:txBody>
      </p:sp>
    </p:spTree>
    <p:extLst>
      <p:ext uri="{BB962C8B-B14F-4D97-AF65-F5344CB8AC3E}">
        <p14:creationId xmlns:p14="http://schemas.microsoft.com/office/powerpoint/2010/main" val="3697347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C842D5-EA0B-7293-8FFD-83B53218F19C}"/>
            </a:ext>
          </a:extLst>
        </p:cNvPr>
        <p:cNvGrpSpPr/>
        <p:nvPr/>
      </p:nvGrpSpPr>
      <p:grpSpPr>
        <a:xfrm>
          <a:off x="0" y="0"/>
          <a:ext cx="0" cy="0"/>
          <a:chOff x="0" y="0"/>
          <a:chExt cx="0" cy="0"/>
        </a:xfrm>
      </p:grpSpPr>
      <p:pic>
        <p:nvPicPr>
          <p:cNvPr id="4" name="MAVPA map">
            <a:extLst>
              <a:ext uri="{FF2B5EF4-FFF2-40B4-BE49-F238E27FC236}">
                <a16:creationId xmlns:a16="http://schemas.microsoft.com/office/drawing/2014/main" id="{D42B1341-3890-9649-DAC8-BB67B11AFD1C}"/>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CA11525F-7492-F41C-4430-FB6D6EC8FA82}"/>
              </a:ext>
            </a:extLst>
          </p:cNvPr>
          <p:cNvSpPr txBox="1"/>
          <p:nvPr/>
        </p:nvSpPr>
        <p:spPr>
          <a:xfrm>
            <a:off x="4035963" y="326952"/>
            <a:ext cx="4763612"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ЗОНИ ОБСТРІЛІВ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a:t>
            </a:r>
          </a:p>
        </p:txBody>
      </p:sp>
      <p:pic>
        <p:nvPicPr>
          <p:cNvPr id="6" name="logo_left">
            <a:extLst>
              <a:ext uri="{FF2B5EF4-FFF2-40B4-BE49-F238E27FC236}">
                <a16:creationId xmlns:a16="http://schemas.microsoft.com/office/drawing/2014/main" id="{D9A52870-B193-4F46-A26B-0B9985DCCEF5}"/>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8AC0ADC0-AB24-1E2D-4C1D-9F7D9E23308D}"/>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68EFEC18-9B53-07D0-CF0E-A4356BE22C4A}"/>
              </a:ext>
            </a:extLst>
          </p:cNvPr>
          <p:cNvSpPr/>
          <p:nvPr/>
        </p:nvSpPr>
        <p:spPr>
          <a:xfrm>
            <a:off x="274320" y="1005840"/>
            <a:ext cx="11640312" cy="10973"/>
          </a:xfrm>
          <a:prstGeom prst="rect">
            <a:avLst/>
          </a:prstGeom>
          <a:solidFill>
            <a:srgbClr val="5A5A5A"/>
          </a:solidFill>
          <a:ln>
            <a:noFill/>
          </a:ln>
        </p:spPr>
        <p:txBody>
          <a:bodyPr/>
          <a:lstStyle/>
          <a:p>
            <a:endParaRPr lang="uk-UA"/>
          </a:p>
        </p:txBody>
      </p:sp>
      <p:grpSp>
        <p:nvGrpSpPr>
          <p:cNvPr id="7" name="Group 6">
            <a:extLst>
              <a:ext uri="{FF2B5EF4-FFF2-40B4-BE49-F238E27FC236}">
                <a16:creationId xmlns:a16="http://schemas.microsoft.com/office/drawing/2014/main" id="{4EFB134F-E2AA-D9E3-71B2-9293F4255372}"/>
              </a:ext>
            </a:extLst>
          </p:cNvPr>
          <p:cNvGrpSpPr/>
          <p:nvPr/>
        </p:nvGrpSpPr>
        <p:grpSpPr>
          <a:xfrm>
            <a:off x="97421" y="5664994"/>
            <a:ext cx="2829118" cy="1083278"/>
            <a:chOff x="97421" y="5664994"/>
            <a:chExt cx="2829118" cy="1083278"/>
          </a:xfrm>
        </p:grpSpPr>
        <p:sp>
          <p:nvSpPr>
            <p:cNvPr id="10" name="Rectangle: Rounded Corners 9">
              <a:extLst>
                <a:ext uri="{FF2B5EF4-FFF2-40B4-BE49-F238E27FC236}">
                  <a16:creationId xmlns:a16="http://schemas.microsoft.com/office/drawing/2014/main" id="{E04A56CF-C8B5-4013-699E-3979C01EE90A}"/>
                </a:ext>
              </a:extLst>
            </p:cNvPr>
            <p:cNvSpPr/>
            <p:nvPr/>
          </p:nvSpPr>
          <p:spPr>
            <a:xfrm>
              <a:off x="97421" y="5664994"/>
              <a:ext cx="2829118" cy="1083278"/>
            </a:xfrm>
            <a:prstGeom prst="roundRect">
              <a:avLst>
                <a:gd name="adj" fmla="val 5497"/>
              </a:avLst>
            </a:prstGeom>
            <a:solidFill>
              <a:srgbClr val="131819"/>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uk-UA" sz="1100" dirty="0">
                <a:solidFill>
                  <a:schemeClr val="bg1"/>
                </a:solidFill>
              </a:endParaRPr>
            </a:p>
          </p:txBody>
        </p:sp>
        <p:pic>
          <p:nvPicPr>
            <p:cNvPr id="11" name="Picture 10">
              <a:extLst>
                <a:ext uri="{FF2B5EF4-FFF2-40B4-BE49-F238E27FC236}">
                  <a16:creationId xmlns:a16="http://schemas.microsoft.com/office/drawing/2014/main" id="{9FB34DEA-8125-31D8-A081-203D00A499C5}"/>
                </a:ext>
              </a:extLst>
            </p:cNvPr>
            <p:cNvPicPr>
              <a:picLocks noChangeAspect="1"/>
            </p:cNvPicPr>
            <p:nvPr/>
          </p:nvPicPr>
          <p:blipFill>
            <a:blip r:embed="rId6"/>
            <a:stretch>
              <a:fillRect/>
            </a:stretch>
          </p:blipFill>
          <p:spPr>
            <a:xfrm>
              <a:off x="135617" y="5715000"/>
              <a:ext cx="2752725" cy="943165"/>
            </a:xfrm>
            <a:prstGeom prst="rect">
              <a:avLst/>
            </a:prstGeom>
          </p:spPr>
        </p:pic>
      </p:grpSp>
      <p:pic>
        <p:nvPicPr>
          <p:cNvPr id="16" name="Picture 15">
            <a:extLst>
              <a:ext uri="{FF2B5EF4-FFF2-40B4-BE49-F238E27FC236}">
                <a16:creationId xmlns:a16="http://schemas.microsoft.com/office/drawing/2014/main" id="{F8125E15-7754-0525-92E4-1CEA3FA4B2B9}"/>
              </a:ext>
            </a:extLst>
          </p:cNvPr>
          <p:cNvPicPr>
            <a:picLocks noChangeAspect="1"/>
          </p:cNvPicPr>
          <p:nvPr/>
        </p:nvPicPr>
        <p:blipFill>
          <a:blip r:embed="rId7"/>
          <a:stretch>
            <a:fillRect/>
          </a:stretch>
        </p:blipFill>
        <p:spPr>
          <a:xfrm>
            <a:off x="9744075" y="4642127"/>
            <a:ext cx="2350504" cy="2106145"/>
          </a:xfrm>
          <a:prstGeom prst="rect">
            <a:avLst/>
          </a:prstGeom>
        </p:spPr>
      </p:pic>
    </p:spTree>
    <p:extLst>
      <p:ext uri="{BB962C8B-B14F-4D97-AF65-F5344CB8AC3E}">
        <p14:creationId xmlns:p14="http://schemas.microsoft.com/office/powerpoint/2010/main" val="2629209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CBC033-2A71-59BE-EA7C-D01DB4E796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0CBC29-9705-1CB7-FB8F-5F60BF1AD3C7}"/>
              </a:ext>
            </a:extLst>
          </p:cNvPr>
          <p:cNvPicPr>
            <a:picLocks noChangeAspect="1"/>
          </p:cNvPicPr>
          <p:nvPr/>
        </p:nvPicPr>
        <p:blipFill>
          <a:blip r:embed="rId3">
            <a:extLst>
              <a:ext uri="{28A0092B-C50C-407E-A947-70E740481C1C}">
                <a14:useLocalDpi xmlns:a14="http://schemas.microsoft.com/office/drawing/2010/main" val="0"/>
              </a:ext>
            </a:extLst>
          </a:blip>
          <a:srcRect l="3625" t="6954" r="3625" b="13969"/>
          <a:stretch>
            <a:fillRect/>
          </a:stretch>
        </p:blipFill>
        <p:spPr>
          <a:xfrm>
            <a:off x="0" y="1124301"/>
            <a:ext cx="12192000" cy="5733700"/>
          </a:xfrm>
          <a:prstGeom prst="rect">
            <a:avLst/>
          </a:prstGeom>
        </p:spPr>
      </p:pic>
      <p:sp>
        <p:nvSpPr>
          <p:cNvPr id="2" name="TextBox 1">
            <a:extLst>
              <a:ext uri="{FF2B5EF4-FFF2-40B4-BE49-F238E27FC236}">
                <a16:creationId xmlns:a16="http://schemas.microsoft.com/office/drawing/2014/main" id="{E767CB76-14F6-3AE6-C55F-91D3AA9355FB}"/>
              </a:ext>
            </a:extLst>
          </p:cNvPr>
          <p:cNvSpPr txBox="1"/>
          <p:nvPr/>
        </p:nvSpPr>
        <p:spPr>
          <a:xfrm>
            <a:off x="2401798" y="326952"/>
            <a:ext cx="7385355"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МІНУВАННЯ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 (за добу)</a:t>
            </a:r>
          </a:p>
        </p:txBody>
      </p:sp>
      <p:pic>
        <p:nvPicPr>
          <p:cNvPr id="6" name="logo_left">
            <a:extLst>
              <a:ext uri="{FF2B5EF4-FFF2-40B4-BE49-F238E27FC236}">
                <a16:creationId xmlns:a16="http://schemas.microsoft.com/office/drawing/2014/main" id="{C73EBA55-D65E-4FC4-4ACD-8A72B53CFC18}"/>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20FE6920-FF83-5BFD-02C9-5CB6F3366917}"/>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1A8B8DDC-8766-DD73-533D-05C11C3BD88C}"/>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8" name="Rectangle: Rounded Corners 17">
            <a:extLst>
              <a:ext uri="{FF2B5EF4-FFF2-40B4-BE49-F238E27FC236}">
                <a16:creationId xmlns:a16="http://schemas.microsoft.com/office/drawing/2014/main" id="{7AFA3936-4FCE-039B-C0DC-B2D0F52E345B}"/>
              </a:ext>
            </a:extLst>
          </p:cNvPr>
          <p:cNvSpPr/>
          <p:nvPr/>
        </p:nvSpPr>
        <p:spPr>
          <a:xfrm>
            <a:off x="8973560" y="5652405"/>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13. Вороже мінування</a:t>
            </a:r>
          </a:p>
          <a:p>
            <a:endParaRPr lang="ru-RU"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2617655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401570D-0C6D-782A-345B-6BE84D6BD5D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182F68A-9CC7-FB36-8D0A-BE0A0DDB91BE}"/>
              </a:ext>
            </a:extLst>
          </p:cNvPr>
          <p:cNvPicPr>
            <a:picLocks noChangeAspect="1"/>
          </p:cNvPicPr>
          <p:nvPr/>
        </p:nvPicPr>
        <p:blipFill>
          <a:blip r:embed="rId3">
            <a:extLst>
              <a:ext uri="{28A0092B-C50C-407E-A947-70E740481C1C}">
                <a14:useLocalDpi xmlns:a14="http://schemas.microsoft.com/office/drawing/2010/main" val="0"/>
              </a:ext>
            </a:extLst>
          </a:blip>
          <a:srcRect l="3626" t="6553" r="3624" b="13140"/>
          <a:stretch>
            <a:fillRect/>
          </a:stretch>
        </p:blipFill>
        <p:spPr>
          <a:xfrm>
            <a:off x="-1" y="1038399"/>
            <a:ext cx="12185241" cy="5819602"/>
          </a:xfrm>
          <a:prstGeom prst="rect">
            <a:avLst/>
          </a:prstGeom>
        </p:spPr>
      </p:pic>
      <p:sp>
        <p:nvSpPr>
          <p:cNvPr id="2" name="TextBox 1">
            <a:extLst>
              <a:ext uri="{FF2B5EF4-FFF2-40B4-BE49-F238E27FC236}">
                <a16:creationId xmlns:a16="http://schemas.microsoft.com/office/drawing/2014/main" id="{87205836-7193-25C8-A6A1-46AB3C8740AB}"/>
              </a:ext>
            </a:extLst>
          </p:cNvPr>
          <p:cNvSpPr txBox="1"/>
          <p:nvPr/>
        </p:nvSpPr>
        <p:spPr>
          <a:xfrm>
            <a:off x="2434320" y="142285"/>
            <a:ext cx="7055136" cy="830997"/>
          </a:xfrm>
          <a:prstGeom prst="rect">
            <a:avLst/>
          </a:prstGeom>
          <a:noFill/>
        </p:spPr>
        <p:txBody>
          <a:bodyPr wrap="none" rtlCol="0">
            <a:spAutoFit/>
          </a:bodyPr>
          <a:lstStyle/>
          <a:p>
            <a:pPr algn="ctr"/>
            <a:r>
              <a:rPr lang="uk-UA" sz="2400" dirty="0">
                <a:solidFill>
                  <a:schemeClr val="bg1"/>
                </a:solidFill>
                <a:latin typeface="Arial" panose="020B0604020202020204" pitchFamily="34" charset="0"/>
                <a:cs typeface="Arial" panose="020B0604020202020204" pitchFamily="34" charset="0"/>
              </a:rPr>
              <a:t>ЗОНИ МІНУВАННЯ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 </a:t>
            </a:r>
            <a:br>
              <a:rPr lang="uk-UA" sz="2400" dirty="0">
                <a:solidFill>
                  <a:schemeClr val="bg1"/>
                </a:solidFill>
                <a:latin typeface="Arial" panose="020B0604020202020204" pitchFamily="34" charset="0"/>
                <a:cs typeface="Arial" panose="020B0604020202020204" pitchFamily="34" charset="0"/>
              </a:rPr>
            </a:br>
            <a:r>
              <a:rPr lang="uk-UA" sz="2400" dirty="0">
                <a:solidFill>
                  <a:schemeClr val="bg1"/>
                </a:solidFill>
                <a:latin typeface="Arial" panose="020B0604020202020204" pitchFamily="34" charset="0"/>
                <a:cs typeface="Arial" panose="020B0604020202020204" pitchFamily="34" charset="0"/>
              </a:rPr>
              <a:t>(31.08-06.09.2026)</a:t>
            </a:r>
          </a:p>
        </p:txBody>
      </p:sp>
      <p:pic>
        <p:nvPicPr>
          <p:cNvPr id="6" name="logo_left">
            <a:extLst>
              <a:ext uri="{FF2B5EF4-FFF2-40B4-BE49-F238E27FC236}">
                <a16:creationId xmlns:a16="http://schemas.microsoft.com/office/drawing/2014/main" id="{1AA8C025-F5DC-3E4B-0539-7660E547DABF}"/>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A492E97A-86AC-2BAA-5348-AA9F177640C9}"/>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C1B69160-B66B-C951-096A-9E221BCF2377}"/>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9" name="Rectangle: Rounded Corners 8">
            <a:extLst>
              <a:ext uri="{FF2B5EF4-FFF2-40B4-BE49-F238E27FC236}">
                <a16:creationId xmlns:a16="http://schemas.microsoft.com/office/drawing/2014/main" id="{291F43CE-7B3F-D03E-C16C-70C89CE60B14}"/>
              </a:ext>
            </a:extLst>
          </p:cNvPr>
          <p:cNvSpPr/>
          <p:nvPr/>
        </p:nvSpPr>
        <p:spPr>
          <a:xfrm>
            <a:off x="8151019" y="5358403"/>
            <a:ext cx="3914774" cy="1357312"/>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Карта демонструє найактивніші зони мінування противника в розрізі 2 тижнів.</a:t>
            </a:r>
            <a:br>
              <a:rPr lang="uk-UA" sz="1100" dirty="0">
                <a:solidFill>
                  <a:schemeClr val="bg1"/>
                </a:solidFill>
              </a:rPr>
            </a:br>
            <a:r>
              <a:rPr lang="uk-UA" sz="1100" dirty="0">
                <a:solidFill>
                  <a:schemeClr val="bg1"/>
                </a:solidFill>
              </a:rPr>
              <a:t>Зелений – відстань між встановленими мінами 100 метрів.</a:t>
            </a:r>
            <a:br>
              <a:rPr lang="uk-UA" sz="1100" dirty="0">
                <a:solidFill>
                  <a:schemeClr val="bg1"/>
                </a:solidFill>
              </a:rPr>
            </a:br>
            <a:r>
              <a:rPr lang="uk-UA" sz="1100" dirty="0">
                <a:solidFill>
                  <a:schemeClr val="bg1"/>
                </a:solidFill>
              </a:rPr>
              <a:t>Жовтий – 50 метрів.</a:t>
            </a:r>
          </a:p>
          <a:p>
            <a:r>
              <a:rPr lang="uk-UA" sz="1100" dirty="0">
                <a:solidFill>
                  <a:schemeClr val="bg1"/>
                </a:solidFill>
              </a:rPr>
              <a:t>Червоний – 20м і менше.</a:t>
            </a:r>
          </a:p>
          <a:p>
            <a:endParaRPr lang="uk-UA" sz="1100" dirty="0">
              <a:solidFill>
                <a:schemeClr val="bg1"/>
              </a:solidFill>
            </a:endParaRPr>
          </a:p>
          <a:p>
            <a:r>
              <a:rPr lang="uk-UA" sz="1100" dirty="0">
                <a:solidFill>
                  <a:schemeClr val="bg1"/>
                </a:solidFill>
              </a:rPr>
              <a:t>Детальніше на шарі: </a:t>
            </a:r>
            <a:r>
              <a:rPr lang="ru-RU" sz="1100" dirty="0">
                <a:solidFill>
                  <a:schemeClr val="bg1"/>
                </a:solidFill>
              </a:rPr>
              <a:t>(S2 РУГ) 13. Вороже мінування</a:t>
            </a:r>
            <a:endParaRPr lang="uk-UA" sz="1100" dirty="0">
              <a:solidFill>
                <a:schemeClr val="bg1"/>
              </a:solidFill>
            </a:endParaRPr>
          </a:p>
        </p:txBody>
      </p:sp>
    </p:spTree>
    <p:extLst>
      <p:ext uri="{BB962C8B-B14F-4D97-AF65-F5344CB8AC3E}">
        <p14:creationId xmlns:p14="http://schemas.microsoft.com/office/powerpoint/2010/main" val="1425825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C337FA-5775-02B0-B2BA-CB4433A150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AB1256-5181-FAD6-1617-DE9D7662198B}"/>
              </a:ext>
            </a:extLst>
          </p:cNvPr>
          <p:cNvSpPr txBox="1"/>
          <p:nvPr/>
        </p:nvSpPr>
        <p:spPr>
          <a:xfrm>
            <a:off x="2868688" y="3198167"/>
            <a:ext cx="6587765"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НОВІ ЗАСІДКИ ПРОТИВНИКА НЕВИЯВЛЕНІ</a:t>
            </a:r>
          </a:p>
        </p:txBody>
      </p:sp>
      <p:pic>
        <p:nvPicPr>
          <p:cNvPr id="10" name="Picture 9">
            <a:extLst>
              <a:ext uri="{FF2B5EF4-FFF2-40B4-BE49-F238E27FC236}">
                <a16:creationId xmlns:a16="http://schemas.microsoft.com/office/drawing/2014/main" id="{0D068299-C73B-0009-6880-D2AE3459D3BD}"/>
              </a:ext>
            </a:extLst>
          </p:cNvPr>
          <p:cNvPicPr>
            <a:picLocks noChangeAspect="1"/>
          </p:cNvPicPr>
          <p:nvPr/>
        </p:nvPicPr>
        <p:blipFill>
          <a:blip r:embed="rId3">
            <a:extLst>
              <a:ext uri="{28A0092B-C50C-407E-A947-70E740481C1C}">
                <a14:useLocalDpi xmlns:a14="http://schemas.microsoft.com/office/drawing/2010/main" val="0"/>
              </a:ext>
            </a:extLst>
          </a:blip>
          <a:srcRect l="3625" t="6873" r="3625" b="13968"/>
          <a:stretch>
            <a:fillRect/>
          </a:stretch>
        </p:blipFill>
        <p:spPr>
          <a:xfrm>
            <a:off x="0" y="1118353"/>
            <a:ext cx="12192000" cy="5739647"/>
          </a:xfrm>
          <a:prstGeom prst="rect">
            <a:avLst/>
          </a:prstGeom>
        </p:spPr>
      </p:pic>
      <p:sp>
        <p:nvSpPr>
          <p:cNvPr id="2" name="TextBox 1">
            <a:extLst>
              <a:ext uri="{FF2B5EF4-FFF2-40B4-BE49-F238E27FC236}">
                <a16:creationId xmlns:a16="http://schemas.microsoft.com/office/drawing/2014/main" id="{0B60EC5D-AB75-76F1-C711-8225878C5A02}"/>
              </a:ext>
            </a:extLst>
          </p:cNvPr>
          <p:cNvSpPr txBox="1"/>
          <p:nvPr/>
        </p:nvSpPr>
        <p:spPr>
          <a:xfrm>
            <a:off x="2401798" y="326952"/>
            <a:ext cx="7521546"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FPV-</a:t>
            </a:r>
            <a:r>
              <a:rPr lang="uk-UA" sz="2400" dirty="0">
                <a:solidFill>
                  <a:schemeClr val="bg1"/>
                </a:solidFill>
                <a:latin typeface="Arial" panose="020B0604020202020204" pitchFamily="34" charset="0"/>
                <a:cs typeface="Arial" panose="020B0604020202020204" pitchFamily="34" charset="0"/>
              </a:rPr>
              <a:t>ЗАСІДКИ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 (за добу)</a:t>
            </a:r>
          </a:p>
        </p:txBody>
      </p:sp>
      <p:pic>
        <p:nvPicPr>
          <p:cNvPr id="6" name="logo_left">
            <a:extLst>
              <a:ext uri="{FF2B5EF4-FFF2-40B4-BE49-F238E27FC236}">
                <a16:creationId xmlns:a16="http://schemas.microsoft.com/office/drawing/2014/main" id="{E907FAC0-BCC7-F49C-D3FA-59965172D116}"/>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7A4B575C-C4E9-B40F-4D99-844ADB0E3829}"/>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6287EBFA-01C0-3F7A-EDFE-97F74AB7EE13}"/>
              </a:ext>
            </a:extLst>
          </p:cNvPr>
          <p:cNvSpPr/>
          <p:nvPr/>
        </p:nvSpPr>
        <p:spPr>
          <a:xfrm>
            <a:off x="274320" y="1005840"/>
            <a:ext cx="11640312" cy="10973"/>
          </a:xfrm>
          <a:prstGeom prst="rect">
            <a:avLst/>
          </a:prstGeom>
          <a:solidFill>
            <a:srgbClr val="5A5A5A"/>
          </a:solidFill>
          <a:ln>
            <a:noFill/>
          </a:ln>
        </p:spPr>
        <p:txBody>
          <a:bodyPr/>
          <a:lstStyle/>
          <a:p>
            <a:endParaRPr lang="uk-UA"/>
          </a:p>
        </p:txBody>
      </p:sp>
    </p:spTree>
    <p:extLst>
      <p:ext uri="{BB962C8B-B14F-4D97-AF65-F5344CB8AC3E}">
        <p14:creationId xmlns:p14="http://schemas.microsoft.com/office/powerpoint/2010/main" val="202568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43EE812-5C83-B20F-250C-756D4AC4832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B40CD190-E093-B181-9D02-0645FDCF62B4}"/>
              </a:ext>
            </a:extLst>
          </p:cNvPr>
          <p:cNvSpPr txBox="1"/>
          <p:nvPr/>
        </p:nvSpPr>
        <p:spPr>
          <a:xfrm>
            <a:off x="3151490" y="3198167"/>
            <a:ext cx="5885970"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НОВІ ЦІЛІ ПРОТИВНИКА НЕВИЯВЛЕНІ</a:t>
            </a:r>
          </a:p>
        </p:txBody>
      </p:sp>
      <p:pic>
        <p:nvPicPr>
          <p:cNvPr id="4" name="Picture 3">
            <a:extLst>
              <a:ext uri="{FF2B5EF4-FFF2-40B4-BE49-F238E27FC236}">
                <a16:creationId xmlns:a16="http://schemas.microsoft.com/office/drawing/2014/main" id="{5C9CFEA5-2DE4-93BC-4EB4-ABFB802717E2}"/>
              </a:ext>
            </a:extLst>
          </p:cNvPr>
          <p:cNvPicPr>
            <a:picLocks noChangeAspect="1"/>
          </p:cNvPicPr>
          <p:nvPr/>
        </p:nvPicPr>
        <p:blipFill>
          <a:blip r:embed="rId3">
            <a:extLst>
              <a:ext uri="{28A0092B-C50C-407E-A947-70E740481C1C}">
                <a14:useLocalDpi xmlns:a14="http://schemas.microsoft.com/office/drawing/2010/main" val="0"/>
              </a:ext>
            </a:extLst>
          </a:blip>
          <a:srcRect l="4101" t="7513" r="3625" b="13139"/>
          <a:stretch>
            <a:fillRect/>
          </a:stretch>
        </p:blipFill>
        <p:spPr>
          <a:xfrm>
            <a:off x="0" y="1060700"/>
            <a:ext cx="12192000" cy="5783011"/>
          </a:xfrm>
          <a:prstGeom prst="rect">
            <a:avLst/>
          </a:prstGeom>
        </p:spPr>
      </p:pic>
      <p:sp>
        <p:nvSpPr>
          <p:cNvPr id="2" name="TextBox 1">
            <a:extLst>
              <a:ext uri="{FF2B5EF4-FFF2-40B4-BE49-F238E27FC236}">
                <a16:creationId xmlns:a16="http://schemas.microsoft.com/office/drawing/2014/main" id="{8F450CDF-7BA6-E5C6-A8E0-7F0E2BA92426}"/>
              </a:ext>
            </a:extLst>
          </p:cNvPr>
          <p:cNvSpPr txBox="1"/>
          <p:nvPr/>
        </p:nvSpPr>
        <p:spPr>
          <a:xfrm>
            <a:off x="2293788" y="326952"/>
            <a:ext cx="7601376"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ПЛАНОВІ ЦІЛІ ПРОТИВНИКА КУП</a:t>
            </a:r>
            <a:r>
              <a:rPr lang="en-US" sz="2400" dirty="0">
                <a:solidFill>
                  <a:schemeClr val="bg1"/>
                </a:solidFill>
                <a:latin typeface="Arial" panose="020B0604020202020204" pitchFamily="34" charset="0"/>
                <a:cs typeface="Arial" panose="020B0604020202020204" pitchFamily="34" charset="0"/>
              </a:rPr>
              <a:t>’</a:t>
            </a:r>
            <a:r>
              <a:rPr lang="uk-UA" sz="2400" dirty="0">
                <a:solidFill>
                  <a:schemeClr val="bg1"/>
                </a:solidFill>
                <a:latin typeface="Arial" panose="020B0604020202020204" pitchFamily="34" charset="0"/>
                <a:cs typeface="Arial" panose="020B0604020202020204" pitchFamily="34" charset="0"/>
              </a:rPr>
              <a:t>ЯНСЬК (за добу)</a:t>
            </a:r>
          </a:p>
        </p:txBody>
      </p:sp>
      <p:pic>
        <p:nvPicPr>
          <p:cNvPr id="6" name="logo_left">
            <a:extLst>
              <a:ext uri="{FF2B5EF4-FFF2-40B4-BE49-F238E27FC236}">
                <a16:creationId xmlns:a16="http://schemas.microsoft.com/office/drawing/2014/main" id="{8972895C-E3CE-2AF9-B1F0-788FE4547CB1}"/>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918FB026-563B-41F8-14A5-2B186FD08D58}"/>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89FB001C-E424-EBFD-0CF4-64C9EEE4140B}"/>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7" name="Rectangle: Rounded Corners 16">
            <a:extLst>
              <a:ext uri="{FF2B5EF4-FFF2-40B4-BE49-F238E27FC236}">
                <a16:creationId xmlns:a16="http://schemas.microsoft.com/office/drawing/2014/main" id="{D0C8F7BE-5218-D969-0197-AD1E46A3768B}"/>
              </a:ext>
            </a:extLst>
          </p:cNvPr>
          <p:cNvSpPr/>
          <p:nvPr/>
        </p:nvSpPr>
        <p:spPr>
          <a:xfrm>
            <a:off x="8920922" y="5652404"/>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Планові цілі противника 7 днів</a:t>
            </a:r>
            <a:endParaRPr lang="en-US" sz="1100" dirty="0">
              <a:solidFill>
                <a:schemeClr val="bg1"/>
              </a:solidFill>
            </a:endParaRPr>
          </a:p>
          <a:p>
            <a:endParaRPr lang="en-US"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2574458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658368" cy="1005840"/>
          </a:xfrm>
          <a:prstGeom prst="rect">
            <a:avLst/>
          </a:prstGeom>
        </p:spPr>
      </p:pic>
      <p:pic>
        <p:nvPicPr>
          <p:cNvPr id="11" name="logo_right"/>
          <p:cNvPicPr/>
          <p:nvPr/>
        </p:nvPicPr>
        <p:blipFill>
          <a:blip r:embed="rId3"/>
          <a:stretch>
            <a:fillRect/>
          </a:stretch>
        </p:blipFill>
        <p:spPr>
          <a:xfrm>
            <a:off x="10927080" y="109728"/>
            <a:ext cx="804672" cy="1042416"/>
          </a:xfrm>
          <a:prstGeom prst="rect">
            <a:avLst/>
          </a:prstGeom>
        </p:spPr>
      </p:pic>
      <p:sp>
        <p:nvSpPr>
          <p:cNvPr id="12" name="text12"/>
          <p:cNvSpPr txBox="1"/>
          <p:nvPr/>
        </p:nvSpPr>
        <p:spPr>
          <a:xfrm>
            <a:off x="1143000" y="310896"/>
            <a:ext cx="9052560" cy="420624"/>
          </a:xfrm>
          <a:prstGeom prst="rect">
            <a:avLst/>
          </a:prstGeom>
          <a:noFill/>
          <a:ln>
            <a:noFill/>
          </a:ln>
        </p:spPr>
        <p:txBody>
          <a:bodyPr wrap="none" lIns="0" tIns="0" rIns="0" bIns="0">
            <a:normAutofit fontScale="92500" lnSpcReduction="10000"/>
          </a:bodyPr>
          <a:lstStyle/>
          <a:p>
            <a:pPr algn="ctr"/>
            <a:r>
              <a:rPr lang="uk-UA" sz="3100" b="1">
                <a:solidFill>
                  <a:srgbClr val="FFFFFF"/>
                </a:solidFill>
                <a:latin typeface="Aptos"/>
                <a:cs typeface="Aptos"/>
              </a:rPr>
              <a:t>Прогноз погоди СТАРИЦЯ</a:t>
            </a:r>
          </a:p>
        </p:txBody>
      </p:sp>
      <p:sp>
        <p:nvSpPr>
          <p:cNvPr id="13" name="text13"/>
          <p:cNvSpPr txBox="1"/>
          <p:nvPr/>
        </p:nvSpPr>
        <p:spPr>
          <a:xfrm>
            <a:off x="3840480" y="987552"/>
            <a:ext cx="4480560" cy="310896"/>
          </a:xfrm>
          <a:prstGeom prst="rect">
            <a:avLst/>
          </a:prstGeom>
          <a:noFill/>
          <a:ln>
            <a:noFill/>
          </a:ln>
        </p:spPr>
        <p:txBody>
          <a:bodyPr wrap="none" lIns="0" tIns="0" rIns="0" bIns="0">
            <a:normAutofit fontScale="85000" lnSpcReduction="20000"/>
          </a:bodyPr>
          <a:lstStyle/>
          <a:p>
            <a:pPr algn="ctr"/>
            <a:r>
              <a:rPr lang="uk-UA" sz="2800" b="1">
                <a:solidFill>
                  <a:srgbClr val="FFFFFF"/>
                </a:solidFill>
                <a:latin typeface="Aptos"/>
                <a:cs typeface="Aptos"/>
              </a:rPr>
              <a:t>Добовий звіт</a:t>
            </a:r>
          </a:p>
        </p:txBody>
      </p:sp>
      <p:sp>
        <p:nvSpPr>
          <p:cNvPr id="14" name="text14"/>
          <p:cNvSpPr txBox="1"/>
          <p:nvPr/>
        </p:nvSpPr>
        <p:spPr>
          <a:xfrm>
            <a:off x="3840480" y="1380744"/>
            <a:ext cx="4480560" cy="228600"/>
          </a:xfrm>
          <a:prstGeom prst="rect">
            <a:avLst/>
          </a:prstGeom>
          <a:noFill/>
          <a:ln>
            <a:noFill/>
          </a:ln>
        </p:spPr>
        <p:txBody>
          <a:bodyPr wrap="none" lIns="0" tIns="0" rIns="0" bIns="0">
            <a:normAutofit lnSpcReduction="10000"/>
          </a:bodyPr>
          <a:lstStyle/>
          <a:p>
            <a:pPr algn="ctr"/>
            <a:r>
              <a:rPr lang="uk-UA" sz="1600">
                <a:solidFill>
                  <a:srgbClr val="D0D0D0"/>
                </a:solidFill>
                <a:latin typeface="Aptos"/>
                <a:cs typeface="Aptos"/>
              </a:rPr>
              <a:t>06.09 18:00 — 07.09 18:00</a:t>
            </a:r>
          </a:p>
        </p:txBody>
      </p:sp>
      <p:sp>
        <p:nvSpPr>
          <p:cNvPr id="15" name="shape15"/>
          <p:cNvSpPr/>
          <p:nvPr/>
        </p:nvSpPr>
        <p:spPr>
          <a:xfrm>
            <a:off x="640080" y="1874520"/>
            <a:ext cx="3291840" cy="1755648"/>
          </a:xfrm>
          <a:prstGeom prst="roundRect">
            <a:avLst/>
          </a:prstGeom>
          <a:solidFill>
            <a:srgbClr val="0B0B0B"/>
          </a:solidFill>
          <a:ln w="12700">
            <a:solidFill>
              <a:srgbClr val="303030"/>
            </a:solidFill>
          </a:ln>
        </p:spPr>
        <p:txBody>
          <a:bodyPr/>
          <a:lstStyle/>
          <a:p>
            <a:endParaRPr lang="uk-UA"/>
          </a:p>
        </p:txBody>
      </p:sp>
      <p:sp>
        <p:nvSpPr>
          <p:cNvPr id="16" name="text16"/>
          <p:cNvSpPr txBox="1"/>
          <p:nvPr/>
        </p:nvSpPr>
        <p:spPr>
          <a:xfrm>
            <a:off x="804672" y="2011680"/>
            <a:ext cx="2962656" cy="164592"/>
          </a:xfrm>
          <a:prstGeom prst="rect">
            <a:avLst/>
          </a:prstGeom>
          <a:noFill/>
          <a:ln>
            <a:noFill/>
          </a:ln>
        </p:spPr>
        <p:txBody>
          <a:bodyPr wrap="none" lIns="0" tIns="0" rIns="0" bIns="0">
            <a:normAutofit/>
          </a:bodyPr>
          <a:lstStyle/>
          <a:p>
            <a:pPr algn="l"/>
            <a:r>
              <a:rPr lang="uk-UA" sz="1000" b="1">
                <a:solidFill>
                  <a:srgbClr val="B8B8B8"/>
                </a:solidFill>
                <a:latin typeface="Aptos"/>
                <a:cs typeface="Aptos"/>
              </a:rPr>
              <a:t>ТЕМПЕРАТУРА</a:t>
            </a:r>
          </a:p>
        </p:txBody>
      </p:sp>
      <p:sp>
        <p:nvSpPr>
          <p:cNvPr id="17" name="text17"/>
          <p:cNvSpPr txBox="1"/>
          <p:nvPr/>
        </p:nvSpPr>
        <p:spPr>
          <a:xfrm>
            <a:off x="804672" y="2240280"/>
            <a:ext cx="2962656" cy="384048"/>
          </a:xfrm>
          <a:prstGeom prst="rect">
            <a:avLst/>
          </a:prstGeom>
          <a:noFill/>
          <a:ln>
            <a:noFill/>
          </a:ln>
        </p:spPr>
        <p:txBody>
          <a:bodyPr wrap="none" lIns="0" tIns="0" rIns="0" bIns="0">
            <a:normAutofit fontScale="92500" lnSpcReduction="20000"/>
          </a:bodyPr>
          <a:lstStyle/>
          <a:p>
            <a:pPr algn="l"/>
            <a:r>
              <a:rPr lang="uk-UA" sz="3100" b="1">
                <a:solidFill>
                  <a:srgbClr val="FFFFFF"/>
                </a:solidFill>
                <a:latin typeface="Aptos"/>
                <a:cs typeface="Aptos"/>
              </a:rPr>
              <a:t>+10…+19°</a:t>
            </a:r>
          </a:p>
        </p:txBody>
      </p:sp>
      <p:sp>
        <p:nvSpPr>
          <p:cNvPr id="18" name="text18"/>
          <p:cNvSpPr txBox="1"/>
          <p:nvPr/>
        </p:nvSpPr>
        <p:spPr>
          <a:xfrm>
            <a:off x="822960" y="2660904"/>
            <a:ext cx="2926080" cy="128016"/>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 / максимум</a:t>
            </a:r>
          </a:p>
        </p:txBody>
      </p:sp>
      <p:sp>
        <p:nvSpPr>
          <p:cNvPr id="19" name="line19"/>
          <p:cNvSpPr/>
          <p:nvPr/>
        </p:nvSpPr>
        <p:spPr>
          <a:xfrm>
            <a:off x="804672" y="2862072"/>
            <a:ext cx="2962656" cy="0"/>
          </a:xfrm>
          <a:prstGeom prst="line">
            <a:avLst/>
          </a:prstGeom>
          <a:noFill/>
          <a:ln w="6985">
            <a:solidFill>
              <a:srgbClr val="303030"/>
            </a:solidFill>
            <a:prstDash val="solid"/>
          </a:ln>
        </p:spPr>
        <p:txBody>
          <a:bodyPr/>
          <a:lstStyle/>
          <a:p>
            <a:endParaRPr lang="uk-UA"/>
          </a:p>
        </p:txBody>
      </p:sp>
      <p:sp>
        <p:nvSpPr>
          <p:cNvPr id="20" name="text20"/>
          <p:cNvSpPr txBox="1"/>
          <p:nvPr/>
        </p:nvSpPr>
        <p:spPr>
          <a:xfrm>
            <a:off x="804672" y="2953512"/>
            <a:ext cx="2962656" cy="137160"/>
          </a:xfrm>
          <a:prstGeom prst="rect">
            <a:avLst/>
          </a:prstGeom>
          <a:noFill/>
          <a:ln>
            <a:noFill/>
          </a:ln>
        </p:spPr>
        <p:txBody>
          <a:bodyPr wrap="none" lIns="0" tIns="0" rIns="0" bIns="0">
            <a:normAutofit/>
          </a:bodyPr>
          <a:lstStyle/>
          <a:p>
            <a:pPr algn="l"/>
            <a:r>
              <a:rPr lang="uk-UA" sz="800" b="1">
                <a:solidFill>
                  <a:srgbClr val="A9A9A9"/>
                </a:solidFill>
                <a:latin typeface="Aptos"/>
                <a:cs typeface="Aptos"/>
              </a:rPr>
              <a:t>ПРОХІДНІСТЬ · СУГЛИНОК</a:t>
            </a:r>
          </a:p>
        </p:txBody>
      </p:sp>
      <p:sp>
        <p:nvSpPr>
          <p:cNvPr id="21" name="text21"/>
          <p:cNvSpPr txBox="1"/>
          <p:nvPr/>
        </p:nvSpPr>
        <p:spPr>
          <a:xfrm>
            <a:off x="804672" y="3182112"/>
            <a:ext cx="2962656" cy="137160"/>
          </a:xfrm>
          <a:prstGeom prst="rect">
            <a:avLst/>
          </a:prstGeom>
          <a:noFill/>
          <a:ln>
            <a:noFill/>
          </a:ln>
        </p:spPr>
        <p:txBody>
          <a:bodyPr wrap="none" lIns="0" tIns="0" rIns="0" bIns="0">
            <a:normAutofit/>
          </a:bodyPr>
          <a:lstStyle/>
          <a:p>
            <a:pPr algn="l"/>
            <a:r>
              <a:rPr lang="uk-UA" sz="800" b="1">
                <a:solidFill>
                  <a:srgbClr val="FFFFFF"/>
                </a:solidFill>
                <a:latin typeface="Aptos"/>
                <a:cs typeface="Aptos"/>
              </a:rPr>
              <a:t>Колісна · </a:t>
            </a:r>
            <a:r>
              <a:rPr lang="uk-UA" sz="800" b="1">
                <a:solidFill>
                  <a:srgbClr val="9DD96C"/>
                </a:solidFill>
                <a:latin typeface="Aptos"/>
                <a:cs typeface="Aptos"/>
              </a:rPr>
              <a:t>добре</a:t>
            </a:r>
          </a:p>
        </p:txBody>
      </p:sp>
      <p:sp>
        <p:nvSpPr>
          <p:cNvPr id="22" name="text22"/>
          <p:cNvSpPr txBox="1"/>
          <p:nvPr/>
        </p:nvSpPr>
        <p:spPr>
          <a:xfrm>
            <a:off x="804672" y="3392424"/>
            <a:ext cx="2962656" cy="137160"/>
          </a:xfrm>
          <a:prstGeom prst="rect">
            <a:avLst/>
          </a:prstGeom>
          <a:noFill/>
          <a:ln>
            <a:noFill/>
          </a:ln>
        </p:spPr>
        <p:txBody>
          <a:bodyPr wrap="none" lIns="0" tIns="0" rIns="0" bIns="0">
            <a:normAutofit/>
          </a:bodyPr>
          <a:lstStyle/>
          <a:p>
            <a:pPr algn="l"/>
            <a:r>
              <a:rPr lang="uk-UA" sz="800" b="1">
                <a:solidFill>
                  <a:srgbClr val="FFFFFF"/>
                </a:solidFill>
                <a:latin typeface="Aptos"/>
                <a:cs typeface="Aptos"/>
              </a:rPr>
              <a:t>Гусенична · </a:t>
            </a:r>
            <a:r>
              <a:rPr lang="uk-UA" sz="800" b="1">
                <a:solidFill>
                  <a:srgbClr val="58D68D"/>
                </a:solidFill>
                <a:latin typeface="Aptos"/>
                <a:cs typeface="Aptos"/>
              </a:rPr>
              <a:t>відмінно</a:t>
            </a:r>
          </a:p>
        </p:txBody>
      </p:sp>
      <p:sp>
        <p:nvSpPr>
          <p:cNvPr id="23" name="shape23"/>
          <p:cNvSpPr/>
          <p:nvPr/>
        </p:nvSpPr>
        <p:spPr>
          <a:xfrm>
            <a:off x="4160520" y="1874520"/>
            <a:ext cx="1965960" cy="749808"/>
          </a:xfrm>
          <a:prstGeom prst="roundRect">
            <a:avLst/>
          </a:prstGeom>
          <a:solidFill>
            <a:srgbClr val="0B0B0B"/>
          </a:solidFill>
          <a:ln w="12700">
            <a:solidFill>
              <a:srgbClr val="303030"/>
            </a:solidFill>
          </a:ln>
        </p:spPr>
        <p:txBody>
          <a:bodyPr/>
          <a:lstStyle/>
          <a:p>
            <a:endParaRPr lang="uk-UA"/>
          </a:p>
        </p:txBody>
      </p:sp>
      <p:sp>
        <p:nvSpPr>
          <p:cNvPr id="24" name="text24"/>
          <p:cNvSpPr txBox="1"/>
          <p:nvPr/>
        </p:nvSpPr>
        <p:spPr>
          <a:xfrm>
            <a:off x="4270248" y="1965960"/>
            <a:ext cx="174650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ВІТЕР</a:t>
            </a:r>
          </a:p>
        </p:txBody>
      </p:sp>
      <p:pic>
        <p:nvPicPr>
          <p:cNvPr id="25" name="wind direction"/>
          <p:cNvPicPr/>
          <p:nvPr/>
        </p:nvPicPr>
        <p:blipFill>
          <a:blip r:embed="rId4"/>
          <a:stretch>
            <a:fillRect/>
          </a:stretch>
        </p:blipFill>
        <p:spPr>
          <a:xfrm rot="18485875">
            <a:off x="4270248" y="2157984"/>
            <a:ext cx="274320" cy="274320"/>
          </a:xfrm>
          <a:prstGeom prst="rect">
            <a:avLst/>
          </a:prstGeom>
        </p:spPr>
      </p:pic>
      <p:sp>
        <p:nvSpPr>
          <p:cNvPr id="26" name="text26"/>
          <p:cNvSpPr txBox="1"/>
          <p:nvPr/>
        </p:nvSpPr>
        <p:spPr>
          <a:xfrm>
            <a:off x="4599432" y="2185416"/>
            <a:ext cx="141732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ПнЗх</a:t>
            </a:r>
          </a:p>
        </p:txBody>
      </p:sp>
      <p:sp>
        <p:nvSpPr>
          <p:cNvPr id="27" name="text27"/>
          <p:cNvSpPr txBox="1"/>
          <p:nvPr/>
        </p:nvSpPr>
        <p:spPr>
          <a:xfrm>
            <a:off x="4270248" y="2478024"/>
            <a:ext cx="1746504" cy="164592"/>
          </a:xfrm>
          <a:prstGeom prst="rect">
            <a:avLst/>
          </a:prstGeom>
          <a:noFill/>
          <a:ln>
            <a:noFill/>
          </a:ln>
        </p:spPr>
        <p:txBody>
          <a:bodyPr wrap="none" lIns="0" tIns="0" rIns="0" bIns="0">
            <a:normAutofit/>
          </a:bodyPr>
          <a:lstStyle/>
          <a:p>
            <a:pPr algn="l"/>
            <a:r>
              <a:rPr lang="uk-UA" sz="800">
                <a:solidFill>
                  <a:srgbClr val="F39C4A"/>
                </a:solidFill>
                <a:latin typeface="Aptos"/>
                <a:cs typeface="Aptos"/>
              </a:rPr>
              <a:t>2–5 м/с · пориви 12</a:t>
            </a:r>
          </a:p>
        </p:txBody>
      </p:sp>
      <p:sp>
        <p:nvSpPr>
          <p:cNvPr id="28" name="shape28"/>
          <p:cNvSpPr/>
          <p:nvPr/>
        </p:nvSpPr>
        <p:spPr>
          <a:xfrm>
            <a:off x="6355080" y="1874520"/>
            <a:ext cx="1463040" cy="749808"/>
          </a:xfrm>
          <a:prstGeom prst="roundRect">
            <a:avLst/>
          </a:prstGeom>
          <a:solidFill>
            <a:srgbClr val="0B0B0B"/>
          </a:solidFill>
          <a:ln w="12700">
            <a:solidFill>
              <a:srgbClr val="303030"/>
            </a:solidFill>
          </a:ln>
        </p:spPr>
        <p:txBody>
          <a:bodyPr/>
          <a:lstStyle/>
          <a:p>
            <a:endParaRPr lang="uk-UA"/>
          </a:p>
        </p:txBody>
      </p:sp>
      <p:sp>
        <p:nvSpPr>
          <p:cNvPr id="29" name="text29"/>
          <p:cNvSpPr txBox="1"/>
          <p:nvPr/>
        </p:nvSpPr>
        <p:spPr>
          <a:xfrm>
            <a:off x="6464808" y="1965960"/>
            <a:ext cx="124358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ТИСК</a:t>
            </a:r>
          </a:p>
        </p:txBody>
      </p:sp>
      <p:sp>
        <p:nvSpPr>
          <p:cNvPr id="30" name="text30"/>
          <p:cNvSpPr txBox="1"/>
          <p:nvPr/>
        </p:nvSpPr>
        <p:spPr>
          <a:xfrm>
            <a:off x="6464808" y="2176272"/>
            <a:ext cx="124358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1014 гПа</a:t>
            </a:r>
          </a:p>
        </p:txBody>
      </p:sp>
      <p:sp>
        <p:nvSpPr>
          <p:cNvPr id="31" name="text31"/>
          <p:cNvSpPr txBox="1"/>
          <p:nvPr/>
        </p:nvSpPr>
        <p:spPr>
          <a:xfrm>
            <a:off x="6464808" y="2478024"/>
            <a:ext cx="124358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зростає на 6 гПа</a:t>
            </a:r>
          </a:p>
        </p:txBody>
      </p:sp>
      <p:sp>
        <p:nvSpPr>
          <p:cNvPr id="32" name="shape32"/>
          <p:cNvSpPr/>
          <p:nvPr/>
        </p:nvSpPr>
        <p:spPr>
          <a:xfrm>
            <a:off x="8046720" y="1874520"/>
            <a:ext cx="1188720" cy="749808"/>
          </a:xfrm>
          <a:prstGeom prst="roundRect">
            <a:avLst/>
          </a:prstGeom>
          <a:solidFill>
            <a:srgbClr val="0B0B0B"/>
          </a:solidFill>
          <a:ln w="12700">
            <a:solidFill>
              <a:srgbClr val="303030"/>
            </a:solidFill>
          </a:ln>
        </p:spPr>
        <p:txBody>
          <a:bodyPr/>
          <a:lstStyle/>
          <a:p>
            <a:endParaRPr lang="uk-UA"/>
          </a:p>
        </p:txBody>
      </p:sp>
      <p:sp>
        <p:nvSpPr>
          <p:cNvPr id="33" name="text33"/>
          <p:cNvSpPr txBox="1"/>
          <p:nvPr/>
        </p:nvSpPr>
        <p:spPr>
          <a:xfrm>
            <a:off x="8156448" y="1965960"/>
            <a:ext cx="9692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ВИДИМІСТЬ</a:t>
            </a:r>
          </a:p>
        </p:txBody>
      </p:sp>
      <p:sp>
        <p:nvSpPr>
          <p:cNvPr id="34" name="text34"/>
          <p:cNvSpPr txBox="1"/>
          <p:nvPr/>
        </p:nvSpPr>
        <p:spPr>
          <a:xfrm>
            <a:off x="8156448" y="2176272"/>
            <a:ext cx="9692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18.1 км</a:t>
            </a:r>
          </a:p>
        </p:txBody>
      </p:sp>
      <p:sp>
        <p:nvSpPr>
          <p:cNvPr id="35" name="text35"/>
          <p:cNvSpPr txBox="1"/>
          <p:nvPr/>
        </p:nvSpPr>
        <p:spPr>
          <a:xfrm>
            <a:off x="8156448" y="2478024"/>
            <a:ext cx="9692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 за період</a:t>
            </a:r>
          </a:p>
        </p:txBody>
      </p:sp>
      <p:sp>
        <p:nvSpPr>
          <p:cNvPr id="36" name="shape36"/>
          <p:cNvSpPr/>
          <p:nvPr/>
        </p:nvSpPr>
        <p:spPr>
          <a:xfrm>
            <a:off x="9400032" y="1874520"/>
            <a:ext cx="914400" cy="749808"/>
          </a:xfrm>
          <a:prstGeom prst="roundRect">
            <a:avLst/>
          </a:prstGeom>
          <a:solidFill>
            <a:srgbClr val="0B0B0B"/>
          </a:solidFill>
          <a:ln w="12700">
            <a:solidFill>
              <a:srgbClr val="303030"/>
            </a:solidFill>
          </a:ln>
        </p:spPr>
        <p:txBody>
          <a:bodyPr/>
          <a:lstStyle/>
          <a:p>
            <a:endParaRPr lang="uk-UA"/>
          </a:p>
        </p:txBody>
      </p:sp>
      <p:sp>
        <p:nvSpPr>
          <p:cNvPr id="37" name="text37"/>
          <p:cNvSpPr txBox="1"/>
          <p:nvPr/>
        </p:nvSpPr>
        <p:spPr>
          <a:xfrm>
            <a:off x="9491472" y="1965960"/>
            <a:ext cx="731520" cy="164592"/>
          </a:xfrm>
          <a:prstGeom prst="rect">
            <a:avLst/>
          </a:prstGeom>
          <a:noFill/>
          <a:ln>
            <a:noFill/>
          </a:ln>
        </p:spPr>
        <p:txBody>
          <a:bodyPr wrap="none" lIns="0" tIns="0" rIns="0" bIns="0">
            <a:normAutofit/>
          </a:bodyPr>
          <a:lstStyle/>
          <a:p>
            <a:pPr algn="l"/>
            <a:r>
              <a:rPr lang="uk-UA" sz="800" b="1">
                <a:solidFill>
                  <a:srgbClr val="A9A9A9"/>
                </a:solidFill>
                <a:latin typeface="Aptos"/>
                <a:cs typeface="Aptos"/>
              </a:rPr>
              <a:t>ТУМАН</a:t>
            </a:r>
          </a:p>
        </p:txBody>
      </p:sp>
      <p:sp>
        <p:nvSpPr>
          <p:cNvPr id="38" name="text38"/>
          <p:cNvSpPr txBox="1"/>
          <p:nvPr/>
        </p:nvSpPr>
        <p:spPr>
          <a:xfrm>
            <a:off x="9491472" y="2194560"/>
            <a:ext cx="731520" cy="219456"/>
          </a:xfrm>
          <a:prstGeom prst="rect">
            <a:avLst/>
          </a:prstGeom>
          <a:noFill/>
          <a:ln>
            <a:noFill/>
          </a:ln>
        </p:spPr>
        <p:txBody>
          <a:bodyPr wrap="none" lIns="0" tIns="0" rIns="0" bIns="0">
            <a:normAutofit/>
          </a:bodyPr>
          <a:lstStyle/>
          <a:p>
            <a:pPr algn="l"/>
            <a:r>
              <a:rPr lang="uk-UA" sz="1200" b="1">
                <a:solidFill>
                  <a:srgbClr val="F0C84B"/>
                </a:solidFill>
                <a:latin typeface="Aptos"/>
                <a:cs typeface="Aptos"/>
              </a:rPr>
              <a:t>помірний</a:t>
            </a:r>
          </a:p>
        </p:txBody>
      </p:sp>
      <p:sp>
        <p:nvSpPr>
          <p:cNvPr id="39" name="text39"/>
          <p:cNvSpPr txBox="1"/>
          <p:nvPr/>
        </p:nvSpPr>
        <p:spPr>
          <a:xfrm>
            <a:off x="9491472" y="2478024"/>
            <a:ext cx="731520" cy="128016"/>
          </a:xfrm>
          <a:prstGeom prst="rect">
            <a:avLst/>
          </a:prstGeom>
          <a:noFill/>
          <a:ln>
            <a:noFill/>
          </a:ln>
        </p:spPr>
        <p:txBody>
          <a:bodyPr wrap="none" lIns="0" tIns="0" rIns="0" bIns="0">
            <a:normAutofit/>
          </a:bodyPr>
          <a:lstStyle/>
          <a:p>
            <a:pPr algn="l"/>
            <a:r>
              <a:rPr lang="uk-UA" sz="700">
                <a:solidFill>
                  <a:srgbClr val="8F8F8F"/>
                </a:solidFill>
                <a:latin typeface="Aptos"/>
                <a:cs typeface="Aptos"/>
              </a:rPr>
              <a:t>макс. 06:00</a:t>
            </a:r>
          </a:p>
        </p:txBody>
      </p:sp>
      <p:sp>
        <p:nvSpPr>
          <p:cNvPr id="40" name="shape40"/>
          <p:cNvSpPr/>
          <p:nvPr/>
        </p:nvSpPr>
        <p:spPr>
          <a:xfrm>
            <a:off x="10479024" y="1874520"/>
            <a:ext cx="905256" cy="749808"/>
          </a:xfrm>
          <a:prstGeom prst="roundRect">
            <a:avLst/>
          </a:prstGeom>
          <a:solidFill>
            <a:srgbClr val="0B0B0B"/>
          </a:solidFill>
          <a:ln w="12700">
            <a:solidFill>
              <a:srgbClr val="303030"/>
            </a:solidFill>
          </a:ln>
        </p:spPr>
        <p:txBody>
          <a:bodyPr/>
          <a:lstStyle/>
          <a:p>
            <a:endParaRPr lang="uk-UA"/>
          </a:p>
        </p:txBody>
      </p:sp>
      <p:sp>
        <p:nvSpPr>
          <p:cNvPr id="41" name="text41"/>
          <p:cNvSpPr txBox="1"/>
          <p:nvPr/>
        </p:nvSpPr>
        <p:spPr>
          <a:xfrm>
            <a:off x="10588752" y="1965960"/>
            <a:ext cx="685800"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ВОЛОГІСТЬ</a:t>
            </a:r>
          </a:p>
        </p:txBody>
      </p:sp>
      <p:sp>
        <p:nvSpPr>
          <p:cNvPr id="42" name="text42"/>
          <p:cNvSpPr txBox="1"/>
          <p:nvPr/>
        </p:nvSpPr>
        <p:spPr>
          <a:xfrm>
            <a:off x="10588752" y="2176272"/>
            <a:ext cx="685800"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70%</a:t>
            </a:r>
          </a:p>
        </p:txBody>
      </p:sp>
      <p:sp>
        <p:nvSpPr>
          <p:cNvPr id="43" name="text43"/>
          <p:cNvSpPr txBox="1"/>
          <p:nvPr/>
        </p:nvSpPr>
        <p:spPr>
          <a:xfrm>
            <a:off x="10588752" y="2478024"/>
            <a:ext cx="685800"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максимум 93%</a:t>
            </a:r>
          </a:p>
        </p:txBody>
      </p:sp>
      <p:sp>
        <p:nvSpPr>
          <p:cNvPr id="44" name="shape44"/>
          <p:cNvSpPr/>
          <p:nvPr/>
        </p:nvSpPr>
        <p:spPr>
          <a:xfrm>
            <a:off x="4160520" y="2880360"/>
            <a:ext cx="1417320" cy="749808"/>
          </a:xfrm>
          <a:prstGeom prst="roundRect">
            <a:avLst/>
          </a:prstGeom>
          <a:solidFill>
            <a:srgbClr val="0B0B0B"/>
          </a:solidFill>
          <a:ln w="12700">
            <a:solidFill>
              <a:srgbClr val="303030"/>
            </a:solidFill>
          </a:ln>
        </p:spPr>
        <p:txBody>
          <a:bodyPr/>
          <a:lstStyle/>
          <a:p>
            <a:endParaRPr lang="uk-UA"/>
          </a:p>
        </p:txBody>
      </p:sp>
      <p:sp>
        <p:nvSpPr>
          <p:cNvPr id="45" name="text45"/>
          <p:cNvSpPr txBox="1"/>
          <p:nvPr/>
        </p:nvSpPr>
        <p:spPr>
          <a:xfrm>
            <a:off x="4270248" y="2971800"/>
            <a:ext cx="11978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ХМАРНІСТЬ</a:t>
            </a:r>
          </a:p>
        </p:txBody>
      </p:sp>
      <p:sp>
        <p:nvSpPr>
          <p:cNvPr id="46" name="text46"/>
          <p:cNvSpPr txBox="1"/>
          <p:nvPr/>
        </p:nvSpPr>
        <p:spPr>
          <a:xfrm>
            <a:off x="4270248" y="3182112"/>
            <a:ext cx="11978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69%</a:t>
            </a:r>
          </a:p>
        </p:txBody>
      </p:sp>
      <p:sp>
        <p:nvSpPr>
          <p:cNvPr id="47" name="text47"/>
          <p:cNvSpPr txBox="1"/>
          <p:nvPr/>
        </p:nvSpPr>
        <p:spPr>
          <a:xfrm>
            <a:off x="4270248" y="3483864"/>
            <a:ext cx="11978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максимум 100%</a:t>
            </a:r>
          </a:p>
        </p:txBody>
      </p:sp>
      <p:sp>
        <p:nvSpPr>
          <p:cNvPr id="48" name="shape48"/>
          <p:cNvSpPr/>
          <p:nvPr/>
        </p:nvSpPr>
        <p:spPr>
          <a:xfrm>
            <a:off x="5806440" y="2880360"/>
            <a:ext cx="1645920" cy="749808"/>
          </a:xfrm>
          <a:prstGeom prst="roundRect">
            <a:avLst/>
          </a:prstGeom>
          <a:solidFill>
            <a:srgbClr val="0B0B0B"/>
          </a:solidFill>
          <a:ln w="12700">
            <a:solidFill>
              <a:srgbClr val="303030"/>
            </a:solidFill>
          </a:ln>
        </p:spPr>
        <p:txBody>
          <a:bodyPr/>
          <a:lstStyle/>
          <a:p>
            <a:endParaRPr lang="uk-UA"/>
          </a:p>
        </p:txBody>
      </p:sp>
      <p:sp>
        <p:nvSpPr>
          <p:cNvPr id="49" name="text49"/>
          <p:cNvSpPr txBox="1"/>
          <p:nvPr/>
        </p:nvSpPr>
        <p:spPr>
          <a:xfrm>
            <a:off x="5916168" y="2971800"/>
            <a:ext cx="14264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БАЗА ХМАР</a:t>
            </a:r>
          </a:p>
        </p:txBody>
      </p:sp>
      <p:sp>
        <p:nvSpPr>
          <p:cNvPr id="50" name="text50"/>
          <p:cNvSpPr txBox="1"/>
          <p:nvPr/>
        </p:nvSpPr>
        <p:spPr>
          <a:xfrm>
            <a:off x="5916168" y="3182112"/>
            <a:ext cx="142646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≈137 м</a:t>
            </a:r>
          </a:p>
        </p:txBody>
      </p:sp>
      <p:sp>
        <p:nvSpPr>
          <p:cNvPr id="51" name="text51"/>
          <p:cNvSpPr txBox="1"/>
          <p:nvPr/>
        </p:nvSpPr>
        <p:spPr>
          <a:xfrm>
            <a:off x="5916168" y="3483864"/>
            <a:ext cx="142646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мінімум</a:t>
            </a:r>
          </a:p>
        </p:txBody>
      </p:sp>
      <p:sp>
        <p:nvSpPr>
          <p:cNvPr id="52" name="shape52"/>
          <p:cNvSpPr/>
          <p:nvPr/>
        </p:nvSpPr>
        <p:spPr>
          <a:xfrm>
            <a:off x="7680960" y="2880360"/>
            <a:ext cx="1417320" cy="749808"/>
          </a:xfrm>
          <a:prstGeom prst="roundRect">
            <a:avLst/>
          </a:prstGeom>
          <a:solidFill>
            <a:srgbClr val="0B0B0B"/>
          </a:solidFill>
          <a:ln w="12700">
            <a:solidFill>
              <a:srgbClr val="303030"/>
            </a:solidFill>
          </a:ln>
        </p:spPr>
        <p:txBody>
          <a:bodyPr/>
          <a:lstStyle/>
          <a:p>
            <a:endParaRPr lang="uk-UA"/>
          </a:p>
        </p:txBody>
      </p:sp>
      <p:sp>
        <p:nvSpPr>
          <p:cNvPr id="53" name="text53"/>
          <p:cNvSpPr txBox="1"/>
          <p:nvPr/>
        </p:nvSpPr>
        <p:spPr>
          <a:xfrm>
            <a:off x="7790688" y="2971800"/>
            <a:ext cx="119786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МІСЯЦЬ</a:t>
            </a:r>
          </a:p>
        </p:txBody>
      </p:sp>
      <p:pic>
        <p:nvPicPr>
          <p:cNvPr id="54" name="moon surface"/>
          <p:cNvPicPr/>
          <p:nvPr/>
        </p:nvPicPr>
        <p:blipFill>
          <a:blip r:embed="rId5"/>
          <a:stretch>
            <a:fillRect/>
          </a:stretch>
        </p:blipFill>
        <p:spPr>
          <a:xfrm>
            <a:off x="7772400" y="3099816"/>
            <a:ext cx="438912" cy="438912"/>
          </a:xfrm>
          <a:prstGeom prst="rect">
            <a:avLst/>
          </a:prstGeom>
        </p:spPr>
      </p:pic>
      <p:sp>
        <p:nvSpPr>
          <p:cNvPr id="55" name="moon shadow 55"/>
          <p:cNvSpPr/>
          <p:nvPr/>
        </p:nvSpPr>
        <p:spPr>
          <a:xfrm>
            <a:off x="7772400" y="3099816"/>
            <a:ext cx="438912" cy="438912"/>
          </a:xfrm>
          <a:custGeom>
            <a:avLst/>
            <a:gdLst/>
            <a:ahLst/>
            <a:cxnLst/>
            <a:rect l="0" t="0" r="100000" b="100000"/>
            <a:pathLst>
              <a:path w="100000" h="100000">
                <a:moveTo>
                  <a:pt x="50000" y="7000"/>
                </a:moveTo>
                <a:lnTo>
                  <a:pt x="46250" y="8344"/>
                </a:lnTo>
                <a:lnTo>
                  <a:pt x="44739" y="9688"/>
                </a:lnTo>
                <a:lnTo>
                  <a:pt x="43609" y="11031"/>
                </a:lnTo>
                <a:lnTo>
                  <a:pt x="42681" y="12375"/>
                </a:lnTo>
                <a:lnTo>
                  <a:pt x="41886" y="13719"/>
                </a:lnTo>
                <a:lnTo>
                  <a:pt x="41187" y="15063"/>
                </a:lnTo>
                <a:lnTo>
                  <a:pt x="40564" y="16406"/>
                </a:lnTo>
                <a:lnTo>
                  <a:pt x="40001" y="17750"/>
                </a:lnTo>
                <a:lnTo>
                  <a:pt x="39490" y="19094"/>
                </a:lnTo>
                <a:lnTo>
                  <a:pt x="39022" y="20438"/>
                </a:lnTo>
                <a:lnTo>
                  <a:pt x="38594" y="21781"/>
                </a:lnTo>
                <a:lnTo>
                  <a:pt x="38199" y="23125"/>
                </a:lnTo>
                <a:lnTo>
                  <a:pt x="37836" y="24469"/>
                </a:lnTo>
                <a:lnTo>
                  <a:pt x="37501" y="25813"/>
                </a:lnTo>
                <a:lnTo>
                  <a:pt x="37193" y="27156"/>
                </a:lnTo>
                <a:lnTo>
                  <a:pt x="36908" y="28500"/>
                </a:lnTo>
                <a:lnTo>
                  <a:pt x="36647" y="29844"/>
                </a:lnTo>
                <a:lnTo>
                  <a:pt x="36406" y="31188"/>
                </a:lnTo>
                <a:lnTo>
                  <a:pt x="36187" y="32531"/>
                </a:lnTo>
                <a:lnTo>
                  <a:pt x="35986" y="33875"/>
                </a:lnTo>
                <a:lnTo>
                  <a:pt x="35804" y="35219"/>
                </a:lnTo>
                <a:lnTo>
                  <a:pt x="35640" y="36563"/>
                </a:lnTo>
                <a:lnTo>
                  <a:pt x="35493" y="37906"/>
                </a:lnTo>
                <a:lnTo>
                  <a:pt x="35363" y="39250"/>
                </a:lnTo>
                <a:lnTo>
                  <a:pt x="35249" y="40594"/>
                </a:lnTo>
                <a:lnTo>
                  <a:pt x="35151" y="41938"/>
                </a:lnTo>
                <a:lnTo>
                  <a:pt x="35069" y="43281"/>
                </a:lnTo>
                <a:lnTo>
                  <a:pt x="35002" y="44625"/>
                </a:lnTo>
                <a:lnTo>
                  <a:pt x="34950" y="45969"/>
                </a:lnTo>
                <a:lnTo>
                  <a:pt x="34913" y="47313"/>
                </a:lnTo>
                <a:lnTo>
                  <a:pt x="34890" y="48656"/>
                </a:lnTo>
                <a:lnTo>
                  <a:pt x="34883" y="50000"/>
                </a:lnTo>
                <a:lnTo>
                  <a:pt x="34890" y="51344"/>
                </a:lnTo>
                <a:lnTo>
                  <a:pt x="34913" y="52688"/>
                </a:lnTo>
                <a:lnTo>
                  <a:pt x="34950" y="54031"/>
                </a:lnTo>
                <a:lnTo>
                  <a:pt x="35002" y="55375"/>
                </a:lnTo>
                <a:lnTo>
                  <a:pt x="35069" y="56719"/>
                </a:lnTo>
                <a:lnTo>
                  <a:pt x="35151" y="58063"/>
                </a:lnTo>
                <a:lnTo>
                  <a:pt x="35249" y="59406"/>
                </a:lnTo>
                <a:lnTo>
                  <a:pt x="35363" y="60750"/>
                </a:lnTo>
                <a:lnTo>
                  <a:pt x="35493" y="62094"/>
                </a:lnTo>
                <a:lnTo>
                  <a:pt x="35640" y="63438"/>
                </a:lnTo>
                <a:lnTo>
                  <a:pt x="35804" y="64781"/>
                </a:lnTo>
                <a:lnTo>
                  <a:pt x="35986" y="66125"/>
                </a:lnTo>
                <a:lnTo>
                  <a:pt x="36187" y="67469"/>
                </a:lnTo>
                <a:lnTo>
                  <a:pt x="36406" y="68813"/>
                </a:lnTo>
                <a:lnTo>
                  <a:pt x="36647" y="70156"/>
                </a:lnTo>
                <a:lnTo>
                  <a:pt x="36908" y="71500"/>
                </a:lnTo>
                <a:lnTo>
                  <a:pt x="37193" y="72844"/>
                </a:lnTo>
                <a:lnTo>
                  <a:pt x="37501" y="74188"/>
                </a:lnTo>
                <a:lnTo>
                  <a:pt x="37836" y="75531"/>
                </a:lnTo>
                <a:lnTo>
                  <a:pt x="38199" y="76875"/>
                </a:lnTo>
                <a:lnTo>
                  <a:pt x="38594" y="78219"/>
                </a:lnTo>
                <a:lnTo>
                  <a:pt x="39022" y="79563"/>
                </a:lnTo>
                <a:lnTo>
                  <a:pt x="39490" y="80906"/>
                </a:lnTo>
                <a:lnTo>
                  <a:pt x="40001" y="82250"/>
                </a:lnTo>
                <a:lnTo>
                  <a:pt x="40564" y="83594"/>
                </a:lnTo>
                <a:lnTo>
                  <a:pt x="41187" y="84938"/>
                </a:lnTo>
                <a:lnTo>
                  <a:pt x="41886" y="86281"/>
                </a:lnTo>
                <a:lnTo>
                  <a:pt x="42681" y="87625"/>
                </a:lnTo>
                <a:lnTo>
                  <a:pt x="43609" y="88969"/>
                </a:lnTo>
                <a:lnTo>
                  <a:pt x="44739" y="90313"/>
                </a:lnTo>
                <a:lnTo>
                  <a:pt x="4625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56" name="text56"/>
          <p:cNvSpPr txBox="1"/>
          <p:nvPr/>
        </p:nvSpPr>
        <p:spPr>
          <a:xfrm>
            <a:off x="8266176" y="3154680"/>
            <a:ext cx="722376" cy="164592"/>
          </a:xfrm>
          <a:prstGeom prst="rect">
            <a:avLst/>
          </a:prstGeom>
          <a:noFill/>
          <a:ln>
            <a:noFill/>
          </a:ln>
        </p:spPr>
        <p:txBody>
          <a:bodyPr wrap="none" lIns="0" tIns="0" rIns="0" bIns="0">
            <a:normAutofit fontScale="77500" lnSpcReduction="20000"/>
          </a:bodyPr>
          <a:lstStyle/>
          <a:p>
            <a:pPr algn="l"/>
            <a:r>
              <a:rPr lang="uk-UA" sz="1600" b="1">
                <a:solidFill>
                  <a:srgbClr val="FFFFFF"/>
                </a:solidFill>
                <a:latin typeface="Aptos"/>
                <a:cs typeface="Aptos"/>
              </a:rPr>
              <a:t>32%</a:t>
            </a:r>
          </a:p>
        </p:txBody>
      </p:sp>
      <p:sp>
        <p:nvSpPr>
          <p:cNvPr id="57" name="text57"/>
          <p:cNvSpPr txBox="1"/>
          <p:nvPr/>
        </p:nvSpPr>
        <p:spPr>
          <a:xfrm>
            <a:off x="8266176" y="3355848"/>
            <a:ext cx="722376" cy="109728"/>
          </a:xfrm>
          <a:prstGeom prst="rect">
            <a:avLst/>
          </a:prstGeom>
          <a:noFill/>
          <a:ln>
            <a:noFill/>
          </a:ln>
        </p:spPr>
        <p:txBody>
          <a:bodyPr wrap="none" lIns="0" tIns="0" rIns="0" bIns="0">
            <a:normAutofit fontScale="92500"/>
          </a:bodyPr>
          <a:lstStyle/>
          <a:p>
            <a:pPr algn="l"/>
            <a:r>
              <a:rPr lang="uk-UA" sz="800">
                <a:solidFill>
                  <a:srgbClr val="8F8F8F"/>
                </a:solidFill>
                <a:latin typeface="Aptos"/>
                <a:cs typeface="Aptos"/>
              </a:rPr>
              <a:t>освітленість</a:t>
            </a:r>
          </a:p>
        </p:txBody>
      </p:sp>
      <p:sp>
        <p:nvSpPr>
          <p:cNvPr id="58" name="shape58"/>
          <p:cNvSpPr/>
          <p:nvPr/>
        </p:nvSpPr>
        <p:spPr>
          <a:xfrm>
            <a:off x="9326880" y="2880360"/>
            <a:ext cx="2057400" cy="749808"/>
          </a:xfrm>
          <a:prstGeom prst="roundRect">
            <a:avLst/>
          </a:prstGeom>
          <a:solidFill>
            <a:srgbClr val="0B0B0B"/>
          </a:solidFill>
          <a:ln w="12700">
            <a:solidFill>
              <a:srgbClr val="303030"/>
            </a:solidFill>
          </a:ln>
        </p:spPr>
        <p:txBody>
          <a:bodyPr/>
          <a:lstStyle/>
          <a:p>
            <a:endParaRPr lang="uk-UA"/>
          </a:p>
        </p:txBody>
      </p:sp>
      <p:sp>
        <p:nvSpPr>
          <p:cNvPr id="59" name="text59"/>
          <p:cNvSpPr txBox="1"/>
          <p:nvPr/>
        </p:nvSpPr>
        <p:spPr>
          <a:xfrm>
            <a:off x="9436608" y="2971800"/>
            <a:ext cx="1837944" cy="164592"/>
          </a:xfrm>
          <a:prstGeom prst="rect">
            <a:avLst/>
          </a:prstGeom>
          <a:noFill/>
          <a:ln>
            <a:noFill/>
          </a:ln>
        </p:spPr>
        <p:txBody>
          <a:bodyPr wrap="none" lIns="0" tIns="0" rIns="0" bIns="0">
            <a:normAutofit/>
          </a:bodyPr>
          <a:lstStyle/>
          <a:p>
            <a:pPr algn="l"/>
            <a:r>
              <a:rPr lang="uk-UA" sz="900" b="1">
                <a:solidFill>
                  <a:srgbClr val="A9A9A9"/>
                </a:solidFill>
                <a:latin typeface="Aptos"/>
                <a:cs typeface="Aptos"/>
              </a:rPr>
              <a:t>ОПАДИ</a:t>
            </a:r>
          </a:p>
        </p:txBody>
      </p:sp>
      <p:sp>
        <p:nvSpPr>
          <p:cNvPr id="60" name="text60"/>
          <p:cNvSpPr txBox="1"/>
          <p:nvPr/>
        </p:nvSpPr>
        <p:spPr>
          <a:xfrm>
            <a:off x="9436608" y="3182112"/>
            <a:ext cx="1837944" cy="256032"/>
          </a:xfrm>
          <a:prstGeom prst="rect">
            <a:avLst/>
          </a:prstGeom>
          <a:noFill/>
          <a:ln>
            <a:noFill/>
          </a:ln>
        </p:spPr>
        <p:txBody>
          <a:bodyPr wrap="none" lIns="0" tIns="0" rIns="0" bIns="0">
            <a:normAutofit lnSpcReduction="10000"/>
          </a:bodyPr>
          <a:lstStyle/>
          <a:p>
            <a:pPr algn="l"/>
            <a:r>
              <a:rPr lang="uk-UA" sz="1800" b="1">
                <a:solidFill>
                  <a:srgbClr val="FFFFFF"/>
                </a:solidFill>
                <a:latin typeface="Aptos"/>
                <a:cs typeface="Aptos"/>
              </a:rPr>
              <a:t>0.1 мм</a:t>
            </a:r>
          </a:p>
        </p:txBody>
      </p:sp>
      <p:sp>
        <p:nvSpPr>
          <p:cNvPr id="61" name="text61"/>
          <p:cNvSpPr txBox="1"/>
          <p:nvPr/>
        </p:nvSpPr>
        <p:spPr>
          <a:xfrm>
            <a:off x="9436608" y="3483864"/>
            <a:ext cx="1837944" cy="164592"/>
          </a:xfrm>
          <a:prstGeom prst="rect">
            <a:avLst/>
          </a:prstGeom>
          <a:noFill/>
          <a:ln>
            <a:noFill/>
          </a:ln>
        </p:spPr>
        <p:txBody>
          <a:bodyPr wrap="none" lIns="0" tIns="0" rIns="0" bIns="0">
            <a:normAutofit/>
          </a:bodyPr>
          <a:lstStyle/>
          <a:p>
            <a:pPr algn="l"/>
            <a:r>
              <a:rPr lang="uk-UA" sz="800">
                <a:solidFill>
                  <a:srgbClr val="8F8F8F"/>
                </a:solidFill>
                <a:latin typeface="Aptos"/>
                <a:cs typeface="Aptos"/>
              </a:rPr>
              <a:t>сума за період</a:t>
            </a:r>
          </a:p>
        </p:txBody>
      </p:sp>
      <p:sp>
        <p:nvSpPr>
          <p:cNvPr id="62" name="shape62"/>
          <p:cNvSpPr/>
          <p:nvPr/>
        </p:nvSpPr>
        <p:spPr>
          <a:xfrm>
            <a:off x="640080" y="3886200"/>
            <a:ext cx="3977640" cy="2450592"/>
          </a:xfrm>
          <a:prstGeom prst="roundRect">
            <a:avLst/>
          </a:prstGeom>
          <a:solidFill>
            <a:srgbClr val="080808"/>
          </a:solidFill>
          <a:ln w="12700">
            <a:solidFill>
              <a:srgbClr val="303030"/>
            </a:solidFill>
          </a:ln>
        </p:spPr>
        <p:txBody>
          <a:bodyPr/>
          <a:lstStyle/>
          <a:p>
            <a:endParaRPr lang="uk-UA"/>
          </a:p>
        </p:txBody>
      </p:sp>
      <p:sp>
        <p:nvSpPr>
          <p:cNvPr id="63" name="text63"/>
          <p:cNvSpPr txBox="1"/>
          <p:nvPr/>
        </p:nvSpPr>
        <p:spPr>
          <a:xfrm>
            <a:off x="804672" y="4032504"/>
            <a:ext cx="3648456" cy="164592"/>
          </a:xfrm>
          <a:prstGeom prst="rect">
            <a:avLst/>
          </a:prstGeom>
          <a:noFill/>
          <a:ln>
            <a:noFill/>
          </a:ln>
        </p:spPr>
        <p:txBody>
          <a:bodyPr wrap="none" lIns="0" tIns="0" rIns="0" bIns="0">
            <a:normAutofit lnSpcReduction="10000"/>
          </a:bodyPr>
          <a:lstStyle/>
          <a:p>
            <a:pPr algn="l"/>
            <a:r>
              <a:rPr lang="uk-UA" sz="1100" b="1">
                <a:solidFill>
                  <a:srgbClr val="FFFFFF"/>
                </a:solidFill>
                <a:latin typeface="Aptos"/>
                <a:cs typeface="Aptos"/>
              </a:rPr>
              <a:t>ВІТЕР ЗА ВИСОТОЮ · м/с</a:t>
            </a:r>
          </a:p>
        </p:txBody>
      </p:sp>
      <p:sp>
        <p:nvSpPr>
          <p:cNvPr id="64" name="text64"/>
          <p:cNvSpPr txBox="1"/>
          <p:nvPr/>
        </p:nvSpPr>
        <p:spPr>
          <a:xfrm>
            <a:off x="804672" y="4370832"/>
            <a:ext cx="603504" cy="118872"/>
          </a:xfrm>
          <a:prstGeom prst="rect">
            <a:avLst/>
          </a:prstGeom>
          <a:noFill/>
          <a:ln>
            <a:noFill/>
          </a:ln>
        </p:spPr>
        <p:txBody>
          <a:bodyPr wrap="none" lIns="0" tIns="0" rIns="0" bIns="0">
            <a:normAutofit/>
          </a:bodyPr>
          <a:lstStyle/>
          <a:p>
            <a:pPr algn="l"/>
            <a:r>
              <a:rPr lang="uk-UA" sz="700" b="1">
                <a:solidFill>
                  <a:srgbClr val="8F8F8F"/>
                </a:solidFill>
                <a:latin typeface="Aptos"/>
                <a:cs typeface="Aptos"/>
              </a:rPr>
              <a:t>ВИСОТА</a:t>
            </a:r>
          </a:p>
        </p:txBody>
      </p:sp>
      <p:sp>
        <p:nvSpPr>
          <p:cNvPr id="65" name="text65"/>
          <p:cNvSpPr txBox="1"/>
          <p:nvPr/>
        </p:nvSpPr>
        <p:spPr>
          <a:xfrm>
            <a:off x="1517904" y="4370832"/>
            <a:ext cx="786384"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НАПРЯМ</a:t>
            </a:r>
          </a:p>
        </p:txBody>
      </p:sp>
      <p:sp>
        <p:nvSpPr>
          <p:cNvPr id="66" name="text66"/>
          <p:cNvSpPr txBox="1"/>
          <p:nvPr/>
        </p:nvSpPr>
        <p:spPr>
          <a:xfrm>
            <a:off x="2450592" y="4370832"/>
            <a:ext cx="91440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ШВИДКІСТЬ</a:t>
            </a:r>
          </a:p>
        </p:txBody>
      </p:sp>
      <p:sp>
        <p:nvSpPr>
          <p:cNvPr id="67" name="text67"/>
          <p:cNvSpPr txBox="1"/>
          <p:nvPr/>
        </p:nvSpPr>
        <p:spPr>
          <a:xfrm>
            <a:off x="3538728" y="4370832"/>
            <a:ext cx="841248"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ПОРИВИ</a:t>
            </a:r>
          </a:p>
        </p:txBody>
      </p:sp>
      <p:sp>
        <p:nvSpPr>
          <p:cNvPr id="68" name="line68"/>
          <p:cNvSpPr/>
          <p:nvPr/>
        </p:nvSpPr>
        <p:spPr>
          <a:xfrm>
            <a:off x="804672" y="4572000"/>
            <a:ext cx="3648456" cy="0"/>
          </a:xfrm>
          <a:prstGeom prst="line">
            <a:avLst/>
          </a:prstGeom>
          <a:noFill/>
          <a:ln w="6985">
            <a:solidFill>
              <a:srgbClr val="303030"/>
            </a:solidFill>
            <a:prstDash val="solid"/>
          </a:ln>
        </p:spPr>
        <p:txBody>
          <a:bodyPr/>
          <a:lstStyle/>
          <a:p>
            <a:endParaRPr lang="uk-UA"/>
          </a:p>
        </p:txBody>
      </p:sp>
      <p:sp>
        <p:nvSpPr>
          <p:cNvPr id="69" name="text69"/>
          <p:cNvSpPr txBox="1"/>
          <p:nvPr/>
        </p:nvSpPr>
        <p:spPr>
          <a:xfrm>
            <a:off x="804672" y="4709160"/>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10 м</a:t>
            </a:r>
          </a:p>
        </p:txBody>
      </p:sp>
      <p:pic>
        <p:nvPicPr>
          <p:cNvPr id="70" name="wind summary"/>
          <p:cNvPicPr/>
          <p:nvPr/>
        </p:nvPicPr>
        <p:blipFill>
          <a:blip r:embed="rId4"/>
          <a:stretch>
            <a:fillRect/>
          </a:stretch>
        </p:blipFill>
        <p:spPr>
          <a:xfrm rot="18485875">
            <a:off x="1517904" y="4686300"/>
            <a:ext cx="219456" cy="219456"/>
          </a:xfrm>
          <a:prstGeom prst="rect">
            <a:avLst/>
          </a:prstGeom>
        </p:spPr>
      </p:pic>
      <p:sp>
        <p:nvSpPr>
          <p:cNvPr id="71" name="text71"/>
          <p:cNvSpPr txBox="1"/>
          <p:nvPr/>
        </p:nvSpPr>
        <p:spPr>
          <a:xfrm>
            <a:off x="1801368" y="4709160"/>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72" name="text72"/>
          <p:cNvSpPr txBox="1"/>
          <p:nvPr/>
        </p:nvSpPr>
        <p:spPr>
          <a:xfrm>
            <a:off x="2450592" y="4709160"/>
            <a:ext cx="914400"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2–5</a:t>
            </a:r>
          </a:p>
        </p:txBody>
      </p:sp>
      <p:sp>
        <p:nvSpPr>
          <p:cNvPr id="73" name="text73"/>
          <p:cNvSpPr txBox="1"/>
          <p:nvPr/>
        </p:nvSpPr>
        <p:spPr>
          <a:xfrm>
            <a:off x="3538728" y="4709160"/>
            <a:ext cx="841248" cy="164592"/>
          </a:xfrm>
          <a:prstGeom prst="rect">
            <a:avLst/>
          </a:prstGeom>
          <a:noFill/>
          <a:ln>
            <a:noFill/>
          </a:ln>
        </p:spPr>
        <p:txBody>
          <a:bodyPr wrap="none" lIns="0" tIns="0" rIns="0" bIns="0">
            <a:normAutofit lnSpcReduction="10000"/>
          </a:bodyPr>
          <a:lstStyle/>
          <a:p>
            <a:pPr algn="ctr"/>
            <a:r>
              <a:rPr lang="uk-UA" sz="1100" b="1">
                <a:solidFill>
                  <a:srgbClr val="F39C4A"/>
                </a:solidFill>
                <a:latin typeface="Aptos"/>
                <a:cs typeface="Aptos"/>
              </a:rPr>
              <a:t>12</a:t>
            </a:r>
          </a:p>
        </p:txBody>
      </p:sp>
      <p:sp>
        <p:nvSpPr>
          <p:cNvPr id="74" name="line74"/>
          <p:cNvSpPr/>
          <p:nvPr/>
        </p:nvSpPr>
        <p:spPr>
          <a:xfrm>
            <a:off x="804672" y="5056632"/>
            <a:ext cx="3648456" cy="0"/>
          </a:xfrm>
          <a:prstGeom prst="line">
            <a:avLst/>
          </a:prstGeom>
          <a:noFill/>
          <a:ln w="5080">
            <a:solidFill>
              <a:srgbClr val="242424"/>
            </a:solidFill>
            <a:prstDash val="solid"/>
          </a:ln>
        </p:spPr>
        <p:txBody>
          <a:bodyPr/>
          <a:lstStyle/>
          <a:p>
            <a:endParaRPr lang="uk-UA"/>
          </a:p>
        </p:txBody>
      </p:sp>
      <p:sp>
        <p:nvSpPr>
          <p:cNvPr id="75" name="text75"/>
          <p:cNvSpPr txBox="1"/>
          <p:nvPr/>
        </p:nvSpPr>
        <p:spPr>
          <a:xfrm>
            <a:off x="804672" y="5193792"/>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300 м</a:t>
            </a:r>
          </a:p>
        </p:txBody>
      </p:sp>
      <p:pic>
        <p:nvPicPr>
          <p:cNvPr id="76" name="wind summary"/>
          <p:cNvPicPr/>
          <p:nvPr/>
        </p:nvPicPr>
        <p:blipFill>
          <a:blip r:embed="rId4"/>
          <a:stretch>
            <a:fillRect/>
          </a:stretch>
        </p:blipFill>
        <p:spPr>
          <a:xfrm rot="19373688">
            <a:off x="1517904" y="5170932"/>
            <a:ext cx="219456" cy="219456"/>
          </a:xfrm>
          <a:prstGeom prst="rect">
            <a:avLst/>
          </a:prstGeom>
        </p:spPr>
      </p:pic>
      <p:sp>
        <p:nvSpPr>
          <p:cNvPr id="77" name="text77"/>
          <p:cNvSpPr txBox="1"/>
          <p:nvPr/>
        </p:nvSpPr>
        <p:spPr>
          <a:xfrm>
            <a:off x="1801368" y="5193792"/>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78" name="text78"/>
          <p:cNvSpPr txBox="1"/>
          <p:nvPr/>
        </p:nvSpPr>
        <p:spPr>
          <a:xfrm>
            <a:off x="2450592" y="5193792"/>
            <a:ext cx="914400" cy="164592"/>
          </a:xfrm>
          <a:prstGeom prst="rect">
            <a:avLst/>
          </a:prstGeom>
          <a:noFill/>
          <a:ln>
            <a:noFill/>
          </a:ln>
        </p:spPr>
        <p:txBody>
          <a:bodyPr wrap="none" lIns="0" tIns="0" rIns="0" bIns="0">
            <a:normAutofit lnSpcReduction="10000"/>
          </a:bodyPr>
          <a:lstStyle/>
          <a:p>
            <a:pPr algn="ctr"/>
            <a:r>
              <a:rPr lang="uk-UA" sz="1100" b="1">
                <a:solidFill>
                  <a:srgbClr val="F0C84B"/>
                </a:solidFill>
                <a:latin typeface="Aptos"/>
                <a:cs typeface="Aptos"/>
              </a:rPr>
              <a:t>7–12</a:t>
            </a:r>
          </a:p>
        </p:txBody>
      </p:sp>
      <p:sp>
        <p:nvSpPr>
          <p:cNvPr id="79" name="text79"/>
          <p:cNvSpPr txBox="1"/>
          <p:nvPr/>
        </p:nvSpPr>
        <p:spPr>
          <a:xfrm>
            <a:off x="3538728" y="5193792"/>
            <a:ext cx="841248" cy="164592"/>
          </a:xfrm>
          <a:prstGeom prst="rect">
            <a:avLst/>
          </a:prstGeom>
          <a:noFill/>
          <a:ln>
            <a:noFill/>
          </a:ln>
        </p:spPr>
        <p:txBody>
          <a:bodyPr wrap="none" lIns="0" tIns="0" rIns="0" bIns="0">
            <a:normAutofit lnSpcReduction="10000"/>
          </a:bodyPr>
          <a:lstStyle/>
          <a:p>
            <a:pPr algn="ctr"/>
            <a:r>
              <a:rPr lang="uk-UA" sz="1100" b="1">
                <a:solidFill>
                  <a:srgbClr val="E65C5C"/>
                </a:solidFill>
                <a:latin typeface="Aptos"/>
                <a:cs typeface="Aptos"/>
              </a:rPr>
              <a:t>≈17</a:t>
            </a:r>
          </a:p>
        </p:txBody>
      </p:sp>
      <p:sp>
        <p:nvSpPr>
          <p:cNvPr id="80" name="line80"/>
          <p:cNvSpPr/>
          <p:nvPr/>
        </p:nvSpPr>
        <p:spPr>
          <a:xfrm>
            <a:off x="804672" y="5541264"/>
            <a:ext cx="3648456" cy="0"/>
          </a:xfrm>
          <a:prstGeom prst="line">
            <a:avLst/>
          </a:prstGeom>
          <a:noFill/>
          <a:ln w="5080">
            <a:solidFill>
              <a:srgbClr val="242424"/>
            </a:solidFill>
            <a:prstDash val="solid"/>
          </a:ln>
        </p:spPr>
        <p:txBody>
          <a:bodyPr/>
          <a:lstStyle/>
          <a:p>
            <a:endParaRPr lang="uk-UA"/>
          </a:p>
        </p:txBody>
      </p:sp>
      <p:sp>
        <p:nvSpPr>
          <p:cNvPr id="81" name="text81"/>
          <p:cNvSpPr txBox="1"/>
          <p:nvPr/>
        </p:nvSpPr>
        <p:spPr>
          <a:xfrm>
            <a:off x="804672" y="5678424"/>
            <a:ext cx="603504"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1000 м</a:t>
            </a:r>
          </a:p>
        </p:txBody>
      </p:sp>
      <p:pic>
        <p:nvPicPr>
          <p:cNvPr id="82" name="wind summary"/>
          <p:cNvPicPr/>
          <p:nvPr/>
        </p:nvPicPr>
        <p:blipFill>
          <a:blip r:embed="rId4"/>
          <a:stretch>
            <a:fillRect/>
          </a:stretch>
        </p:blipFill>
        <p:spPr>
          <a:xfrm rot="19476165">
            <a:off x="1517904" y="5655564"/>
            <a:ext cx="219456" cy="219456"/>
          </a:xfrm>
          <a:prstGeom prst="rect">
            <a:avLst/>
          </a:prstGeom>
        </p:spPr>
      </p:pic>
      <p:sp>
        <p:nvSpPr>
          <p:cNvPr id="83" name="text83"/>
          <p:cNvSpPr txBox="1"/>
          <p:nvPr/>
        </p:nvSpPr>
        <p:spPr>
          <a:xfrm>
            <a:off x="1801368" y="5678424"/>
            <a:ext cx="502920" cy="164592"/>
          </a:xfrm>
          <a:prstGeom prst="rect">
            <a:avLst/>
          </a:prstGeom>
          <a:noFill/>
          <a:ln>
            <a:noFill/>
          </a:ln>
        </p:spPr>
        <p:txBody>
          <a:bodyPr wrap="none" lIns="0" tIns="0" rIns="0" bIns="0">
            <a:normAutofit/>
          </a:bodyPr>
          <a:lstStyle/>
          <a:p>
            <a:pPr algn="l"/>
            <a:r>
              <a:rPr lang="uk-UA" sz="1000" b="1">
                <a:solidFill>
                  <a:srgbClr val="FFFFFF"/>
                </a:solidFill>
                <a:latin typeface="Aptos"/>
                <a:cs typeface="Aptos"/>
              </a:rPr>
              <a:t>ПнЗх</a:t>
            </a:r>
          </a:p>
        </p:txBody>
      </p:sp>
      <p:sp>
        <p:nvSpPr>
          <p:cNvPr id="84" name="text84"/>
          <p:cNvSpPr txBox="1"/>
          <p:nvPr/>
        </p:nvSpPr>
        <p:spPr>
          <a:xfrm>
            <a:off x="2450592" y="5678424"/>
            <a:ext cx="914400" cy="164592"/>
          </a:xfrm>
          <a:prstGeom prst="rect">
            <a:avLst/>
          </a:prstGeom>
          <a:noFill/>
          <a:ln>
            <a:noFill/>
          </a:ln>
        </p:spPr>
        <p:txBody>
          <a:bodyPr wrap="none" lIns="0" tIns="0" rIns="0" bIns="0">
            <a:normAutofit lnSpcReduction="10000"/>
          </a:bodyPr>
          <a:lstStyle/>
          <a:p>
            <a:pPr algn="ctr"/>
            <a:r>
              <a:rPr lang="uk-UA" sz="1100" b="1">
                <a:solidFill>
                  <a:srgbClr val="F39C4A"/>
                </a:solidFill>
                <a:latin typeface="Aptos"/>
                <a:cs typeface="Aptos"/>
              </a:rPr>
              <a:t>7–13</a:t>
            </a:r>
          </a:p>
        </p:txBody>
      </p:sp>
      <p:sp>
        <p:nvSpPr>
          <p:cNvPr id="85" name="text85"/>
          <p:cNvSpPr txBox="1"/>
          <p:nvPr/>
        </p:nvSpPr>
        <p:spPr>
          <a:xfrm>
            <a:off x="3538728" y="5678424"/>
            <a:ext cx="841248" cy="164592"/>
          </a:xfrm>
          <a:prstGeom prst="rect">
            <a:avLst/>
          </a:prstGeom>
          <a:noFill/>
          <a:ln>
            <a:noFill/>
          </a:ln>
        </p:spPr>
        <p:txBody>
          <a:bodyPr wrap="none" lIns="0" tIns="0" rIns="0" bIns="0">
            <a:normAutofit lnSpcReduction="10000"/>
          </a:bodyPr>
          <a:lstStyle/>
          <a:p>
            <a:pPr algn="ctr"/>
            <a:r>
              <a:rPr lang="uk-UA" sz="1100" b="1">
                <a:solidFill>
                  <a:srgbClr val="E65C5C"/>
                </a:solidFill>
                <a:latin typeface="Aptos"/>
                <a:cs typeface="Aptos"/>
              </a:rPr>
              <a:t>≈20</a:t>
            </a:r>
          </a:p>
        </p:txBody>
      </p:sp>
      <p:sp>
        <p:nvSpPr>
          <p:cNvPr id="86" name="shape86"/>
          <p:cNvSpPr/>
          <p:nvPr/>
        </p:nvSpPr>
        <p:spPr>
          <a:xfrm>
            <a:off x="4846320" y="3886200"/>
            <a:ext cx="6537960" cy="2450592"/>
          </a:xfrm>
          <a:prstGeom prst="roundRect">
            <a:avLst/>
          </a:prstGeom>
          <a:solidFill>
            <a:srgbClr val="080808"/>
          </a:solidFill>
          <a:ln w="12700">
            <a:solidFill>
              <a:srgbClr val="303030"/>
            </a:solidFill>
          </a:ln>
        </p:spPr>
        <p:txBody>
          <a:bodyPr/>
          <a:lstStyle/>
          <a:p>
            <a:endParaRPr lang="uk-UA"/>
          </a:p>
        </p:txBody>
      </p:sp>
      <p:sp>
        <p:nvSpPr>
          <p:cNvPr id="87" name="text87"/>
          <p:cNvSpPr txBox="1"/>
          <p:nvPr/>
        </p:nvSpPr>
        <p:spPr>
          <a:xfrm>
            <a:off x="5029200" y="4032504"/>
            <a:ext cx="6172200" cy="164592"/>
          </a:xfrm>
          <a:prstGeom prst="rect">
            <a:avLst/>
          </a:prstGeom>
          <a:noFill/>
          <a:ln>
            <a:noFill/>
          </a:ln>
        </p:spPr>
        <p:txBody>
          <a:bodyPr wrap="none" lIns="0" tIns="0" rIns="0" bIns="0">
            <a:normAutofit lnSpcReduction="10000"/>
          </a:bodyPr>
          <a:lstStyle/>
          <a:p>
            <a:pPr algn="l"/>
            <a:r>
              <a:rPr lang="uk-UA" sz="1100" b="1">
                <a:solidFill>
                  <a:srgbClr val="FFFFFF"/>
                </a:solidFill>
                <a:latin typeface="Aptos"/>
                <a:cs typeface="Aptos"/>
              </a:rPr>
              <a:t>СОНЦЕ І СУТІНКИ</a:t>
            </a:r>
          </a:p>
        </p:txBody>
      </p:sp>
      <p:sp>
        <p:nvSpPr>
          <p:cNvPr id="88" name="text88"/>
          <p:cNvSpPr txBox="1"/>
          <p:nvPr/>
        </p:nvSpPr>
        <p:spPr>
          <a:xfrm>
            <a:off x="502920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ЗАХІД 06.09</a:t>
            </a:r>
          </a:p>
        </p:txBody>
      </p:sp>
      <p:sp>
        <p:nvSpPr>
          <p:cNvPr id="89" name="text89"/>
          <p:cNvSpPr txBox="1"/>
          <p:nvPr/>
        </p:nvSpPr>
        <p:spPr>
          <a:xfrm>
            <a:off x="502920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19:07</a:t>
            </a:r>
          </a:p>
        </p:txBody>
      </p:sp>
      <p:sp>
        <p:nvSpPr>
          <p:cNvPr id="90" name="text90"/>
          <p:cNvSpPr txBox="1"/>
          <p:nvPr/>
        </p:nvSpPr>
        <p:spPr>
          <a:xfrm>
            <a:off x="626364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СХІД 07.09</a:t>
            </a:r>
          </a:p>
        </p:txBody>
      </p:sp>
      <p:sp>
        <p:nvSpPr>
          <p:cNvPr id="91" name="text91"/>
          <p:cNvSpPr txBox="1"/>
          <p:nvPr/>
        </p:nvSpPr>
        <p:spPr>
          <a:xfrm>
            <a:off x="626364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05:56</a:t>
            </a:r>
          </a:p>
        </p:txBody>
      </p:sp>
      <p:sp>
        <p:nvSpPr>
          <p:cNvPr id="92" name="text92"/>
          <p:cNvSpPr txBox="1"/>
          <p:nvPr/>
        </p:nvSpPr>
        <p:spPr>
          <a:xfrm>
            <a:off x="749808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НІЧ (ТРИВАЛІСТЬ)</a:t>
            </a:r>
          </a:p>
        </p:txBody>
      </p:sp>
      <p:sp>
        <p:nvSpPr>
          <p:cNvPr id="93" name="text93"/>
          <p:cNvSpPr txBox="1"/>
          <p:nvPr/>
        </p:nvSpPr>
        <p:spPr>
          <a:xfrm>
            <a:off x="749808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10:49</a:t>
            </a:r>
          </a:p>
        </p:txBody>
      </p:sp>
      <p:sp>
        <p:nvSpPr>
          <p:cNvPr id="94" name="text94"/>
          <p:cNvSpPr txBox="1"/>
          <p:nvPr/>
        </p:nvSpPr>
        <p:spPr>
          <a:xfrm>
            <a:off x="873252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ЗЕНІТ 07.09</a:t>
            </a:r>
          </a:p>
        </p:txBody>
      </p:sp>
      <p:sp>
        <p:nvSpPr>
          <p:cNvPr id="95" name="text95"/>
          <p:cNvSpPr txBox="1"/>
          <p:nvPr/>
        </p:nvSpPr>
        <p:spPr>
          <a:xfrm>
            <a:off x="873252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12:30</a:t>
            </a:r>
          </a:p>
        </p:txBody>
      </p:sp>
      <p:sp>
        <p:nvSpPr>
          <p:cNvPr id="96" name="text96"/>
          <p:cNvSpPr txBox="1"/>
          <p:nvPr/>
        </p:nvSpPr>
        <p:spPr>
          <a:xfrm>
            <a:off x="9966960" y="4315968"/>
            <a:ext cx="12344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ДЕНЬ (ТРИВАЛІСТЬ)</a:t>
            </a:r>
          </a:p>
        </p:txBody>
      </p:sp>
      <p:sp>
        <p:nvSpPr>
          <p:cNvPr id="97" name="text97"/>
          <p:cNvSpPr txBox="1"/>
          <p:nvPr/>
        </p:nvSpPr>
        <p:spPr>
          <a:xfrm>
            <a:off x="9966960" y="4471416"/>
            <a:ext cx="12344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13:09</a:t>
            </a:r>
          </a:p>
        </p:txBody>
      </p:sp>
      <p:sp>
        <p:nvSpPr>
          <p:cNvPr id="98" name="line98"/>
          <p:cNvSpPr/>
          <p:nvPr/>
        </p:nvSpPr>
        <p:spPr>
          <a:xfrm>
            <a:off x="5029200" y="4681728"/>
            <a:ext cx="6172200" cy="0"/>
          </a:xfrm>
          <a:prstGeom prst="line">
            <a:avLst/>
          </a:prstGeom>
          <a:noFill/>
          <a:ln w="6985">
            <a:solidFill>
              <a:srgbClr val="303030"/>
            </a:solidFill>
            <a:prstDash val="solid"/>
          </a:ln>
        </p:spPr>
        <p:txBody>
          <a:bodyPr/>
          <a:lstStyle/>
          <a:p>
            <a:endParaRPr lang="uk-UA"/>
          </a:p>
        </p:txBody>
      </p:sp>
      <p:sp>
        <p:nvSpPr>
          <p:cNvPr id="99" name="text99"/>
          <p:cNvSpPr txBox="1"/>
          <p:nvPr/>
        </p:nvSpPr>
        <p:spPr>
          <a:xfrm>
            <a:off x="5029200" y="4800600"/>
            <a:ext cx="1600200" cy="118872"/>
          </a:xfrm>
          <a:prstGeom prst="rect">
            <a:avLst/>
          </a:prstGeom>
          <a:noFill/>
          <a:ln>
            <a:noFill/>
          </a:ln>
        </p:spPr>
        <p:txBody>
          <a:bodyPr wrap="none" lIns="0" tIns="0" rIns="0" bIns="0">
            <a:normAutofit/>
          </a:bodyPr>
          <a:lstStyle/>
          <a:p>
            <a:pPr algn="l"/>
            <a:r>
              <a:rPr lang="uk-UA" sz="700" b="1">
                <a:solidFill>
                  <a:srgbClr val="8F8F8F"/>
                </a:solidFill>
                <a:latin typeface="Aptos"/>
                <a:cs typeface="Aptos"/>
              </a:rPr>
              <a:t>СУТІНКИ</a:t>
            </a:r>
          </a:p>
        </p:txBody>
      </p:sp>
      <p:sp>
        <p:nvSpPr>
          <p:cNvPr id="100" name="text100"/>
          <p:cNvSpPr txBox="1"/>
          <p:nvPr/>
        </p:nvSpPr>
        <p:spPr>
          <a:xfrm>
            <a:off x="6995160" y="4800600"/>
            <a:ext cx="16916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ВЕЧІР 06.09</a:t>
            </a:r>
          </a:p>
        </p:txBody>
      </p:sp>
      <p:sp>
        <p:nvSpPr>
          <p:cNvPr id="101" name="text101"/>
          <p:cNvSpPr txBox="1"/>
          <p:nvPr/>
        </p:nvSpPr>
        <p:spPr>
          <a:xfrm>
            <a:off x="9189720" y="4800600"/>
            <a:ext cx="1691640" cy="118872"/>
          </a:xfrm>
          <a:prstGeom prst="rect">
            <a:avLst/>
          </a:prstGeom>
          <a:noFill/>
          <a:ln>
            <a:noFill/>
          </a:ln>
        </p:spPr>
        <p:txBody>
          <a:bodyPr wrap="none" lIns="0" tIns="0" rIns="0" bIns="0">
            <a:normAutofit/>
          </a:bodyPr>
          <a:lstStyle/>
          <a:p>
            <a:pPr algn="ctr"/>
            <a:r>
              <a:rPr lang="uk-UA" sz="700" b="1">
                <a:solidFill>
                  <a:srgbClr val="8F8F8F"/>
                </a:solidFill>
                <a:latin typeface="Aptos"/>
                <a:cs typeface="Aptos"/>
              </a:rPr>
              <a:t>РАНОК 07.09</a:t>
            </a:r>
          </a:p>
        </p:txBody>
      </p:sp>
      <p:sp>
        <p:nvSpPr>
          <p:cNvPr id="102" name="text102"/>
          <p:cNvSpPr txBox="1"/>
          <p:nvPr/>
        </p:nvSpPr>
        <p:spPr>
          <a:xfrm>
            <a:off x="5029200" y="5056632"/>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Цивільні</a:t>
            </a:r>
          </a:p>
        </p:txBody>
      </p:sp>
      <p:sp>
        <p:nvSpPr>
          <p:cNvPr id="103" name="text103"/>
          <p:cNvSpPr txBox="1"/>
          <p:nvPr/>
        </p:nvSpPr>
        <p:spPr>
          <a:xfrm>
            <a:off x="6995160" y="5056632"/>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19:07–19:42</a:t>
            </a:r>
          </a:p>
        </p:txBody>
      </p:sp>
      <p:sp>
        <p:nvSpPr>
          <p:cNvPr id="104" name="text104"/>
          <p:cNvSpPr txBox="1"/>
          <p:nvPr/>
        </p:nvSpPr>
        <p:spPr>
          <a:xfrm>
            <a:off x="9189720" y="5056632"/>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05:21–05:56</a:t>
            </a:r>
          </a:p>
        </p:txBody>
      </p:sp>
      <p:sp>
        <p:nvSpPr>
          <p:cNvPr id="105" name="text105"/>
          <p:cNvSpPr txBox="1"/>
          <p:nvPr/>
        </p:nvSpPr>
        <p:spPr>
          <a:xfrm>
            <a:off x="5029200" y="5404104"/>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Навігаційні</a:t>
            </a:r>
          </a:p>
        </p:txBody>
      </p:sp>
      <p:sp>
        <p:nvSpPr>
          <p:cNvPr id="106" name="text106"/>
          <p:cNvSpPr txBox="1"/>
          <p:nvPr/>
        </p:nvSpPr>
        <p:spPr>
          <a:xfrm>
            <a:off x="6995160" y="5404104"/>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19:42–20:23</a:t>
            </a:r>
          </a:p>
        </p:txBody>
      </p:sp>
      <p:sp>
        <p:nvSpPr>
          <p:cNvPr id="107" name="text107"/>
          <p:cNvSpPr txBox="1"/>
          <p:nvPr/>
        </p:nvSpPr>
        <p:spPr>
          <a:xfrm>
            <a:off x="9189720" y="5404104"/>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04:40–05:21</a:t>
            </a:r>
          </a:p>
        </p:txBody>
      </p:sp>
      <p:sp>
        <p:nvSpPr>
          <p:cNvPr id="108" name="text108"/>
          <p:cNvSpPr txBox="1"/>
          <p:nvPr/>
        </p:nvSpPr>
        <p:spPr>
          <a:xfrm>
            <a:off x="5029200" y="5751576"/>
            <a:ext cx="1600200" cy="164592"/>
          </a:xfrm>
          <a:prstGeom prst="rect">
            <a:avLst/>
          </a:prstGeom>
          <a:noFill/>
          <a:ln>
            <a:noFill/>
          </a:ln>
        </p:spPr>
        <p:txBody>
          <a:bodyPr wrap="none" lIns="0" tIns="0" rIns="0" bIns="0">
            <a:normAutofit/>
          </a:bodyPr>
          <a:lstStyle/>
          <a:p>
            <a:pPr algn="l"/>
            <a:r>
              <a:rPr lang="uk-UA" sz="900" b="1">
                <a:solidFill>
                  <a:srgbClr val="D0D0D0"/>
                </a:solidFill>
                <a:latin typeface="Aptos"/>
                <a:cs typeface="Aptos"/>
              </a:rPr>
              <a:t>Астрономічні</a:t>
            </a:r>
          </a:p>
        </p:txBody>
      </p:sp>
      <p:sp>
        <p:nvSpPr>
          <p:cNvPr id="109" name="text109"/>
          <p:cNvSpPr txBox="1"/>
          <p:nvPr/>
        </p:nvSpPr>
        <p:spPr>
          <a:xfrm>
            <a:off x="6995160" y="5751576"/>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20:23–21:07</a:t>
            </a:r>
          </a:p>
        </p:txBody>
      </p:sp>
      <p:sp>
        <p:nvSpPr>
          <p:cNvPr id="110" name="text110"/>
          <p:cNvSpPr txBox="1"/>
          <p:nvPr/>
        </p:nvSpPr>
        <p:spPr>
          <a:xfrm>
            <a:off x="9189720" y="5751576"/>
            <a:ext cx="1691640" cy="164592"/>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03:57–04:40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Погодинний прогноз</a:t>
            </a:r>
          </a:p>
        </p:txBody>
      </p:sp>
      <p:sp>
        <p:nvSpPr>
          <p:cNvPr id="13" name="text13"/>
          <p:cNvSpPr txBox="1"/>
          <p:nvPr/>
        </p:nvSpPr>
        <p:spPr>
          <a:xfrm>
            <a:off x="1005840" y="530352"/>
            <a:ext cx="10058400" cy="182880"/>
          </a:xfrm>
          <a:prstGeom prst="rect">
            <a:avLst/>
          </a:prstGeom>
          <a:noFill/>
          <a:ln>
            <a:noFill/>
          </a:ln>
        </p:spPr>
        <p:txBody>
          <a:bodyPr wrap="none" lIns="0" tIns="0" rIns="0" bIns="0">
            <a:normAutofit/>
          </a:bodyPr>
          <a:lstStyle/>
          <a:p>
            <a:pPr algn="ctr"/>
            <a:r>
              <a:rPr lang="uk-UA" sz="900">
                <a:solidFill>
                  <a:srgbClr val="B8B8B8"/>
                </a:solidFill>
                <a:latin typeface="Aptos"/>
                <a:cs typeface="Aptos"/>
              </a:rPr>
              <a:t>06.09 18:00 — 07.09 18:00</a:t>
            </a:r>
          </a:p>
        </p:txBody>
      </p:sp>
      <p:sp>
        <p:nvSpPr>
          <p:cNvPr id="14" name="shape14"/>
          <p:cNvSpPr/>
          <p:nvPr/>
        </p:nvSpPr>
        <p:spPr>
          <a:xfrm>
            <a:off x="274320" y="1005840"/>
            <a:ext cx="11640312" cy="10973"/>
          </a:xfrm>
          <a:prstGeom prst="rect">
            <a:avLst/>
          </a:prstGeom>
          <a:solidFill>
            <a:srgbClr val="5A5A5A"/>
          </a:solidFill>
          <a:ln>
            <a:noFill/>
          </a:ln>
        </p:spPr>
        <p:txBody>
          <a:bodyPr/>
          <a:lstStyle/>
          <a:p>
            <a:endParaRPr lang="uk-UA"/>
          </a:p>
        </p:txBody>
      </p:sp>
      <p:sp>
        <p:nvSpPr>
          <p:cNvPr id="15" name="text15"/>
          <p:cNvSpPr txBox="1"/>
          <p:nvPr/>
        </p:nvSpPr>
        <p:spPr>
          <a:xfrm>
            <a:off x="640080" y="1298448"/>
            <a:ext cx="10927080" cy="841248"/>
          </a:xfrm>
          <a:prstGeom prst="rect">
            <a:avLst/>
          </a:prstGeom>
          <a:noFill/>
          <a:ln>
            <a:noFill/>
          </a:ln>
        </p:spPr>
        <p:txBody>
          <a:bodyPr wrap="square" lIns="0" tIns="0" rIns="0" bIns="0">
            <a:normAutofit/>
          </a:bodyPr>
          <a:lstStyle/>
          <a:p>
            <a:pPr algn="l"/>
            <a:r>
              <a:rPr lang="uk-UA" sz="1200">
                <a:solidFill>
                  <a:srgbClr val="FFFFFF"/>
                </a:solidFill>
                <a:latin typeface="Aptos"/>
                <a:cs typeface="Aptos"/>
              </a:rPr>
              <a:t>Хмарність: мінлива. Опади: істотні не очікуються. Видимість: переважно добра.</a:t>
            </a:r>
          </a:p>
          <a:p>
            <a:pPr algn="l"/>
            <a:endParaRPr lang="uk-UA" sz="1200">
              <a:solidFill>
                <a:srgbClr val="FFFFFF"/>
              </a:solidFill>
              <a:latin typeface="Aptos"/>
              <a:cs typeface="Aptos"/>
            </a:endParaRPr>
          </a:p>
          <a:p>
            <a:pPr algn="l"/>
            <a:r>
              <a:rPr lang="uk-UA" sz="1200">
                <a:solidFill>
                  <a:srgbClr val="FFFFFF"/>
                </a:solidFill>
                <a:latin typeface="Aptos"/>
                <a:cs typeface="Aptos"/>
              </a:rPr>
              <a:t>Температура +10…+19 °C. Вітер ПнЗх, 2–5 м/с. Максимальні пориви 12 м/с.</a:t>
            </a:r>
          </a:p>
        </p:txBody>
      </p:sp>
      <p:sp>
        <p:nvSpPr>
          <p:cNvPr id="16" name="line16"/>
          <p:cNvSpPr/>
          <p:nvPr/>
        </p:nvSpPr>
        <p:spPr>
          <a:xfrm>
            <a:off x="274320" y="2331720"/>
            <a:ext cx="11640312" cy="0"/>
          </a:xfrm>
          <a:prstGeom prst="line">
            <a:avLst/>
          </a:prstGeom>
          <a:noFill/>
          <a:ln w="9525">
            <a:solidFill>
              <a:srgbClr val="505050"/>
            </a:solidFill>
            <a:prstDash val="solid"/>
          </a:ln>
        </p:spPr>
        <p:txBody>
          <a:bodyPr/>
          <a:lstStyle/>
          <a:p>
            <a:endParaRPr lang="uk-UA"/>
          </a:p>
        </p:txBody>
      </p:sp>
      <p:sp>
        <p:nvSpPr>
          <p:cNvPr id="17" name="line17"/>
          <p:cNvSpPr/>
          <p:nvPr/>
        </p:nvSpPr>
        <p:spPr>
          <a:xfrm>
            <a:off x="274320" y="2587752"/>
            <a:ext cx="11640312" cy="0"/>
          </a:xfrm>
          <a:prstGeom prst="line">
            <a:avLst/>
          </a:prstGeom>
          <a:noFill/>
          <a:ln w="5715">
            <a:solidFill>
              <a:srgbClr val="303030"/>
            </a:solidFill>
            <a:prstDash val="solid"/>
          </a:ln>
        </p:spPr>
        <p:txBody>
          <a:bodyPr/>
          <a:lstStyle/>
          <a:p>
            <a:endParaRPr lang="uk-UA"/>
          </a:p>
        </p:txBody>
      </p:sp>
      <p:sp>
        <p:nvSpPr>
          <p:cNvPr id="18" name="line18"/>
          <p:cNvSpPr/>
          <p:nvPr/>
        </p:nvSpPr>
        <p:spPr>
          <a:xfrm>
            <a:off x="274320" y="2953512"/>
            <a:ext cx="11640312" cy="0"/>
          </a:xfrm>
          <a:prstGeom prst="line">
            <a:avLst/>
          </a:prstGeom>
          <a:noFill/>
          <a:ln w="9525">
            <a:solidFill>
              <a:srgbClr val="505050"/>
            </a:solidFill>
            <a:prstDash val="solid"/>
          </a:ln>
        </p:spPr>
        <p:txBody>
          <a:bodyPr/>
          <a:lstStyle/>
          <a:p>
            <a:endParaRPr lang="uk-UA"/>
          </a:p>
        </p:txBody>
      </p:sp>
      <p:sp>
        <p:nvSpPr>
          <p:cNvPr id="19" name="line19"/>
          <p:cNvSpPr/>
          <p:nvPr/>
        </p:nvSpPr>
        <p:spPr>
          <a:xfrm>
            <a:off x="1664208" y="2587752"/>
            <a:ext cx="0" cy="3566160"/>
          </a:xfrm>
          <a:prstGeom prst="line">
            <a:avLst/>
          </a:prstGeom>
          <a:noFill/>
          <a:ln w="8255">
            <a:solidFill>
              <a:srgbClr val="505050"/>
            </a:solidFill>
            <a:prstDash val="solid"/>
          </a:ln>
        </p:spPr>
        <p:txBody>
          <a:bodyPr/>
          <a:lstStyle/>
          <a:p>
            <a:endParaRPr lang="uk-UA"/>
          </a:p>
        </p:txBody>
      </p:sp>
      <p:sp>
        <p:nvSpPr>
          <p:cNvPr id="20" name="text20"/>
          <p:cNvSpPr txBox="1"/>
          <p:nvPr/>
        </p:nvSpPr>
        <p:spPr>
          <a:xfrm>
            <a:off x="1664208" y="2368296"/>
            <a:ext cx="2562606" cy="182880"/>
          </a:xfrm>
          <a:prstGeom prst="rect">
            <a:avLst/>
          </a:prstGeom>
          <a:noFill/>
          <a:ln>
            <a:noFill/>
          </a:ln>
        </p:spPr>
        <p:txBody>
          <a:bodyPr wrap="none" lIns="0" tIns="0" rIns="0" bIns="0">
            <a:normAutofit/>
          </a:bodyPr>
          <a:lstStyle/>
          <a:p>
            <a:pPr algn="ctr"/>
            <a:r>
              <a:rPr lang="uk-UA" sz="1000" b="1">
                <a:solidFill>
                  <a:srgbClr val="8F8F8F"/>
                </a:solidFill>
                <a:latin typeface="Aptos"/>
                <a:cs typeface="Aptos"/>
              </a:rPr>
              <a:t>06.09</a:t>
            </a:r>
          </a:p>
        </p:txBody>
      </p:sp>
      <p:sp>
        <p:nvSpPr>
          <p:cNvPr id="21" name="text21"/>
          <p:cNvSpPr txBox="1"/>
          <p:nvPr/>
        </p:nvSpPr>
        <p:spPr>
          <a:xfrm>
            <a:off x="4226814" y="2368296"/>
            <a:ext cx="7687818" cy="182880"/>
          </a:xfrm>
          <a:prstGeom prst="rect">
            <a:avLst/>
          </a:prstGeom>
          <a:noFill/>
          <a:ln>
            <a:noFill/>
          </a:ln>
        </p:spPr>
        <p:txBody>
          <a:bodyPr wrap="none" lIns="0" tIns="0" rIns="0" bIns="0">
            <a:normAutofit/>
          </a:bodyPr>
          <a:lstStyle/>
          <a:p>
            <a:pPr algn="ctr"/>
            <a:r>
              <a:rPr lang="uk-UA" sz="1000" b="1">
                <a:solidFill>
                  <a:srgbClr val="8F8F8F"/>
                </a:solidFill>
                <a:latin typeface="Aptos"/>
                <a:cs typeface="Aptos"/>
              </a:rPr>
              <a:t>07.09</a:t>
            </a:r>
          </a:p>
        </p:txBody>
      </p:sp>
      <p:sp>
        <p:nvSpPr>
          <p:cNvPr id="22" name="text22"/>
          <p:cNvSpPr txBox="1"/>
          <p:nvPr/>
        </p:nvSpPr>
        <p:spPr>
          <a:xfrm>
            <a:off x="347472" y="2679192"/>
            <a:ext cx="1243584" cy="182880"/>
          </a:xfrm>
          <a:prstGeom prst="rect">
            <a:avLst/>
          </a:prstGeom>
          <a:noFill/>
          <a:ln>
            <a:noFill/>
          </a:ln>
        </p:spPr>
        <p:txBody>
          <a:bodyPr wrap="none" lIns="0" tIns="0" rIns="0" bIns="0">
            <a:normAutofit/>
          </a:bodyPr>
          <a:lstStyle/>
          <a:p>
            <a:pPr algn="l"/>
            <a:r>
              <a:rPr lang="uk-UA" sz="1000" b="1">
                <a:solidFill>
                  <a:srgbClr val="A9A9A9"/>
                </a:solidFill>
                <a:latin typeface="Aptos"/>
                <a:cs typeface="Aptos"/>
              </a:rPr>
              <a:t>ПАРАМЕТР</a:t>
            </a:r>
          </a:p>
        </p:txBody>
      </p:sp>
      <p:sp>
        <p:nvSpPr>
          <p:cNvPr id="23" name="text23"/>
          <p:cNvSpPr txBox="1"/>
          <p:nvPr/>
        </p:nvSpPr>
        <p:spPr>
          <a:xfrm>
            <a:off x="166420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24" name="line24"/>
          <p:cNvSpPr/>
          <p:nvPr/>
        </p:nvSpPr>
        <p:spPr>
          <a:xfrm>
            <a:off x="1664208" y="2587752"/>
            <a:ext cx="0" cy="3566160"/>
          </a:xfrm>
          <a:prstGeom prst="line">
            <a:avLst/>
          </a:prstGeom>
          <a:noFill/>
          <a:ln w="8255">
            <a:solidFill>
              <a:srgbClr val="505050"/>
            </a:solidFill>
            <a:prstDash val="solid"/>
          </a:ln>
        </p:spPr>
        <p:txBody>
          <a:bodyPr/>
          <a:lstStyle/>
          <a:p>
            <a:endParaRPr lang="uk-UA"/>
          </a:p>
        </p:txBody>
      </p:sp>
      <p:sp>
        <p:nvSpPr>
          <p:cNvPr id="25" name="text25"/>
          <p:cNvSpPr txBox="1"/>
          <p:nvPr/>
        </p:nvSpPr>
        <p:spPr>
          <a:xfrm>
            <a:off x="209130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26" name="line26"/>
          <p:cNvSpPr/>
          <p:nvPr/>
        </p:nvSpPr>
        <p:spPr>
          <a:xfrm>
            <a:off x="2091309" y="2587752"/>
            <a:ext cx="0" cy="3566160"/>
          </a:xfrm>
          <a:prstGeom prst="line">
            <a:avLst/>
          </a:prstGeom>
          <a:noFill/>
          <a:ln w="3810">
            <a:solidFill>
              <a:srgbClr val="242424"/>
            </a:solidFill>
            <a:prstDash val="solid"/>
          </a:ln>
        </p:spPr>
        <p:txBody>
          <a:bodyPr/>
          <a:lstStyle/>
          <a:p>
            <a:endParaRPr lang="uk-UA"/>
          </a:p>
        </p:txBody>
      </p:sp>
      <p:sp>
        <p:nvSpPr>
          <p:cNvPr id="27" name="text27"/>
          <p:cNvSpPr txBox="1"/>
          <p:nvPr/>
        </p:nvSpPr>
        <p:spPr>
          <a:xfrm>
            <a:off x="251841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20</a:t>
            </a:r>
          </a:p>
        </p:txBody>
      </p:sp>
      <p:sp>
        <p:nvSpPr>
          <p:cNvPr id="28" name="line28"/>
          <p:cNvSpPr/>
          <p:nvPr/>
        </p:nvSpPr>
        <p:spPr>
          <a:xfrm>
            <a:off x="2518410" y="2587752"/>
            <a:ext cx="0" cy="3566160"/>
          </a:xfrm>
          <a:prstGeom prst="line">
            <a:avLst/>
          </a:prstGeom>
          <a:noFill/>
          <a:ln w="3810">
            <a:solidFill>
              <a:srgbClr val="242424"/>
            </a:solidFill>
            <a:prstDash val="solid"/>
          </a:ln>
        </p:spPr>
        <p:txBody>
          <a:bodyPr/>
          <a:lstStyle/>
          <a:p>
            <a:endParaRPr lang="uk-UA"/>
          </a:p>
        </p:txBody>
      </p:sp>
      <p:sp>
        <p:nvSpPr>
          <p:cNvPr id="29" name="text29"/>
          <p:cNvSpPr txBox="1"/>
          <p:nvPr/>
        </p:nvSpPr>
        <p:spPr>
          <a:xfrm>
            <a:off x="294551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21</a:t>
            </a:r>
          </a:p>
        </p:txBody>
      </p:sp>
      <p:sp>
        <p:nvSpPr>
          <p:cNvPr id="30" name="line30"/>
          <p:cNvSpPr/>
          <p:nvPr/>
        </p:nvSpPr>
        <p:spPr>
          <a:xfrm>
            <a:off x="2945511" y="2587752"/>
            <a:ext cx="0" cy="3566160"/>
          </a:xfrm>
          <a:prstGeom prst="line">
            <a:avLst/>
          </a:prstGeom>
          <a:noFill/>
          <a:ln w="3810">
            <a:solidFill>
              <a:srgbClr val="242424"/>
            </a:solidFill>
            <a:prstDash val="solid"/>
          </a:ln>
        </p:spPr>
        <p:txBody>
          <a:bodyPr/>
          <a:lstStyle/>
          <a:p>
            <a:endParaRPr lang="uk-UA"/>
          </a:p>
        </p:txBody>
      </p:sp>
      <p:sp>
        <p:nvSpPr>
          <p:cNvPr id="31" name="text31"/>
          <p:cNvSpPr txBox="1"/>
          <p:nvPr/>
        </p:nvSpPr>
        <p:spPr>
          <a:xfrm>
            <a:off x="3372612"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22</a:t>
            </a:r>
          </a:p>
        </p:txBody>
      </p:sp>
      <p:sp>
        <p:nvSpPr>
          <p:cNvPr id="32" name="line32"/>
          <p:cNvSpPr/>
          <p:nvPr/>
        </p:nvSpPr>
        <p:spPr>
          <a:xfrm>
            <a:off x="3372612" y="2587752"/>
            <a:ext cx="0" cy="3566160"/>
          </a:xfrm>
          <a:prstGeom prst="line">
            <a:avLst/>
          </a:prstGeom>
          <a:noFill/>
          <a:ln w="3810">
            <a:solidFill>
              <a:srgbClr val="242424"/>
            </a:solidFill>
            <a:prstDash val="solid"/>
          </a:ln>
        </p:spPr>
        <p:txBody>
          <a:bodyPr/>
          <a:lstStyle/>
          <a:p>
            <a:endParaRPr lang="uk-UA"/>
          </a:p>
        </p:txBody>
      </p:sp>
      <p:sp>
        <p:nvSpPr>
          <p:cNvPr id="33" name="text33"/>
          <p:cNvSpPr txBox="1"/>
          <p:nvPr/>
        </p:nvSpPr>
        <p:spPr>
          <a:xfrm>
            <a:off x="3799713"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23</a:t>
            </a:r>
          </a:p>
        </p:txBody>
      </p:sp>
      <p:sp>
        <p:nvSpPr>
          <p:cNvPr id="34" name="line34"/>
          <p:cNvSpPr/>
          <p:nvPr/>
        </p:nvSpPr>
        <p:spPr>
          <a:xfrm>
            <a:off x="3799713" y="2587752"/>
            <a:ext cx="0" cy="3566160"/>
          </a:xfrm>
          <a:prstGeom prst="line">
            <a:avLst/>
          </a:prstGeom>
          <a:noFill/>
          <a:ln w="3810">
            <a:solidFill>
              <a:srgbClr val="242424"/>
            </a:solidFill>
            <a:prstDash val="solid"/>
          </a:ln>
        </p:spPr>
        <p:txBody>
          <a:bodyPr/>
          <a:lstStyle/>
          <a:p>
            <a:endParaRPr lang="uk-UA"/>
          </a:p>
        </p:txBody>
      </p:sp>
      <p:sp>
        <p:nvSpPr>
          <p:cNvPr id="35" name="text35"/>
          <p:cNvSpPr txBox="1"/>
          <p:nvPr/>
        </p:nvSpPr>
        <p:spPr>
          <a:xfrm>
            <a:off x="4226814"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00</a:t>
            </a:r>
          </a:p>
        </p:txBody>
      </p:sp>
      <p:sp>
        <p:nvSpPr>
          <p:cNvPr id="36" name="line36"/>
          <p:cNvSpPr/>
          <p:nvPr/>
        </p:nvSpPr>
        <p:spPr>
          <a:xfrm>
            <a:off x="4226814" y="2587752"/>
            <a:ext cx="0" cy="3566160"/>
          </a:xfrm>
          <a:prstGeom prst="line">
            <a:avLst/>
          </a:prstGeom>
          <a:noFill/>
          <a:ln w="3810">
            <a:solidFill>
              <a:srgbClr val="242424"/>
            </a:solidFill>
            <a:prstDash val="solid"/>
          </a:ln>
        </p:spPr>
        <p:txBody>
          <a:bodyPr/>
          <a:lstStyle/>
          <a:p>
            <a:endParaRPr lang="uk-UA"/>
          </a:p>
        </p:txBody>
      </p:sp>
      <p:sp>
        <p:nvSpPr>
          <p:cNvPr id="37" name="line37"/>
          <p:cNvSpPr/>
          <p:nvPr/>
        </p:nvSpPr>
        <p:spPr>
          <a:xfrm>
            <a:off x="4226814" y="2331720"/>
            <a:ext cx="0" cy="3822192"/>
          </a:xfrm>
          <a:prstGeom prst="line">
            <a:avLst/>
          </a:prstGeom>
          <a:noFill/>
          <a:ln w="10160">
            <a:solidFill>
              <a:srgbClr val="606060"/>
            </a:solidFill>
            <a:prstDash val="solid"/>
          </a:ln>
        </p:spPr>
        <p:txBody>
          <a:bodyPr/>
          <a:lstStyle/>
          <a:p>
            <a:endParaRPr lang="uk-UA"/>
          </a:p>
        </p:txBody>
      </p:sp>
      <p:sp>
        <p:nvSpPr>
          <p:cNvPr id="38" name="text38"/>
          <p:cNvSpPr txBox="1"/>
          <p:nvPr/>
        </p:nvSpPr>
        <p:spPr>
          <a:xfrm>
            <a:off x="4653915"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01</a:t>
            </a:r>
          </a:p>
        </p:txBody>
      </p:sp>
      <p:sp>
        <p:nvSpPr>
          <p:cNvPr id="39" name="line39"/>
          <p:cNvSpPr/>
          <p:nvPr/>
        </p:nvSpPr>
        <p:spPr>
          <a:xfrm>
            <a:off x="4653915" y="2587752"/>
            <a:ext cx="0" cy="3566160"/>
          </a:xfrm>
          <a:prstGeom prst="line">
            <a:avLst/>
          </a:prstGeom>
          <a:noFill/>
          <a:ln w="3810">
            <a:solidFill>
              <a:srgbClr val="242424"/>
            </a:solidFill>
            <a:prstDash val="solid"/>
          </a:ln>
        </p:spPr>
        <p:txBody>
          <a:bodyPr/>
          <a:lstStyle/>
          <a:p>
            <a:endParaRPr lang="uk-UA"/>
          </a:p>
        </p:txBody>
      </p:sp>
      <p:sp>
        <p:nvSpPr>
          <p:cNvPr id="40" name="text40"/>
          <p:cNvSpPr txBox="1"/>
          <p:nvPr/>
        </p:nvSpPr>
        <p:spPr>
          <a:xfrm>
            <a:off x="5081016"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02</a:t>
            </a:r>
          </a:p>
        </p:txBody>
      </p:sp>
      <p:sp>
        <p:nvSpPr>
          <p:cNvPr id="41" name="line41"/>
          <p:cNvSpPr/>
          <p:nvPr/>
        </p:nvSpPr>
        <p:spPr>
          <a:xfrm>
            <a:off x="5081016" y="2587752"/>
            <a:ext cx="0" cy="3566160"/>
          </a:xfrm>
          <a:prstGeom prst="line">
            <a:avLst/>
          </a:prstGeom>
          <a:noFill/>
          <a:ln w="3810">
            <a:solidFill>
              <a:srgbClr val="242424"/>
            </a:solidFill>
            <a:prstDash val="solid"/>
          </a:ln>
        </p:spPr>
        <p:txBody>
          <a:bodyPr/>
          <a:lstStyle/>
          <a:p>
            <a:endParaRPr lang="uk-UA"/>
          </a:p>
        </p:txBody>
      </p:sp>
      <p:sp>
        <p:nvSpPr>
          <p:cNvPr id="42" name="text42"/>
          <p:cNvSpPr txBox="1"/>
          <p:nvPr/>
        </p:nvSpPr>
        <p:spPr>
          <a:xfrm>
            <a:off x="5508117"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03</a:t>
            </a:r>
          </a:p>
        </p:txBody>
      </p:sp>
      <p:sp>
        <p:nvSpPr>
          <p:cNvPr id="43" name="line43"/>
          <p:cNvSpPr/>
          <p:nvPr/>
        </p:nvSpPr>
        <p:spPr>
          <a:xfrm>
            <a:off x="5508117" y="2587752"/>
            <a:ext cx="0" cy="3566160"/>
          </a:xfrm>
          <a:prstGeom prst="line">
            <a:avLst/>
          </a:prstGeom>
          <a:noFill/>
          <a:ln w="3810">
            <a:solidFill>
              <a:srgbClr val="242424"/>
            </a:solidFill>
            <a:prstDash val="solid"/>
          </a:ln>
        </p:spPr>
        <p:txBody>
          <a:bodyPr/>
          <a:lstStyle/>
          <a:p>
            <a:endParaRPr lang="uk-UA"/>
          </a:p>
        </p:txBody>
      </p:sp>
      <p:sp>
        <p:nvSpPr>
          <p:cNvPr id="44" name="text44"/>
          <p:cNvSpPr txBox="1"/>
          <p:nvPr/>
        </p:nvSpPr>
        <p:spPr>
          <a:xfrm>
            <a:off x="593521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04</a:t>
            </a:r>
          </a:p>
        </p:txBody>
      </p:sp>
      <p:sp>
        <p:nvSpPr>
          <p:cNvPr id="45" name="line45"/>
          <p:cNvSpPr/>
          <p:nvPr/>
        </p:nvSpPr>
        <p:spPr>
          <a:xfrm>
            <a:off x="5935218" y="2587752"/>
            <a:ext cx="0" cy="3566160"/>
          </a:xfrm>
          <a:prstGeom prst="line">
            <a:avLst/>
          </a:prstGeom>
          <a:noFill/>
          <a:ln w="3810">
            <a:solidFill>
              <a:srgbClr val="242424"/>
            </a:solidFill>
            <a:prstDash val="solid"/>
          </a:ln>
        </p:spPr>
        <p:txBody>
          <a:bodyPr/>
          <a:lstStyle/>
          <a:p>
            <a:endParaRPr lang="uk-UA"/>
          </a:p>
        </p:txBody>
      </p:sp>
      <p:sp>
        <p:nvSpPr>
          <p:cNvPr id="46" name="text46"/>
          <p:cNvSpPr txBox="1"/>
          <p:nvPr/>
        </p:nvSpPr>
        <p:spPr>
          <a:xfrm>
            <a:off x="636231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05</a:t>
            </a:r>
          </a:p>
        </p:txBody>
      </p:sp>
      <p:sp>
        <p:nvSpPr>
          <p:cNvPr id="47" name="line47"/>
          <p:cNvSpPr/>
          <p:nvPr/>
        </p:nvSpPr>
        <p:spPr>
          <a:xfrm>
            <a:off x="6362319" y="2587752"/>
            <a:ext cx="0" cy="3566160"/>
          </a:xfrm>
          <a:prstGeom prst="line">
            <a:avLst/>
          </a:prstGeom>
          <a:noFill/>
          <a:ln w="3810">
            <a:solidFill>
              <a:srgbClr val="242424"/>
            </a:solidFill>
            <a:prstDash val="solid"/>
          </a:ln>
        </p:spPr>
        <p:txBody>
          <a:bodyPr/>
          <a:lstStyle/>
          <a:p>
            <a:endParaRPr lang="uk-UA"/>
          </a:p>
        </p:txBody>
      </p:sp>
      <p:sp>
        <p:nvSpPr>
          <p:cNvPr id="48" name="text48"/>
          <p:cNvSpPr txBox="1"/>
          <p:nvPr/>
        </p:nvSpPr>
        <p:spPr>
          <a:xfrm>
            <a:off x="678942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06</a:t>
            </a:r>
          </a:p>
        </p:txBody>
      </p:sp>
      <p:sp>
        <p:nvSpPr>
          <p:cNvPr id="49" name="line49"/>
          <p:cNvSpPr/>
          <p:nvPr/>
        </p:nvSpPr>
        <p:spPr>
          <a:xfrm>
            <a:off x="6789420" y="2587752"/>
            <a:ext cx="0" cy="3566160"/>
          </a:xfrm>
          <a:prstGeom prst="line">
            <a:avLst/>
          </a:prstGeom>
          <a:noFill/>
          <a:ln w="3810">
            <a:solidFill>
              <a:srgbClr val="242424"/>
            </a:solidFill>
            <a:prstDash val="solid"/>
          </a:ln>
        </p:spPr>
        <p:txBody>
          <a:bodyPr/>
          <a:lstStyle/>
          <a:p>
            <a:endParaRPr lang="uk-UA"/>
          </a:p>
        </p:txBody>
      </p:sp>
      <p:sp>
        <p:nvSpPr>
          <p:cNvPr id="50" name="text50"/>
          <p:cNvSpPr txBox="1"/>
          <p:nvPr/>
        </p:nvSpPr>
        <p:spPr>
          <a:xfrm>
            <a:off x="721652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07</a:t>
            </a:r>
          </a:p>
        </p:txBody>
      </p:sp>
      <p:sp>
        <p:nvSpPr>
          <p:cNvPr id="51" name="line51"/>
          <p:cNvSpPr/>
          <p:nvPr/>
        </p:nvSpPr>
        <p:spPr>
          <a:xfrm>
            <a:off x="7216521" y="2587752"/>
            <a:ext cx="0" cy="3566160"/>
          </a:xfrm>
          <a:prstGeom prst="line">
            <a:avLst/>
          </a:prstGeom>
          <a:noFill/>
          <a:ln w="3810">
            <a:solidFill>
              <a:srgbClr val="242424"/>
            </a:solidFill>
            <a:prstDash val="solid"/>
          </a:ln>
        </p:spPr>
        <p:txBody>
          <a:bodyPr/>
          <a:lstStyle/>
          <a:p>
            <a:endParaRPr lang="uk-UA"/>
          </a:p>
        </p:txBody>
      </p:sp>
      <p:sp>
        <p:nvSpPr>
          <p:cNvPr id="52" name="text52"/>
          <p:cNvSpPr txBox="1"/>
          <p:nvPr/>
        </p:nvSpPr>
        <p:spPr>
          <a:xfrm>
            <a:off x="7643622"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08</a:t>
            </a:r>
          </a:p>
        </p:txBody>
      </p:sp>
      <p:sp>
        <p:nvSpPr>
          <p:cNvPr id="53" name="line53"/>
          <p:cNvSpPr/>
          <p:nvPr/>
        </p:nvSpPr>
        <p:spPr>
          <a:xfrm>
            <a:off x="7643622" y="2587752"/>
            <a:ext cx="0" cy="3566160"/>
          </a:xfrm>
          <a:prstGeom prst="line">
            <a:avLst/>
          </a:prstGeom>
          <a:noFill/>
          <a:ln w="3810">
            <a:solidFill>
              <a:srgbClr val="242424"/>
            </a:solidFill>
            <a:prstDash val="solid"/>
          </a:ln>
        </p:spPr>
        <p:txBody>
          <a:bodyPr/>
          <a:lstStyle/>
          <a:p>
            <a:endParaRPr lang="uk-UA"/>
          </a:p>
        </p:txBody>
      </p:sp>
      <p:sp>
        <p:nvSpPr>
          <p:cNvPr id="54" name="text54"/>
          <p:cNvSpPr txBox="1"/>
          <p:nvPr/>
        </p:nvSpPr>
        <p:spPr>
          <a:xfrm>
            <a:off x="8070723"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09</a:t>
            </a:r>
          </a:p>
        </p:txBody>
      </p:sp>
      <p:sp>
        <p:nvSpPr>
          <p:cNvPr id="55" name="line55"/>
          <p:cNvSpPr/>
          <p:nvPr/>
        </p:nvSpPr>
        <p:spPr>
          <a:xfrm>
            <a:off x="8070723" y="2587752"/>
            <a:ext cx="0" cy="3566160"/>
          </a:xfrm>
          <a:prstGeom prst="line">
            <a:avLst/>
          </a:prstGeom>
          <a:noFill/>
          <a:ln w="3810">
            <a:solidFill>
              <a:srgbClr val="242424"/>
            </a:solidFill>
            <a:prstDash val="solid"/>
          </a:ln>
        </p:spPr>
        <p:txBody>
          <a:bodyPr/>
          <a:lstStyle/>
          <a:p>
            <a:endParaRPr lang="uk-UA"/>
          </a:p>
        </p:txBody>
      </p:sp>
      <p:sp>
        <p:nvSpPr>
          <p:cNvPr id="56" name="text56"/>
          <p:cNvSpPr txBox="1"/>
          <p:nvPr/>
        </p:nvSpPr>
        <p:spPr>
          <a:xfrm>
            <a:off x="8497824"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57" name="line57"/>
          <p:cNvSpPr/>
          <p:nvPr/>
        </p:nvSpPr>
        <p:spPr>
          <a:xfrm>
            <a:off x="8497824" y="2587752"/>
            <a:ext cx="0" cy="3566160"/>
          </a:xfrm>
          <a:prstGeom prst="line">
            <a:avLst/>
          </a:prstGeom>
          <a:noFill/>
          <a:ln w="3810">
            <a:solidFill>
              <a:srgbClr val="242424"/>
            </a:solidFill>
            <a:prstDash val="solid"/>
          </a:ln>
        </p:spPr>
        <p:txBody>
          <a:bodyPr/>
          <a:lstStyle/>
          <a:p>
            <a:endParaRPr lang="uk-UA"/>
          </a:p>
        </p:txBody>
      </p:sp>
      <p:sp>
        <p:nvSpPr>
          <p:cNvPr id="58" name="text58"/>
          <p:cNvSpPr txBox="1"/>
          <p:nvPr/>
        </p:nvSpPr>
        <p:spPr>
          <a:xfrm>
            <a:off x="8924925"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59" name="line59"/>
          <p:cNvSpPr/>
          <p:nvPr/>
        </p:nvSpPr>
        <p:spPr>
          <a:xfrm>
            <a:off x="8924925" y="2587752"/>
            <a:ext cx="0" cy="3566160"/>
          </a:xfrm>
          <a:prstGeom prst="line">
            <a:avLst/>
          </a:prstGeom>
          <a:noFill/>
          <a:ln w="3810">
            <a:solidFill>
              <a:srgbClr val="242424"/>
            </a:solidFill>
            <a:prstDash val="solid"/>
          </a:ln>
        </p:spPr>
        <p:txBody>
          <a:bodyPr/>
          <a:lstStyle/>
          <a:p>
            <a:endParaRPr lang="uk-UA"/>
          </a:p>
        </p:txBody>
      </p:sp>
      <p:sp>
        <p:nvSpPr>
          <p:cNvPr id="60" name="text60"/>
          <p:cNvSpPr txBox="1"/>
          <p:nvPr/>
        </p:nvSpPr>
        <p:spPr>
          <a:xfrm>
            <a:off x="9352026"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61" name="line61"/>
          <p:cNvSpPr/>
          <p:nvPr/>
        </p:nvSpPr>
        <p:spPr>
          <a:xfrm>
            <a:off x="9352026" y="2587752"/>
            <a:ext cx="0" cy="3566160"/>
          </a:xfrm>
          <a:prstGeom prst="line">
            <a:avLst/>
          </a:prstGeom>
          <a:noFill/>
          <a:ln w="3810">
            <a:solidFill>
              <a:srgbClr val="242424"/>
            </a:solidFill>
            <a:prstDash val="solid"/>
          </a:ln>
        </p:spPr>
        <p:txBody>
          <a:bodyPr/>
          <a:lstStyle/>
          <a:p>
            <a:endParaRPr lang="uk-UA"/>
          </a:p>
        </p:txBody>
      </p:sp>
      <p:sp>
        <p:nvSpPr>
          <p:cNvPr id="62" name="text62"/>
          <p:cNvSpPr txBox="1"/>
          <p:nvPr/>
        </p:nvSpPr>
        <p:spPr>
          <a:xfrm>
            <a:off x="9779127"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a:t>
            </a:r>
          </a:p>
        </p:txBody>
      </p:sp>
      <p:sp>
        <p:nvSpPr>
          <p:cNvPr id="63" name="line63"/>
          <p:cNvSpPr/>
          <p:nvPr/>
        </p:nvSpPr>
        <p:spPr>
          <a:xfrm>
            <a:off x="9779127" y="2587752"/>
            <a:ext cx="0" cy="3566160"/>
          </a:xfrm>
          <a:prstGeom prst="line">
            <a:avLst/>
          </a:prstGeom>
          <a:noFill/>
          <a:ln w="3810">
            <a:solidFill>
              <a:srgbClr val="242424"/>
            </a:solidFill>
            <a:prstDash val="solid"/>
          </a:ln>
        </p:spPr>
        <p:txBody>
          <a:bodyPr/>
          <a:lstStyle/>
          <a:p>
            <a:endParaRPr lang="uk-UA"/>
          </a:p>
        </p:txBody>
      </p:sp>
      <p:sp>
        <p:nvSpPr>
          <p:cNvPr id="64" name="text64"/>
          <p:cNvSpPr txBox="1"/>
          <p:nvPr/>
        </p:nvSpPr>
        <p:spPr>
          <a:xfrm>
            <a:off x="10206228"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65" name="line65"/>
          <p:cNvSpPr/>
          <p:nvPr/>
        </p:nvSpPr>
        <p:spPr>
          <a:xfrm>
            <a:off x="10206228" y="2587752"/>
            <a:ext cx="0" cy="3566160"/>
          </a:xfrm>
          <a:prstGeom prst="line">
            <a:avLst/>
          </a:prstGeom>
          <a:noFill/>
          <a:ln w="3810">
            <a:solidFill>
              <a:srgbClr val="242424"/>
            </a:solidFill>
            <a:prstDash val="solid"/>
          </a:ln>
        </p:spPr>
        <p:txBody>
          <a:bodyPr/>
          <a:lstStyle/>
          <a:p>
            <a:endParaRPr lang="uk-UA"/>
          </a:p>
        </p:txBody>
      </p:sp>
      <p:sp>
        <p:nvSpPr>
          <p:cNvPr id="66" name="text66"/>
          <p:cNvSpPr txBox="1"/>
          <p:nvPr/>
        </p:nvSpPr>
        <p:spPr>
          <a:xfrm>
            <a:off x="10633329"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15</a:t>
            </a:r>
          </a:p>
        </p:txBody>
      </p:sp>
      <p:sp>
        <p:nvSpPr>
          <p:cNvPr id="67" name="line67"/>
          <p:cNvSpPr/>
          <p:nvPr/>
        </p:nvSpPr>
        <p:spPr>
          <a:xfrm>
            <a:off x="10633329" y="2587752"/>
            <a:ext cx="0" cy="3566160"/>
          </a:xfrm>
          <a:prstGeom prst="line">
            <a:avLst/>
          </a:prstGeom>
          <a:noFill/>
          <a:ln w="3810">
            <a:solidFill>
              <a:srgbClr val="242424"/>
            </a:solidFill>
            <a:prstDash val="solid"/>
          </a:ln>
        </p:spPr>
        <p:txBody>
          <a:bodyPr/>
          <a:lstStyle/>
          <a:p>
            <a:endParaRPr lang="uk-UA"/>
          </a:p>
        </p:txBody>
      </p:sp>
      <p:sp>
        <p:nvSpPr>
          <p:cNvPr id="68" name="text68"/>
          <p:cNvSpPr txBox="1"/>
          <p:nvPr/>
        </p:nvSpPr>
        <p:spPr>
          <a:xfrm>
            <a:off x="11060430"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69" name="line69"/>
          <p:cNvSpPr/>
          <p:nvPr/>
        </p:nvSpPr>
        <p:spPr>
          <a:xfrm>
            <a:off x="11060430" y="2587752"/>
            <a:ext cx="0" cy="3566160"/>
          </a:xfrm>
          <a:prstGeom prst="line">
            <a:avLst/>
          </a:prstGeom>
          <a:noFill/>
          <a:ln w="3810">
            <a:solidFill>
              <a:srgbClr val="242424"/>
            </a:solidFill>
            <a:prstDash val="solid"/>
          </a:ln>
        </p:spPr>
        <p:txBody>
          <a:bodyPr/>
          <a:lstStyle/>
          <a:p>
            <a:endParaRPr lang="uk-UA"/>
          </a:p>
        </p:txBody>
      </p:sp>
      <p:sp>
        <p:nvSpPr>
          <p:cNvPr id="70" name="text70"/>
          <p:cNvSpPr txBox="1"/>
          <p:nvPr/>
        </p:nvSpPr>
        <p:spPr>
          <a:xfrm>
            <a:off x="11487531" y="267919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17</a:t>
            </a:r>
          </a:p>
        </p:txBody>
      </p:sp>
      <p:sp>
        <p:nvSpPr>
          <p:cNvPr id="71" name="line71"/>
          <p:cNvSpPr/>
          <p:nvPr/>
        </p:nvSpPr>
        <p:spPr>
          <a:xfrm>
            <a:off x="11487531" y="2587752"/>
            <a:ext cx="0" cy="3566160"/>
          </a:xfrm>
          <a:prstGeom prst="line">
            <a:avLst/>
          </a:prstGeom>
          <a:noFill/>
          <a:ln w="3810">
            <a:solidFill>
              <a:srgbClr val="242424"/>
            </a:solidFill>
            <a:prstDash val="solid"/>
          </a:ln>
        </p:spPr>
        <p:txBody>
          <a:bodyPr/>
          <a:lstStyle/>
          <a:p>
            <a:endParaRPr lang="uk-UA"/>
          </a:p>
        </p:txBody>
      </p:sp>
      <p:sp>
        <p:nvSpPr>
          <p:cNvPr id="72" name="line72"/>
          <p:cNvSpPr/>
          <p:nvPr/>
        </p:nvSpPr>
        <p:spPr>
          <a:xfrm>
            <a:off x="11914632" y="2587752"/>
            <a:ext cx="0" cy="3566160"/>
          </a:xfrm>
          <a:prstGeom prst="line">
            <a:avLst/>
          </a:prstGeom>
          <a:noFill/>
          <a:ln w="8255">
            <a:solidFill>
              <a:srgbClr val="505050"/>
            </a:solidFill>
            <a:prstDash val="solid"/>
          </a:ln>
        </p:spPr>
        <p:txBody>
          <a:bodyPr/>
          <a:lstStyle/>
          <a:p>
            <a:endParaRPr lang="uk-UA"/>
          </a:p>
        </p:txBody>
      </p:sp>
      <p:sp>
        <p:nvSpPr>
          <p:cNvPr id="73" name="line73"/>
          <p:cNvSpPr/>
          <p:nvPr/>
        </p:nvSpPr>
        <p:spPr>
          <a:xfrm>
            <a:off x="274320" y="3410712"/>
            <a:ext cx="11640312" cy="0"/>
          </a:xfrm>
          <a:prstGeom prst="line">
            <a:avLst/>
          </a:prstGeom>
          <a:noFill/>
          <a:ln w="4826">
            <a:solidFill>
              <a:srgbClr val="282828"/>
            </a:solidFill>
            <a:prstDash val="solid"/>
          </a:ln>
        </p:spPr>
        <p:txBody>
          <a:bodyPr/>
          <a:lstStyle/>
          <a:p>
            <a:endParaRPr lang="uk-UA"/>
          </a:p>
        </p:txBody>
      </p:sp>
      <p:sp>
        <p:nvSpPr>
          <p:cNvPr id="74" name="text74"/>
          <p:cNvSpPr txBox="1"/>
          <p:nvPr/>
        </p:nvSpPr>
        <p:spPr>
          <a:xfrm>
            <a:off x="347472" y="30906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Температура, °C</a:t>
            </a:r>
          </a:p>
        </p:txBody>
      </p:sp>
      <p:sp>
        <p:nvSpPr>
          <p:cNvPr id="75" name="text75"/>
          <p:cNvSpPr txBox="1"/>
          <p:nvPr/>
        </p:nvSpPr>
        <p:spPr>
          <a:xfrm>
            <a:off x="166420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76" name="text76"/>
          <p:cNvSpPr txBox="1"/>
          <p:nvPr/>
        </p:nvSpPr>
        <p:spPr>
          <a:xfrm>
            <a:off x="209130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77" name="text77"/>
          <p:cNvSpPr txBox="1"/>
          <p:nvPr/>
        </p:nvSpPr>
        <p:spPr>
          <a:xfrm>
            <a:off x="251841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+15°</a:t>
            </a:r>
          </a:p>
        </p:txBody>
      </p:sp>
      <p:sp>
        <p:nvSpPr>
          <p:cNvPr id="78" name="text78"/>
          <p:cNvSpPr txBox="1"/>
          <p:nvPr/>
        </p:nvSpPr>
        <p:spPr>
          <a:xfrm>
            <a:off x="294551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79" name="text79"/>
          <p:cNvSpPr txBox="1"/>
          <p:nvPr/>
        </p:nvSpPr>
        <p:spPr>
          <a:xfrm>
            <a:off x="3372612"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a:t>
            </a:r>
          </a:p>
        </p:txBody>
      </p:sp>
      <p:sp>
        <p:nvSpPr>
          <p:cNvPr id="80" name="text80"/>
          <p:cNvSpPr txBox="1"/>
          <p:nvPr/>
        </p:nvSpPr>
        <p:spPr>
          <a:xfrm>
            <a:off x="3799713"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+13°</a:t>
            </a:r>
          </a:p>
        </p:txBody>
      </p:sp>
      <p:sp>
        <p:nvSpPr>
          <p:cNvPr id="81" name="text81"/>
          <p:cNvSpPr txBox="1"/>
          <p:nvPr/>
        </p:nvSpPr>
        <p:spPr>
          <a:xfrm>
            <a:off x="4226814"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82" name="text82"/>
          <p:cNvSpPr txBox="1"/>
          <p:nvPr/>
        </p:nvSpPr>
        <p:spPr>
          <a:xfrm>
            <a:off x="4653915"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83" name="text83"/>
          <p:cNvSpPr txBox="1"/>
          <p:nvPr/>
        </p:nvSpPr>
        <p:spPr>
          <a:xfrm>
            <a:off x="5081016"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84" name="text84"/>
          <p:cNvSpPr txBox="1"/>
          <p:nvPr/>
        </p:nvSpPr>
        <p:spPr>
          <a:xfrm>
            <a:off x="5508117"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+11°</a:t>
            </a:r>
          </a:p>
        </p:txBody>
      </p:sp>
      <p:sp>
        <p:nvSpPr>
          <p:cNvPr id="85" name="text85"/>
          <p:cNvSpPr txBox="1"/>
          <p:nvPr/>
        </p:nvSpPr>
        <p:spPr>
          <a:xfrm>
            <a:off x="593521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86" name="text86"/>
          <p:cNvSpPr txBox="1"/>
          <p:nvPr/>
        </p:nvSpPr>
        <p:spPr>
          <a:xfrm>
            <a:off x="636231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87" name="text87"/>
          <p:cNvSpPr txBox="1"/>
          <p:nvPr/>
        </p:nvSpPr>
        <p:spPr>
          <a:xfrm>
            <a:off x="678942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88" name="text88"/>
          <p:cNvSpPr txBox="1"/>
          <p:nvPr/>
        </p:nvSpPr>
        <p:spPr>
          <a:xfrm>
            <a:off x="721652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89" name="text89"/>
          <p:cNvSpPr txBox="1"/>
          <p:nvPr/>
        </p:nvSpPr>
        <p:spPr>
          <a:xfrm>
            <a:off x="7643622"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+12°</a:t>
            </a:r>
          </a:p>
        </p:txBody>
      </p:sp>
      <p:sp>
        <p:nvSpPr>
          <p:cNvPr id="90" name="text90"/>
          <p:cNvSpPr txBox="1"/>
          <p:nvPr/>
        </p:nvSpPr>
        <p:spPr>
          <a:xfrm>
            <a:off x="8070723"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+14°</a:t>
            </a:r>
          </a:p>
        </p:txBody>
      </p:sp>
      <p:sp>
        <p:nvSpPr>
          <p:cNvPr id="91" name="text91"/>
          <p:cNvSpPr txBox="1"/>
          <p:nvPr/>
        </p:nvSpPr>
        <p:spPr>
          <a:xfrm>
            <a:off x="8497824"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+15°</a:t>
            </a:r>
          </a:p>
        </p:txBody>
      </p:sp>
      <p:sp>
        <p:nvSpPr>
          <p:cNvPr id="92" name="text92"/>
          <p:cNvSpPr txBox="1"/>
          <p:nvPr/>
        </p:nvSpPr>
        <p:spPr>
          <a:xfrm>
            <a:off x="8924925"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93" name="text93"/>
          <p:cNvSpPr txBox="1"/>
          <p:nvPr/>
        </p:nvSpPr>
        <p:spPr>
          <a:xfrm>
            <a:off x="9352026"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+16°</a:t>
            </a:r>
          </a:p>
        </p:txBody>
      </p:sp>
      <p:sp>
        <p:nvSpPr>
          <p:cNvPr id="94" name="text94"/>
          <p:cNvSpPr txBox="1"/>
          <p:nvPr/>
        </p:nvSpPr>
        <p:spPr>
          <a:xfrm>
            <a:off x="9779127"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95" name="text95"/>
          <p:cNvSpPr txBox="1"/>
          <p:nvPr/>
        </p:nvSpPr>
        <p:spPr>
          <a:xfrm>
            <a:off x="10206228"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6" name="text96"/>
          <p:cNvSpPr txBox="1"/>
          <p:nvPr/>
        </p:nvSpPr>
        <p:spPr>
          <a:xfrm>
            <a:off x="10633329"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7" name="text97"/>
          <p:cNvSpPr txBox="1"/>
          <p:nvPr/>
        </p:nvSpPr>
        <p:spPr>
          <a:xfrm>
            <a:off x="11060430"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98" name="text98"/>
          <p:cNvSpPr txBox="1"/>
          <p:nvPr/>
        </p:nvSpPr>
        <p:spPr>
          <a:xfrm>
            <a:off x="11487531" y="30906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99" name="line99"/>
          <p:cNvSpPr/>
          <p:nvPr/>
        </p:nvSpPr>
        <p:spPr>
          <a:xfrm>
            <a:off x="274320" y="3867912"/>
            <a:ext cx="11640312" cy="0"/>
          </a:xfrm>
          <a:prstGeom prst="line">
            <a:avLst/>
          </a:prstGeom>
          <a:noFill/>
          <a:ln w="4826">
            <a:solidFill>
              <a:srgbClr val="282828"/>
            </a:solidFill>
            <a:prstDash val="solid"/>
          </a:ln>
        </p:spPr>
        <p:txBody>
          <a:bodyPr/>
          <a:lstStyle/>
          <a:p>
            <a:endParaRPr lang="uk-UA"/>
          </a:p>
        </p:txBody>
      </p:sp>
      <p:sp>
        <p:nvSpPr>
          <p:cNvPr id="100" name="text100"/>
          <p:cNvSpPr txBox="1"/>
          <p:nvPr/>
        </p:nvSpPr>
        <p:spPr>
          <a:xfrm>
            <a:off x="347472" y="35478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Опади, мм / %</a:t>
            </a:r>
          </a:p>
        </p:txBody>
      </p:sp>
      <p:sp>
        <p:nvSpPr>
          <p:cNvPr id="101" name="text101"/>
          <p:cNvSpPr txBox="1"/>
          <p:nvPr/>
        </p:nvSpPr>
        <p:spPr>
          <a:xfrm>
            <a:off x="166420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0.0/30</a:t>
            </a:r>
          </a:p>
        </p:txBody>
      </p:sp>
      <p:sp>
        <p:nvSpPr>
          <p:cNvPr id="102" name="text102"/>
          <p:cNvSpPr txBox="1"/>
          <p:nvPr/>
        </p:nvSpPr>
        <p:spPr>
          <a:xfrm>
            <a:off x="209130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03" name="text103"/>
          <p:cNvSpPr txBox="1"/>
          <p:nvPr/>
        </p:nvSpPr>
        <p:spPr>
          <a:xfrm>
            <a:off x="251841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04" name="text104"/>
          <p:cNvSpPr txBox="1"/>
          <p:nvPr/>
        </p:nvSpPr>
        <p:spPr>
          <a:xfrm>
            <a:off x="294551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05" name="text105"/>
          <p:cNvSpPr txBox="1"/>
          <p:nvPr/>
        </p:nvSpPr>
        <p:spPr>
          <a:xfrm>
            <a:off x="3372612"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06" name="text106"/>
          <p:cNvSpPr txBox="1"/>
          <p:nvPr/>
        </p:nvSpPr>
        <p:spPr>
          <a:xfrm>
            <a:off x="3799713"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07" name="text107"/>
          <p:cNvSpPr txBox="1"/>
          <p:nvPr/>
        </p:nvSpPr>
        <p:spPr>
          <a:xfrm>
            <a:off x="4226814"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0.0/3</a:t>
            </a:r>
          </a:p>
        </p:txBody>
      </p:sp>
      <p:sp>
        <p:nvSpPr>
          <p:cNvPr id="108" name="text108"/>
          <p:cNvSpPr txBox="1"/>
          <p:nvPr/>
        </p:nvSpPr>
        <p:spPr>
          <a:xfrm>
            <a:off x="4653915"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09" name="text109"/>
          <p:cNvSpPr txBox="1"/>
          <p:nvPr/>
        </p:nvSpPr>
        <p:spPr>
          <a:xfrm>
            <a:off x="5081016"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0" name="text110"/>
          <p:cNvSpPr txBox="1"/>
          <p:nvPr/>
        </p:nvSpPr>
        <p:spPr>
          <a:xfrm>
            <a:off x="5508117"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1" name="text111"/>
          <p:cNvSpPr txBox="1"/>
          <p:nvPr/>
        </p:nvSpPr>
        <p:spPr>
          <a:xfrm>
            <a:off x="593521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2" name="text112"/>
          <p:cNvSpPr txBox="1"/>
          <p:nvPr/>
        </p:nvSpPr>
        <p:spPr>
          <a:xfrm>
            <a:off x="636231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3" name="text113"/>
          <p:cNvSpPr txBox="1"/>
          <p:nvPr/>
        </p:nvSpPr>
        <p:spPr>
          <a:xfrm>
            <a:off x="678942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4" name="text114"/>
          <p:cNvSpPr txBox="1"/>
          <p:nvPr/>
        </p:nvSpPr>
        <p:spPr>
          <a:xfrm>
            <a:off x="721652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5" name="text115"/>
          <p:cNvSpPr txBox="1"/>
          <p:nvPr/>
        </p:nvSpPr>
        <p:spPr>
          <a:xfrm>
            <a:off x="7643622"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6" name="text116"/>
          <p:cNvSpPr txBox="1"/>
          <p:nvPr/>
        </p:nvSpPr>
        <p:spPr>
          <a:xfrm>
            <a:off x="8070723"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17" name="text117"/>
          <p:cNvSpPr txBox="1"/>
          <p:nvPr/>
        </p:nvSpPr>
        <p:spPr>
          <a:xfrm>
            <a:off x="8497824"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0.0/5</a:t>
            </a:r>
          </a:p>
        </p:txBody>
      </p:sp>
      <p:sp>
        <p:nvSpPr>
          <p:cNvPr id="118" name="text118"/>
          <p:cNvSpPr txBox="1"/>
          <p:nvPr/>
        </p:nvSpPr>
        <p:spPr>
          <a:xfrm>
            <a:off x="8924925"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0.0/20</a:t>
            </a:r>
          </a:p>
        </p:txBody>
      </p:sp>
      <p:sp>
        <p:nvSpPr>
          <p:cNvPr id="119" name="text119"/>
          <p:cNvSpPr txBox="1"/>
          <p:nvPr/>
        </p:nvSpPr>
        <p:spPr>
          <a:xfrm>
            <a:off x="9352026"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0.1/30</a:t>
            </a:r>
          </a:p>
        </p:txBody>
      </p:sp>
      <p:sp>
        <p:nvSpPr>
          <p:cNvPr id="120" name="text120"/>
          <p:cNvSpPr txBox="1"/>
          <p:nvPr/>
        </p:nvSpPr>
        <p:spPr>
          <a:xfrm>
            <a:off x="9779127"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0.0/28</a:t>
            </a:r>
          </a:p>
        </p:txBody>
      </p:sp>
      <p:sp>
        <p:nvSpPr>
          <p:cNvPr id="121" name="text121"/>
          <p:cNvSpPr txBox="1"/>
          <p:nvPr/>
        </p:nvSpPr>
        <p:spPr>
          <a:xfrm>
            <a:off x="10206228"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0.0/8</a:t>
            </a:r>
          </a:p>
        </p:txBody>
      </p:sp>
      <p:sp>
        <p:nvSpPr>
          <p:cNvPr id="122" name="text122"/>
          <p:cNvSpPr txBox="1"/>
          <p:nvPr/>
        </p:nvSpPr>
        <p:spPr>
          <a:xfrm>
            <a:off x="10633329"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0.0/8</a:t>
            </a:r>
          </a:p>
        </p:txBody>
      </p:sp>
      <p:sp>
        <p:nvSpPr>
          <p:cNvPr id="123" name="text123"/>
          <p:cNvSpPr txBox="1"/>
          <p:nvPr/>
        </p:nvSpPr>
        <p:spPr>
          <a:xfrm>
            <a:off x="11060430"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24" name="text124"/>
          <p:cNvSpPr txBox="1"/>
          <p:nvPr/>
        </p:nvSpPr>
        <p:spPr>
          <a:xfrm>
            <a:off x="11487531" y="3547872"/>
            <a:ext cx="427101" cy="182880"/>
          </a:xfrm>
          <a:prstGeom prst="rect">
            <a:avLst/>
          </a:prstGeom>
          <a:noFill/>
          <a:ln>
            <a:noFill/>
          </a:ln>
        </p:spPr>
        <p:txBody>
          <a:bodyPr wrap="none" lIns="0" tIns="0" rIns="0" bIns="0">
            <a:normAutofit/>
          </a:bodyPr>
          <a:lstStyle/>
          <a:p>
            <a:pPr algn="ctr"/>
            <a:r>
              <a:rPr lang="uk-UA" sz="1000">
                <a:solidFill>
                  <a:srgbClr val="FFFFFF"/>
                </a:solidFill>
                <a:latin typeface="Aptos"/>
                <a:cs typeface="Aptos"/>
              </a:rPr>
              <a:t>0.0/0</a:t>
            </a:r>
          </a:p>
        </p:txBody>
      </p:sp>
      <p:sp>
        <p:nvSpPr>
          <p:cNvPr id="125" name="line125"/>
          <p:cNvSpPr/>
          <p:nvPr/>
        </p:nvSpPr>
        <p:spPr>
          <a:xfrm>
            <a:off x="274320" y="4325112"/>
            <a:ext cx="11640312" cy="0"/>
          </a:xfrm>
          <a:prstGeom prst="line">
            <a:avLst/>
          </a:prstGeom>
          <a:noFill/>
          <a:ln w="4826">
            <a:solidFill>
              <a:srgbClr val="282828"/>
            </a:solidFill>
            <a:prstDash val="solid"/>
          </a:ln>
        </p:spPr>
        <p:txBody>
          <a:bodyPr/>
          <a:lstStyle/>
          <a:p>
            <a:endParaRPr lang="uk-UA"/>
          </a:p>
        </p:txBody>
      </p:sp>
      <p:sp>
        <p:nvSpPr>
          <p:cNvPr id="126" name="text126"/>
          <p:cNvSpPr txBox="1"/>
          <p:nvPr/>
        </p:nvSpPr>
        <p:spPr>
          <a:xfrm>
            <a:off x="347472" y="40050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Видимість, км</a:t>
            </a:r>
          </a:p>
        </p:txBody>
      </p:sp>
      <p:sp>
        <p:nvSpPr>
          <p:cNvPr id="127" name="text127"/>
          <p:cNvSpPr txBox="1"/>
          <p:nvPr/>
        </p:nvSpPr>
        <p:spPr>
          <a:xfrm>
            <a:off x="166420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28" name="text128"/>
          <p:cNvSpPr txBox="1"/>
          <p:nvPr/>
        </p:nvSpPr>
        <p:spPr>
          <a:xfrm>
            <a:off x="209130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40</a:t>
            </a:r>
          </a:p>
        </p:txBody>
      </p:sp>
      <p:sp>
        <p:nvSpPr>
          <p:cNvPr id="129" name="text129"/>
          <p:cNvSpPr txBox="1"/>
          <p:nvPr/>
        </p:nvSpPr>
        <p:spPr>
          <a:xfrm>
            <a:off x="251841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39</a:t>
            </a:r>
          </a:p>
        </p:txBody>
      </p:sp>
      <p:sp>
        <p:nvSpPr>
          <p:cNvPr id="130" name="text130"/>
          <p:cNvSpPr txBox="1"/>
          <p:nvPr/>
        </p:nvSpPr>
        <p:spPr>
          <a:xfrm>
            <a:off x="294551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37</a:t>
            </a:r>
          </a:p>
        </p:txBody>
      </p:sp>
      <p:sp>
        <p:nvSpPr>
          <p:cNvPr id="131" name="text131"/>
          <p:cNvSpPr txBox="1"/>
          <p:nvPr/>
        </p:nvSpPr>
        <p:spPr>
          <a:xfrm>
            <a:off x="3372612"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34</a:t>
            </a:r>
          </a:p>
        </p:txBody>
      </p:sp>
      <p:sp>
        <p:nvSpPr>
          <p:cNvPr id="132" name="text132"/>
          <p:cNvSpPr txBox="1"/>
          <p:nvPr/>
        </p:nvSpPr>
        <p:spPr>
          <a:xfrm>
            <a:off x="3799713"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32</a:t>
            </a:r>
          </a:p>
        </p:txBody>
      </p:sp>
      <p:sp>
        <p:nvSpPr>
          <p:cNvPr id="133" name="text133"/>
          <p:cNvSpPr txBox="1"/>
          <p:nvPr/>
        </p:nvSpPr>
        <p:spPr>
          <a:xfrm>
            <a:off x="4226814"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30</a:t>
            </a:r>
          </a:p>
        </p:txBody>
      </p:sp>
      <p:sp>
        <p:nvSpPr>
          <p:cNvPr id="134" name="text134"/>
          <p:cNvSpPr txBox="1"/>
          <p:nvPr/>
        </p:nvSpPr>
        <p:spPr>
          <a:xfrm>
            <a:off x="4653915"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29</a:t>
            </a:r>
          </a:p>
        </p:txBody>
      </p:sp>
      <p:sp>
        <p:nvSpPr>
          <p:cNvPr id="135" name="text135"/>
          <p:cNvSpPr txBox="1"/>
          <p:nvPr/>
        </p:nvSpPr>
        <p:spPr>
          <a:xfrm>
            <a:off x="5081016"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26</a:t>
            </a:r>
          </a:p>
        </p:txBody>
      </p:sp>
      <p:sp>
        <p:nvSpPr>
          <p:cNvPr id="136" name="text136"/>
          <p:cNvSpPr txBox="1"/>
          <p:nvPr/>
        </p:nvSpPr>
        <p:spPr>
          <a:xfrm>
            <a:off x="5508117"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23</a:t>
            </a:r>
          </a:p>
        </p:txBody>
      </p:sp>
      <p:sp>
        <p:nvSpPr>
          <p:cNvPr id="137" name="text137"/>
          <p:cNvSpPr txBox="1"/>
          <p:nvPr/>
        </p:nvSpPr>
        <p:spPr>
          <a:xfrm>
            <a:off x="593521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21</a:t>
            </a:r>
          </a:p>
        </p:txBody>
      </p:sp>
      <p:sp>
        <p:nvSpPr>
          <p:cNvPr id="138" name="text138"/>
          <p:cNvSpPr txBox="1"/>
          <p:nvPr/>
        </p:nvSpPr>
        <p:spPr>
          <a:xfrm>
            <a:off x="636231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20</a:t>
            </a:r>
          </a:p>
        </p:txBody>
      </p:sp>
      <p:sp>
        <p:nvSpPr>
          <p:cNvPr id="139" name="text139"/>
          <p:cNvSpPr txBox="1"/>
          <p:nvPr/>
        </p:nvSpPr>
        <p:spPr>
          <a:xfrm>
            <a:off x="678942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18</a:t>
            </a:r>
          </a:p>
        </p:txBody>
      </p:sp>
      <p:sp>
        <p:nvSpPr>
          <p:cNvPr id="140" name="text140"/>
          <p:cNvSpPr txBox="1"/>
          <p:nvPr/>
        </p:nvSpPr>
        <p:spPr>
          <a:xfrm>
            <a:off x="721652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19</a:t>
            </a:r>
          </a:p>
        </p:txBody>
      </p:sp>
      <p:sp>
        <p:nvSpPr>
          <p:cNvPr id="141" name="text141"/>
          <p:cNvSpPr txBox="1"/>
          <p:nvPr/>
        </p:nvSpPr>
        <p:spPr>
          <a:xfrm>
            <a:off x="7643622"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26</a:t>
            </a:r>
          </a:p>
        </p:txBody>
      </p:sp>
      <p:sp>
        <p:nvSpPr>
          <p:cNvPr id="142" name="text142"/>
          <p:cNvSpPr txBox="1"/>
          <p:nvPr/>
        </p:nvSpPr>
        <p:spPr>
          <a:xfrm>
            <a:off x="8070723"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36</a:t>
            </a:r>
          </a:p>
        </p:txBody>
      </p:sp>
      <p:sp>
        <p:nvSpPr>
          <p:cNvPr id="143" name="text143"/>
          <p:cNvSpPr txBox="1"/>
          <p:nvPr/>
        </p:nvSpPr>
        <p:spPr>
          <a:xfrm>
            <a:off x="8497824"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37</a:t>
            </a:r>
          </a:p>
        </p:txBody>
      </p:sp>
      <p:sp>
        <p:nvSpPr>
          <p:cNvPr id="144" name="text144"/>
          <p:cNvSpPr txBox="1"/>
          <p:nvPr/>
        </p:nvSpPr>
        <p:spPr>
          <a:xfrm>
            <a:off x="8924925"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40</a:t>
            </a:r>
          </a:p>
        </p:txBody>
      </p:sp>
      <p:sp>
        <p:nvSpPr>
          <p:cNvPr id="145" name="text145"/>
          <p:cNvSpPr txBox="1"/>
          <p:nvPr/>
        </p:nvSpPr>
        <p:spPr>
          <a:xfrm>
            <a:off x="9352026"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39</a:t>
            </a:r>
          </a:p>
        </p:txBody>
      </p:sp>
      <p:sp>
        <p:nvSpPr>
          <p:cNvPr id="146" name="text146"/>
          <p:cNvSpPr txBox="1"/>
          <p:nvPr/>
        </p:nvSpPr>
        <p:spPr>
          <a:xfrm>
            <a:off x="9779127"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41</a:t>
            </a:r>
          </a:p>
        </p:txBody>
      </p:sp>
      <p:sp>
        <p:nvSpPr>
          <p:cNvPr id="147" name="text147"/>
          <p:cNvSpPr txBox="1"/>
          <p:nvPr/>
        </p:nvSpPr>
        <p:spPr>
          <a:xfrm>
            <a:off x="10206228"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42</a:t>
            </a:r>
          </a:p>
        </p:txBody>
      </p:sp>
      <p:sp>
        <p:nvSpPr>
          <p:cNvPr id="148" name="text148"/>
          <p:cNvSpPr txBox="1"/>
          <p:nvPr/>
        </p:nvSpPr>
        <p:spPr>
          <a:xfrm>
            <a:off x="10633329"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42</a:t>
            </a:r>
          </a:p>
        </p:txBody>
      </p:sp>
      <p:sp>
        <p:nvSpPr>
          <p:cNvPr id="149" name="text149"/>
          <p:cNvSpPr txBox="1"/>
          <p:nvPr/>
        </p:nvSpPr>
        <p:spPr>
          <a:xfrm>
            <a:off x="11060430"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43</a:t>
            </a:r>
          </a:p>
        </p:txBody>
      </p:sp>
      <p:sp>
        <p:nvSpPr>
          <p:cNvPr id="150" name="text150"/>
          <p:cNvSpPr txBox="1"/>
          <p:nvPr/>
        </p:nvSpPr>
        <p:spPr>
          <a:xfrm>
            <a:off x="11487531" y="40050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43</a:t>
            </a:r>
          </a:p>
        </p:txBody>
      </p:sp>
      <p:sp>
        <p:nvSpPr>
          <p:cNvPr id="151" name="line151"/>
          <p:cNvSpPr/>
          <p:nvPr/>
        </p:nvSpPr>
        <p:spPr>
          <a:xfrm>
            <a:off x="274320" y="4782312"/>
            <a:ext cx="11640312" cy="0"/>
          </a:xfrm>
          <a:prstGeom prst="line">
            <a:avLst/>
          </a:prstGeom>
          <a:noFill/>
          <a:ln w="4826">
            <a:solidFill>
              <a:srgbClr val="282828"/>
            </a:solidFill>
            <a:prstDash val="solid"/>
          </a:ln>
        </p:spPr>
        <p:txBody>
          <a:bodyPr/>
          <a:lstStyle/>
          <a:p>
            <a:endParaRPr lang="uk-UA"/>
          </a:p>
        </p:txBody>
      </p:sp>
      <p:sp>
        <p:nvSpPr>
          <p:cNvPr id="152" name="text152"/>
          <p:cNvSpPr txBox="1"/>
          <p:nvPr/>
        </p:nvSpPr>
        <p:spPr>
          <a:xfrm>
            <a:off x="347472" y="44622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10 м, м/с</a:t>
            </a:r>
          </a:p>
        </p:txBody>
      </p:sp>
      <p:pic>
        <p:nvPicPr>
          <p:cNvPr id="153" name="hourly wind"/>
          <p:cNvPicPr/>
          <p:nvPr/>
        </p:nvPicPr>
        <p:blipFill>
          <a:blip r:embed="rId4"/>
          <a:stretch>
            <a:fillRect/>
          </a:stretch>
        </p:blipFill>
        <p:spPr>
          <a:xfrm rot="17400000">
            <a:off x="1715460" y="4507992"/>
            <a:ext cx="91440" cy="91440"/>
          </a:xfrm>
          <a:prstGeom prst="rect">
            <a:avLst/>
          </a:prstGeom>
        </p:spPr>
      </p:pic>
      <p:sp>
        <p:nvSpPr>
          <p:cNvPr id="154" name="text154"/>
          <p:cNvSpPr txBox="1"/>
          <p:nvPr/>
        </p:nvSpPr>
        <p:spPr>
          <a:xfrm>
            <a:off x="182650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3</a:t>
            </a:r>
          </a:p>
        </p:txBody>
      </p:sp>
      <p:pic>
        <p:nvPicPr>
          <p:cNvPr id="155" name="hourly wind"/>
          <p:cNvPicPr/>
          <p:nvPr/>
        </p:nvPicPr>
        <p:blipFill>
          <a:blip r:embed="rId4"/>
          <a:stretch>
            <a:fillRect/>
          </a:stretch>
        </p:blipFill>
        <p:spPr>
          <a:xfrm rot="17160000">
            <a:off x="2142561" y="4507992"/>
            <a:ext cx="91440" cy="91440"/>
          </a:xfrm>
          <a:prstGeom prst="rect">
            <a:avLst/>
          </a:prstGeom>
        </p:spPr>
      </p:pic>
      <p:sp>
        <p:nvSpPr>
          <p:cNvPr id="156" name="text156"/>
          <p:cNvSpPr txBox="1"/>
          <p:nvPr/>
        </p:nvSpPr>
        <p:spPr>
          <a:xfrm>
            <a:off x="225360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57" name="hourly wind"/>
          <p:cNvPicPr/>
          <p:nvPr/>
        </p:nvPicPr>
        <p:blipFill>
          <a:blip r:embed="rId4"/>
          <a:stretch>
            <a:fillRect/>
          </a:stretch>
        </p:blipFill>
        <p:spPr>
          <a:xfrm rot="16980000">
            <a:off x="2569662" y="4507992"/>
            <a:ext cx="91440" cy="91440"/>
          </a:xfrm>
          <a:prstGeom prst="rect">
            <a:avLst/>
          </a:prstGeom>
        </p:spPr>
      </p:pic>
      <p:sp>
        <p:nvSpPr>
          <p:cNvPr id="158" name="text158"/>
          <p:cNvSpPr txBox="1"/>
          <p:nvPr/>
        </p:nvSpPr>
        <p:spPr>
          <a:xfrm>
            <a:off x="268070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59" name="hourly wind"/>
          <p:cNvPicPr/>
          <p:nvPr/>
        </p:nvPicPr>
        <p:blipFill>
          <a:blip r:embed="rId4"/>
          <a:stretch>
            <a:fillRect/>
          </a:stretch>
        </p:blipFill>
        <p:spPr>
          <a:xfrm rot="17160000">
            <a:off x="2996763" y="4507992"/>
            <a:ext cx="91440" cy="91440"/>
          </a:xfrm>
          <a:prstGeom prst="rect">
            <a:avLst/>
          </a:prstGeom>
        </p:spPr>
      </p:pic>
      <p:sp>
        <p:nvSpPr>
          <p:cNvPr id="160" name="text160"/>
          <p:cNvSpPr txBox="1"/>
          <p:nvPr/>
        </p:nvSpPr>
        <p:spPr>
          <a:xfrm>
            <a:off x="310780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1" name="hourly wind"/>
          <p:cNvPicPr/>
          <p:nvPr/>
        </p:nvPicPr>
        <p:blipFill>
          <a:blip r:embed="rId4"/>
          <a:stretch>
            <a:fillRect/>
          </a:stretch>
        </p:blipFill>
        <p:spPr>
          <a:xfrm rot="17340000">
            <a:off x="3423864" y="4507992"/>
            <a:ext cx="91440" cy="91440"/>
          </a:xfrm>
          <a:prstGeom prst="rect">
            <a:avLst/>
          </a:prstGeom>
        </p:spPr>
      </p:pic>
      <p:sp>
        <p:nvSpPr>
          <p:cNvPr id="162" name="text162"/>
          <p:cNvSpPr txBox="1"/>
          <p:nvPr/>
        </p:nvSpPr>
        <p:spPr>
          <a:xfrm>
            <a:off x="3534910"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3" name="hourly wind"/>
          <p:cNvPicPr/>
          <p:nvPr/>
        </p:nvPicPr>
        <p:blipFill>
          <a:blip r:embed="rId4"/>
          <a:stretch>
            <a:fillRect/>
          </a:stretch>
        </p:blipFill>
        <p:spPr>
          <a:xfrm rot="17280000">
            <a:off x="3850965" y="4507992"/>
            <a:ext cx="91440" cy="91440"/>
          </a:xfrm>
          <a:prstGeom prst="rect">
            <a:avLst/>
          </a:prstGeom>
        </p:spPr>
      </p:pic>
      <p:sp>
        <p:nvSpPr>
          <p:cNvPr id="164" name="text164"/>
          <p:cNvSpPr txBox="1"/>
          <p:nvPr/>
        </p:nvSpPr>
        <p:spPr>
          <a:xfrm>
            <a:off x="3962011"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5" name="hourly wind"/>
          <p:cNvPicPr/>
          <p:nvPr/>
        </p:nvPicPr>
        <p:blipFill>
          <a:blip r:embed="rId4"/>
          <a:stretch>
            <a:fillRect/>
          </a:stretch>
        </p:blipFill>
        <p:spPr>
          <a:xfrm rot="17520000">
            <a:off x="4278066" y="4507992"/>
            <a:ext cx="91440" cy="91440"/>
          </a:xfrm>
          <a:prstGeom prst="rect">
            <a:avLst/>
          </a:prstGeom>
        </p:spPr>
      </p:pic>
      <p:sp>
        <p:nvSpPr>
          <p:cNvPr id="166" name="text166"/>
          <p:cNvSpPr txBox="1"/>
          <p:nvPr/>
        </p:nvSpPr>
        <p:spPr>
          <a:xfrm>
            <a:off x="4389112"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7" name="hourly wind"/>
          <p:cNvPicPr/>
          <p:nvPr/>
        </p:nvPicPr>
        <p:blipFill>
          <a:blip r:embed="rId4"/>
          <a:stretch>
            <a:fillRect/>
          </a:stretch>
        </p:blipFill>
        <p:spPr>
          <a:xfrm rot="17580000">
            <a:off x="4705167" y="4507992"/>
            <a:ext cx="91440" cy="91440"/>
          </a:xfrm>
          <a:prstGeom prst="rect">
            <a:avLst/>
          </a:prstGeom>
        </p:spPr>
      </p:pic>
      <p:sp>
        <p:nvSpPr>
          <p:cNvPr id="168" name="text168"/>
          <p:cNvSpPr txBox="1"/>
          <p:nvPr/>
        </p:nvSpPr>
        <p:spPr>
          <a:xfrm>
            <a:off x="4816213"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69" name="hourly wind"/>
          <p:cNvPicPr/>
          <p:nvPr/>
        </p:nvPicPr>
        <p:blipFill>
          <a:blip r:embed="rId4"/>
          <a:stretch>
            <a:fillRect/>
          </a:stretch>
        </p:blipFill>
        <p:spPr>
          <a:xfrm rot="17400000">
            <a:off x="5132268" y="4507992"/>
            <a:ext cx="91440" cy="91440"/>
          </a:xfrm>
          <a:prstGeom prst="rect">
            <a:avLst/>
          </a:prstGeom>
        </p:spPr>
      </p:pic>
      <p:sp>
        <p:nvSpPr>
          <p:cNvPr id="170" name="text170"/>
          <p:cNvSpPr txBox="1"/>
          <p:nvPr/>
        </p:nvSpPr>
        <p:spPr>
          <a:xfrm>
            <a:off x="5243314"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1" name="hourly wind"/>
          <p:cNvPicPr/>
          <p:nvPr/>
        </p:nvPicPr>
        <p:blipFill>
          <a:blip r:embed="rId4"/>
          <a:stretch>
            <a:fillRect/>
          </a:stretch>
        </p:blipFill>
        <p:spPr>
          <a:xfrm rot="17520000">
            <a:off x="5559369" y="4507992"/>
            <a:ext cx="91440" cy="91440"/>
          </a:xfrm>
          <a:prstGeom prst="rect">
            <a:avLst/>
          </a:prstGeom>
        </p:spPr>
      </p:pic>
      <p:sp>
        <p:nvSpPr>
          <p:cNvPr id="172" name="text172"/>
          <p:cNvSpPr txBox="1"/>
          <p:nvPr/>
        </p:nvSpPr>
        <p:spPr>
          <a:xfrm>
            <a:off x="5670415"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3" name="hourly wind"/>
          <p:cNvPicPr/>
          <p:nvPr/>
        </p:nvPicPr>
        <p:blipFill>
          <a:blip r:embed="rId4"/>
          <a:stretch>
            <a:fillRect/>
          </a:stretch>
        </p:blipFill>
        <p:spPr>
          <a:xfrm rot="17640000">
            <a:off x="5986470" y="4507992"/>
            <a:ext cx="91440" cy="91440"/>
          </a:xfrm>
          <a:prstGeom prst="rect">
            <a:avLst/>
          </a:prstGeom>
        </p:spPr>
      </p:pic>
      <p:sp>
        <p:nvSpPr>
          <p:cNvPr id="174" name="text174"/>
          <p:cNvSpPr txBox="1"/>
          <p:nvPr/>
        </p:nvSpPr>
        <p:spPr>
          <a:xfrm>
            <a:off x="609751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5" name="hourly wind"/>
          <p:cNvPicPr/>
          <p:nvPr/>
        </p:nvPicPr>
        <p:blipFill>
          <a:blip r:embed="rId4"/>
          <a:stretch>
            <a:fillRect/>
          </a:stretch>
        </p:blipFill>
        <p:spPr>
          <a:xfrm rot="17640000">
            <a:off x="6413571" y="4507992"/>
            <a:ext cx="91440" cy="91440"/>
          </a:xfrm>
          <a:prstGeom prst="rect">
            <a:avLst/>
          </a:prstGeom>
        </p:spPr>
      </p:pic>
      <p:sp>
        <p:nvSpPr>
          <p:cNvPr id="176" name="text176"/>
          <p:cNvSpPr txBox="1"/>
          <p:nvPr/>
        </p:nvSpPr>
        <p:spPr>
          <a:xfrm>
            <a:off x="652461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7" name="hourly wind"/>
          <p:cNvPicPr/>
          <p:nvPr/>
        </p:nvPicPr>
        <p:blipFill>
          <a:blip r:embed="rId4"/>
          <a:stretch>
            <a:fillRect/>
          </a:stretch>
        </p:blipFill>
        <p:spPr>
          <a:xfrm rot="17640000">
            <a:off x="6840672" y="4507992"/>
            <a:ext cx="91440" cy="91440"/>
          </a:xfrm>
          <a:prstGeom prst="rect">
            <a:avLst/>
          </a:prstGeom>
        </p:spPr>
      </p:pic>
      <p:sp>
        <p:nvSpPr>
          <p:cNvPr id="178" name="text178"/>
          <p:cNvSpPr txBox="1"/>
          <p:nvPr/>
        </p:nvSpPr>
        <p:spPr>
          <a:xfrm>
            <a:off x="695171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79" name="hourly wind"/>
          <p:cNvPicPr/>
          <p:nvPr/>
        </p:nvPicPr>
        <p:blipFill>
          <a:blip r:embed="rId4"/>
          <a:stretch>
            <a:fillRect/>
          </a:stretch>
        </p:blipFill>
        <p:spPr>
          <a:xfrm rot="17700000">
            <a:off x="7267773" y="4507992"/>
            <a:ext cx="91440" cy="91440"/>
          </a:xfrm>
          <a:prstGeom prst="rect">
            <a:avLst/>
          </a:prstGeom>
        </p:spPr>
      </p:pic>
      <p:sp>
        <p:nvSpPr>
          <p:cNvPr id="180" name="text180"/>
          <p:cNvSpPr txBox="1"/>
          <p:nvPr/>
        </p:nvSpPr>
        <p:spPr>
          <a:xfrm>
            <a:off x="737881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2</a:t>
            </a:r>
          </a:p>
        </p:txBody>
      </p:sp>
      <p:pic>
        <p:nvPicPr>
          <p:cNvPr id="181" name="hourly wind"/>
          <p:cNvPicPr/>
          <p:nvPr/>
        </p:nvPicPr>
        <p:blipFill>
          <a:blip r:embed="rId4"/>
          <a:stretch>
            <a:fillRect/>
          </a:stretch>
        </p:blipFill>
        <p:spPr>
          <a:xfrm rot="18900000">
            <a:off x="7694874" y="4507992"/>
            <a:ext cx="91440" cy="91440"/>
          </a:xfrm>
          <a:prstGeom prst="rect">
            <a:avLst/>
          </a:prstGeom>
        </p:spPr>
      </p:pic>
      <p:sp>
        <p:nvSpPr>
          <p:cNvPr id="182" name="text182"/>
          <p:cNvSpPr txBox="1"/>
          <p:nvPr/>
        </p:nvSpPr>
        <p:spPr>
          <a:xfrm>
            <a:off x="7805920"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3" name="hourly wind"/>
          <p:cNvPicPr/>
          <p:nvPr/>
        </p:nvPicPr>
        <p:blipFill>
          <a:blip r:embed="rId4"/>
          <a:stretch>
            <a:fillRect/>
          </a:stretch>
        </p:blipFill>
        <p:spPr>
          <a:xfrm rot="19560000">
            <a:off x="8121975" y="4507992"/>
            <a:ext cx="91440" cy="91440"/>
          </a:xfrm>
          <a:prstGeom prst="rect">
            <a:avLst/>
          </a:prstGeom>
        </p:spPr>
      </p:pic>
      <p:sp>
        <p:nvSpPr>
          <p:cNvPr id="184" name="text184"/>
          <p:cNvSpPr txBox="1"/>
          <p:nvPr/>
        </p:nvSpPr>
        <p:spPr>
          <a:xfrm>
            <a:off x="8233021"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5" name="hourly wind"/>
          <p:cNvPicPr/>
          <p:nvPr/>
        </p:nvPicPr>
        <p:blipFill>
          <a:blip r:embed="rId4"/>
          <a:stretch>
            <a:fillRect/>
          </a:stretch>
        </p:blipFill>
        <p:spPr>
          <a:xfrm rot="19080000">
            <a:off x="8549076" y="4507992"/>
            <a:ext cx="91440" cy="91440"/>
          </a:xfrm>
          <a:prstGeom prst="rect">
            <a:avLst/>
          </a:prstGeom>
        </p:spPr>
      </p:pic>
      <p:sp>
        <p:nvSpPr>
          <p:cNvPr id="186" name="text186"/>
          <p:cNvSpPr txBox="1"/>
          <p:nvPr/>
        </p:nvSpPr>
        <p:spPr>
          <a:xfrm>
            <a:off x="8660122"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7" name="hourly wind"/>
          <p:cNvPicPr/>
          <p:nvPr/>
        </p:nvPicPr>
        <p:blipFill>
          <a:blip r:embed="rId4"/>
          <a:stretch>
            <a:fillRect/>
          </a:stretch>
        </p:blipFill>
        <p:spPr>
          <a:xfrm rot="19020000">
            <a:off x="8976177" y="4507992"/>
            <a:ext cx="91440" cy="91440"/>
          </a:xfrm>
          <a:prstGeom prst="rect">
            <a:avLst/>
          </a:prstGeom>
        </p:spPr>
      </p:pic>
      <p:sp>
        <p:nvSpPr>
          <p:cNvPr id="188" name="text188"/>
          <p:cNvSpPr txBox="1"/>
          <p:nvPr/>
        </p:nvSpPr>
        <p:spPr>
          <a:xfrm>
            <a:off x="9087223"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89" name="hourly wind"/>
          <p:cNvPicPr/>
          <p:nvPr/>
        </p:nvPicPr>
        <p:blipFill>
          <a:blip r:embed="rId4"/>
          <a:stretch>
            <a:fillRect/>
          </a:stretch>
        </p:blipFill>
        <p:spPr>
          <a:xfrm rot="18720000">
            <a:off x="9403278" y="4507992"/>
            <a:ext cx="91440" cy="91440"/>
          </a:xfrm>
          <a:prstGeom prst="rect">
            <a:avLst/>
          </a:prstGeom>
        </p:spPr>
      </p:pic>
      <p:sp>
        <p:nvSpPr>
          <p:cNvPr id="190" name="text190"/>
          <p:cNvSpPr txBox="1"/>
          <p:nvPr/>
        </p:nvSpPr>
        <p:spPr>
          <a:xfrm>
            <a:off x="9514324"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91" name="hourly wind"/>
          <p:cNvPicPr/>
          <p:nvPr/>
        </p:nvPicPr>
        <p:blipFill>
          <a:blip r:embed="rId4"/>
          <a:stretch>
            <a:fillRect/>
          </a:stretch>
        </p:blipFill>
        <p:spPr>
          <a:xfrm rot="19020000">
            <a:off x="9830379" y="4507992"/>
            <a:ext cx="91440" cy="91440"/>
          </a:xfrm>
          <a:prstGeom prst="rect">
            <a:avLst/>
          </a:prstGeom>
        </p:spPr>
      </p:pic>
      <p:sp>
        <p:nvSpPr>
          <p:cNvPr id="192" name="text192"/>
          <p:cNvSpPr txBox="1"/>
          <p:nvPr/>
        </p:nvSpPr>
        <p:spPr>
          <a:xfrm>
            <a:off x="9941425"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pic>
        <p:nvPicPr>
          <p:cNvPr id="193" name="hourly wind"/>
          <p:cNvPicPr/>
          <p:nvPr/>
        </p:nvPicPr>
        <p:blipFill>
          <a:blip r:embed="rId4"/>
          <a:stretch>
            <a:fillRect/>
          </a:stretch>
        </p:blipFill>
        <p:spPr>
          <a:xfrm rot="19080000">
            <a:off x="10257480" y="4507992"/>
            <a:ext cx="91440" cy="91440"/>
          </a:xfrm>
          <a:prstGeom prst="rect">
            <a:avLst/>
          </a:prstGeom>
        </p:spPr>
      </p:pic>
      <p:sp>
        <p:nvSpPr>
          <p:cNvPr id="194" name="text194"/>
          <p:cNvSpPr txBox="1"/>
          <p:nvPr/>
        </p:nvSpPr>
        <p:spPr>
          <a:xfrm>
            <a:off x="10368526"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5" name="hourly wind"/>
          <p:cNvPicPr/>
          <p:nvPr/>
        </p:nvPicPr>
        <p:blipFill>
          <a:blip r:embed="rId4"/>
          <a:stretch>
            <a:fillRect/>
          </a:stretch>
        </p:blipFill>
        <p:spPr>
          <a:xfrm rot="19260000">
            <a:off x="10684581" y="4507992"/>
            <a:ext cx="91440" cy="91440"/>
          </a:xfrm>
          <a:prstGeom prst="rect">
            <a:avLst/>
          </a:prstGeom>
        </p:spPr>
      </p:pic>
      <p:sp>
        <p:nvSpPr>
          <p:cNvPr id="196" name="text196"/>
          <p:cNvSpPr txBox="1"/>
          <p:nvPr/>
        </p:nvSpPr>
        <p:spPr>
          <a:xfrm>
            <a:off x="10795627"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7" name="hourly wind"/>
          <p:cNvPicPr/>
          <p:nvPr/>
        </p:nvPicPr>
        <p:blipFill>
          <a:blip r:embed="rId4"/>
          <a:stretch>
            <a:fillRect/>
          </a:stretch>
        </p:blipFill>
        <p:spPr>
          <a:xfrm rot="19260000">
            <a:off x="11111682" y="4507992"/>
            <a:ext cx="91440" cy="91440"/>
          </a:xfrm>
          <a:prstGeom prst="rect">
            <a:avLst/>
          </a:prstGeom>
        </p:spPr>
      </p:pic>
      <p:sp>
        <p:nvSpPr>
          <p:cNvPr id="198" name="text198"/>
          <p:cNvSpPr txBox="1"/>
          <p:nvPr/>
        </p:nvSpPr>
        <p:spPr>
          <a:xfrm>
            <a:off x="11222728"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pic>
        <p:nvPicPr>
          <p:cNvPr id="199" name="hourly wind"/>
          <p:cNvPicPr/>
          <p:nvPr/>
        </p:nvPicPr>
        <p:blipFill>
          <a:blip r:embed="rId4"/>
          <a:stretch>
            <a:fillRect/>
          </a:stretch>
        </p:blipFill>
        <p:spPr>
          <a:xfrm rot="19740000">
            <a:off x="11538783" y="4507992"/>
            <a:ext cx="91440" cy="91440"/>
          </a:xfrm>
          <a:prstGeom prst="rect">
            <a:avLst/>
          </a:prstGeom>
        </p:spPr>
      </p:pic>
      <p:sp>
        <p:nvSpPr>
          <p:cNvPr id="200" name="text200"/>
          <p:cNvSpPr txBox="1"/>
          <p:nvPr/>
        </p:nvSpPr>
        <p:spPr>
          <a:xfrm>
            <a:off x="11649829" y="44622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01" name="line201"/>
          <p:cNvSpPr/>
          <p:nvPr/>
        </p:nvSpPr>
        <p:spPr>
          <a:xfrm>
            <a:off x="274320" y="5239512"/>
            <a:ext cx="11640312" cy="0"/>
          </a:xfrm>
          <a:prstGeom prst="line">
            <a:avLst/>
          </a:prstGeom>
          <a:noFill/>
          <a:ln w="4826">
            <a:solidFill>
              <a:srgbClr val="282828"/>
            </a:solidFill>
            <a:prstDash val="solid"/>
          </a:ln>
        </p:spPr>
        <p:txBody>
          <a:bodyPr/>
          <a:lstStyle/>
          <a:p>
            <a:endParaRPr lang="uk-UA"/>
          </a:p>
        </p:txBody>
      </p:sp>
      <p:sp>
        <p:nvSpPr>
          <p:cNvPr id="202" name="text202"/>
          <p:cNvSpPr txBox="1"/>
          <p:nvPr/>
        </p:nvSpPr>
        <p:spPr>
          <a:xfrm>
            <a:off x="347472" y="49194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Пориви, м/с</a:t>
            </a:r>
          </a:p>
        </p:txBody>
      </p:sp>
      <p:sp>
        <p:nvSpPr>
          <p:cNvPr id="203" name="text203"/>
          <p:cNvSpPr txBox="1"/>
          <p:nvPr/>
        </p:nvSpPr>
        <p:spPr>
          <a:xfrm>
            <a:off x="1664208"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04" name="text204"/>
          <p:cNvSpPr txBox="1"/>
          <p:nvPr/>
        </p:nvSpPr>
        <p:spPr>
          <a:xfrm>
            <a:off x="2091309"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6</a:t>
            </a:r>
          </a:p>
        </p:txBody>
      </p:sp>
      <p:sp>
        <p:nvSpPr>
          <p:cNvPr id="205" name="text205"/>
          <p:cNvSpPr txBox="1"/>
          <p:nvPr/>
        </p:nvSpPr>
        <p:spPr>
          <a:xfrm>
            <a:off x="2518410"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6" name="text206"/>
          <p:cNvSpPr txBox="1"/>
          <p:nvPr/>
        </p:nvSpPr>
        <p:spPr>
          <a:xfrm>
            <a:off x="2945511"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7" name="text207"/>
          <p:cNvSpPr txBox="1"/>
          <p:nvPr/>
        </p:nvSpPr>
        <p:spPr>
          <a:xfrm>
            <a:off x="3372612"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8" name="text208"/>
          <p:cNvSpPr txBox="1"/>
          <p:nvPr/>
        </p:nvSpPr>
        <p:spPr>
          <a:xfrm>
            <a:off x="3799713"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09" name="text209"/>
          <p:cNvSpPr txBox="1"/>
          <p:nvPr/>
        </p:nvSpPr>
        <p:spPr>
          <a:xfrm>
            <a:off x="4226814"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0" name="text210"/>
          <p:cNvSpPr txBox="1"/>
          <p:nvPr/>
        </p:nvSpPr>
        <p:spPr>
          <a:xfrm>
            <a:off x="4653915"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1" name="text211"/>
          <p:cNvSpPr txBox="1"/>
          <p:nvPr/>
        </p:nvSpPr>
        <p:spPr>
          <a:xfrm>
            <a:off x="5081016"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12" name="text212"/>
          <p:cNvSpPr txBox="1"/>
          <p:nvPr/>
        </p:nvSpPr>
        <p:spPr>
          <a:xfrm>
            <a:off x="5508117"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3" name="text213"/>
          <p:cNvSpPr txBox="1"/>
          <p:nvPr/>
        </p:nvSpPr>
        <p:spPr>
          <a:xfrm>
            <a:off x="5935218"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4" name="text214"/>
          <p:cNvSpPr txBox="1"/>
          <p:nvPr/>
        </p:nvSpPr>
        <p:spPr>
          <a:xfrm>
            <a:off x="6362319"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5" name="text215"/>
          <p:cNvSpPr txBox="1"/>
          <p:nvPr/>
        </p:nvSpPr>
        <p:spPr>
          <a:xfrm>
            <a:off x="6789420"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4</a:t>
            </a:r>
          </a:p>
        </p:txBody>
      </p:sp>
      <p:sp>
        <p:nvSpPr>
          <p:cNvPr id="216" name="text216"/>
          <p:cNvSpPr txBox="1"/>
          <p:nvPr/>
        </p:nvSpPr>
        <p:spPr>
          <a:xfrm>
            <a:off x="7216521"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5</a:t>
            </a:r>
          </a:p>
        </p:txBody>
      </p:sp>
      <p:sp>
        <p:nvSpPr>
          <p:cNvPr id="217" name="text217"/>
          <p:cNvSpPr txBox="1"/>
          <p:nvPr/>
        </p:nvSpPr>
        <p:spPr>
          <a:xfrm>
            <a:off x="7643622"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sp>
        <p:nvSpPr>
          <p:cNvPr id="218" name="text218"/>
          <p:cNvSpPr txBox="1"/>
          <p:nvPr/>
        </p:nvSpPr>
        <p:spPr>
          <a:xfrm>
            <a:off x="8070723"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219" name="text219"/>
          <p:cNvSpPr txBox="1"/>
          <p:nvPr/>
        </p:nvSpPr>
        <p:spPr>
          <a:xfrm>
            <a:off x="8497824" y="4919472"/>
            <a:ext cx="427101"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220" name="text220"/>
          <p:cNvSpPr txBox="1"/>
          <p:nvPr/>
        </p:nvSpPr>
        <p:spPr>
          <a:xfrm>
            <a:off x="8924925"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sp>
        <p:nvSpPr>
          <p:cNvPr id="221" name="text221"/>
          <p:cNvSpPr txBox="1"/>
          <p:nvPr/>
        </p:nvSpPr>
        <p:spPr>
          <a:xfrm>
            <a:off x="9352026"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sp>
        <p:nvSpPr>
          <p:cNvPr id="222" name="text222"/>
          <p:cNvSpPr txBox="1"/>
          <p:nvPr/>
        </p:nvSpPr>
        <p:spPr>
          <a:xfrm>
            <a:off x="9779127"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sp>
        <p:nvSpPr>
          <p:cNvPr id="223" name="text223"/>
          <p:cNvSpPr txBox="1"/>
          <p:nvPr/>
        </p:nvSpPr>
        <p:spPr>
          <a:xfrm>
            <a:off x="10206228"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sp>
        <p:nvSpPr>
          <p:cNvPr id="224" name="text224"/>
          <p:cNvSpPr txBox="1"/>
          <p:nvPr/>
        </p:nvSpPr>
        <p:spPr>
          <a:xfrm>
            <a:off x="10633329" y="4919472"/>
            <a:ext cx="427101" cy="182880"/>
          </a:xfrm>
          <a:prstGeom prst="rect">
            <a:avLst/>
          </a:prstGeom>
          <a:noFill/>
          <a:ln>
            <a:noFill/>
          </a:ln>
        </p:spPr>
        <p:txBody>
          <a:bodyPr wrap="none" lIns="0" tIns="0" rIns="0" bIns="0">
            <a:normAutofit/>
          </a:bodyPr>
          <a:lstStyle/>
          <a:p>
            <a:pPr algn="ctr"/>
            <a:r>
              <a:rPr lang="uk-UA" sz="1000" b="1">
                <a:solidFill>
                  <a:srgbClr val="F39C4A"/>
                </a:solidFill>
                <a:latin typeface="Aptos"/>
                <a:cs typeface="Aptos"/>
              </a:rPr>
              <a:t>12</a:t>
            </a:r>
          </a:p>
        </p:txBody>
      </p:sp>
      <p:sp>
        <p:nvSpPr>
          <p:cNvPr id="225" name="text225"/>
          <p:cNvSpPr txBox="1"/>
          <p:nvPr/>
        </p:nvSpPr>
        <p:spPr>
          <a:xfrm>
            <a:off x="11060430" y="4919472"/>
            <a:ext cx="427101" cy="182880"/>
          </a:xfrm>
          <a:prstGeom prst="rect">
            <a:avLst/>
          </a:prstGeom>
          <a:noFill/>
          <a:ln>
            <a:noFill/>
          </a:ln>
        </p:spPr>
        <p:txBody>
          <a:bodyPr wrap="none" lIns="0" tIns="0" rIns="0" bIns="0">
            <a:normAutofit/>
          </a:bodyPr>
          <a:lstStyle/>
          <a:p>
            <a:pPr algn="ctr"/>
            <a:r>
              <a:rPr lang="uk-UA" sz="1000" b="1">
                <a:solidFill>
                  <a:srgbClr val="F39C4A"/>
                </a:solidFill>
                <a:latin typeface="Aptos"/>
                <a:cs typeface="Aptos"/>
              </a:rPr>
              <a:t>12</a:t>
            </a:r>
          </a:p>
        </p:txBody>
      </p:sp>
      <p:sp>
        <p:nvSpPr>
          <p:cNvPr id="226" name="text226"/>
          <p:cNvSpPr txBox="1"/>
          <p:nvPr/>
        </p:nvSpPr>
        <p:spPr>
          <a:xfrm>
            <a:off x="11487531" y="4919472"/>
            <a:ext cx="427101"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sp>
        <p:nvSpPr>
          <p:cNvPr id="227" name="line227"/>
          <p:cNvSpPr/>
          <p:nvPr/>
        </p:nvSpPr>
        <p:spPr>
          <a:xfrm>
            <a:off x="274320" y="5696712"/>
            <a:ext cx="11640312" cy="0"/>
          </a:xfrm>
          <a:prstGeom prst="line">
            <a:avLst/>
          </a:prstGeom>
          <a:noFill/>
          <a:ln w="4826">
            <a:solidFill>
              <a:srgbClr val="282828"/>
            </a:solidFill>
            <a:prstDash val="solid"/>
          </a:ln>
        </p:spPr>
        <p:txBody>
          <a:bodyPr/>
          <a:lstStyle/>
          <a:p>
            <a:endParaRPr lang="uk-UA"/>
          </a:p>
        </p:txBody>
      </p:sp>
      <p:sp>
        <p:nvSpPr>
          <p:cNvPr id="228" name="text228"/>
          <p:cNvSpPr txBox="1"/>
          <p:nvPr/>
        </p:nvSpPr>
        <p:spPr>
          <a:xfrm>
            <a:off x="347472" y="53766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300 м, м/с</a:t>
            </a:r>
          </a:p>
        </p:txBody>
      </p:sp>
      <p:pic>
        <p:nvPicPr>
          <p:cNvPr id="229" name="hourly wind"/>
          <p:cNvPicPr/>
          <p:nvPr/>
        </p:nvPicPr>
        <p:blipFill>
          <a:blip r:embed="rId4"/>
          <a:stretch>
            <a:fillRect/>
          </a:stretch>
        </p:blipFill>
        <p:spPr>
          <a:xfrm rot="17402902">
            <a:off x="1715460" y="5422392"/>
            <a:ext cx="91440" cy="91440"/>
          </a:xfrm>
          <a:prstGeom prst="rect">
            <a:avLst/>
          </a:prstGeom>
        </p:spPr>
      </p:pic>
      <p:sp>
        <p:nvSpPr>
          <p:cNvPr id="230" name="text230"/>
          <p:cNvSpPr txBox="1"/>
          <p:nvPr/>
        </p:nvSpPr>
        <p:spPr>
          <a:xfrm>
            <a:off x="1826506"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31" name="hourly wind"/>
          <p:cNvPicPr/>
          <p:nvPr/>
        </p:nvPicPr>
        <p:blipFill>
          <a:blip r:embed="rId4"/>
          <a:stretch>
            <a:fillRect/>
          </a:stretch>
        </p:blipFill>
        <p:spPr>
          <a:xfrm rot="17456692">
            <a:off x="2142561" y="5422392"/>
            <a:ext cx="91440" cy="91440"/>
          </a:xfrm>
          <a:prstGeom prst="rect">
            <a:avLst/>
          </a:prstGeom>
        </p:spPr>
      </p:pic>
      <p:sp>
        <p:nvSpPr>
          <p:cNvPr id="232" name="text232"/>
          <p:cNvSpPr txBox="1"/>
          <p:nvPr/>
        </p:nvSpPr>
        <p:spPr>
          <a:xfrm>
            <a:off x="2253607"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33" name="hourly wind"/>
          <p:cNvPicPr/>
          <p:nvPr/>
        </p:nvPicPr>
        <p:blipFill>
          <a:blip r:embed="rId4"/>
          <a:stretch>
            <a:fillRect/>
          </a:stretch>
        </p:blipFill>
        <p:spPr>
          <a:xfrm rot="17812198">
            <a:off x="2569662" y="5422392"/>
            <a:ext cx="91440" cy="91440"/>
          </a:xfrm>
          <a:prstGeom prst="rect">
            <a:avLst/>
          </a:prstGeom>
        </p:spPr>
      </p:pic>
      <p:sp>
        <p:nvSpPr>
          <p:cNvPr id="234" name="text234"/>
          <p:cNvSpPr txBox="1"/>
          <p:nvPr/>
        </p:nvSpPr>
        <p:spPr>
          <a:xfrm>
            <a:off x="2680708"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35" name="hourly wind"/>
          <p:cNvPicPr/>
          <p:nvPr/>
        </p:nvPicPr>
        <p:blipFill>
          <a:blip r:embed="rId4"/>
          <a:stretch>
            <a:fillRect/>
          </a:stretch>
        </p:blipFill>
        <p:spPr>
          <a:xfrm rot="18287474">
            <a:off x="2996763" y="5422392"/>
            <a:ext cx="91440" cy="91440"/>
          </a:xfrm>
          <a:prstGeom prst="rect">
            <a:avLst/>
          </a:prstGeom>
        </p:spPr>
      </p:pic>
      <p:sp>
        <p:nvSpPr>
          <p:cNvPr id="236" name="text236"/>
          <p:cNvSpPr txBox="1"/>
          <p:nvPr/>
        </p:nvSpPr>
        <p:spPr>
          <a:xfrm>
            <a:off x="310780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237" name="hourly wind"/>
          <p:cNvPicPr/>
          <p:nvPr/>
        </p:nvPicPr>
        <p:blipFill>
          <a:blip r:embed="rId4"/>
          <a:stretch>
            <a:fillRect/>
          </a:stretch>
        </p:blipFill>
        <p:spPr>
          <a:xfrm rot="18705636">
            <a:off x="3423864" y="5422392"/>
            <a:ext cx="91440" cy="91440"/>
          </a:xfrm>
          <a:prstGeom prst="rect">
            <a:avLst/>
          </a:prstGeom>
        </p:spPr>
      </p:pic>
      <p:sp>
        <p:nvSpPr>
          <p:cNvPr id="238" name="text238"/>
          <p:cNvSpPr txBox="1"/>
          <p:nvPr/>
        </p:nvSpPr>
        <p:spPr>
          <a:xfrm>
            <a:off x="3534910"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239" name="hourly wind"/>
          <p:cNvPicPr/>
          <p:nvPr/>
        </p:nvPicPr>
        <p:blipFill>
          <a:blip r:embed="rId4"/>
          <a:stretch>
            <a:fillRect/>
          </a:stretch>
        </p:blipFill>
        <p:spPr>
          <a:xfrm rot="19125718">
            <a:off x="3850965" y="5422392"/>
            <a:ext cx="91440" cy="91440"/>
          </a:xfrm>
          <a:prstGeom prst="rect">
            <a:avLst/>
          </a:prstGeom>
        </p:spPr>
      </p:pic>
      <p:sp>
        <p:nvSpPr>
          <p:cNvPr id="240" name="text240"/>
          <p:cNvSpPr txBox="1"/>
          <p:nvPr/>
        </p:nvSpPr>
        <p:spPr>
          <a:xfrm>
            <a:off x="3962011"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pic>
        <p:nvPicPr>
          <p:cNvPr id="241" name="hourly wind"/>
          <p:cNvPicPr/>
          <p:nvPr/>
        </p:nvPicPr>
        <p:blipFill>
          <a:blip r:embed="rId4"/>
          <a:stretch>
            <a:fillRect/>
          </a:stretch>
        </p:blipFill>
        <p:spPr>
          <a:xfrm rot="19660137">
            <a:off x="4278066" y="5422392"/>
            <a:ext cx="91440" cy="91440"/>
          </a:xfrm>
          <a:prstGeom prst="rect">
            <a:avLst/>
          </a:prstGeom>
        </p:spPr>
      </p:pic>
      <p:sp>
        <p:nvSpPr>
          <p:cNvPr id="242" name="text242"/>
          <p:cNvSpPr txBox="1"/>
          <p:nvPr/>
        </p:nvSpPr>
        <p:spPr>
          <a:xfrm>
            <a:off x="4389112"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12</a:t>
            </a:r>
          </a:p>
        </p:txBody>
      </p:sp>
      <p:pic>
        <p:nvPicPr>
          <p:cNvPr id="243" name="hourly wind"/>
          <p:cNvPicPr/>
          <p:nvPr/>
        </p:nvPicPr>
        <p:blipFill>
          <a:blip r:embed="rId4"/>
          <a:stretch>
            <a:fillRect/>
          </a:stretch>
        </p:blipFill>
        <p:spPr>
          <a:xfrm rot="20016060">
            <a:off x="4705167" y="5422392"/>
            <a:ext cx="91440" cy="91440"/>
          </a:xfrm>
          <a:prstGeom prst="rect">
            <a:avLst/>
          </a:prstGeom>
        </p:spPr>
      </p:pic>
      <p:sp>
        <p:nvSpPr>
          <p:cNvPr id="244" name="text244"/>
          <p:cNvSpPr txBox="1"/>
          <p:nvPr/>
        </p:nvSpPr>
        <p:spPr>
          <a:xfrm>
            <a:off x="4816213"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245" name="hourly wind"/>
          <p:cNvPicPr/>
          <p:nvPr/>
        </p:nvPicPr>
        <p:blipFill>
          <a:blip r:embed="rId4"/>
          <a:stretch>
            <a:fillRect/>
          </a:stretch>
        </p:blipFill>
        <p:spPr>
          <a:xfrm rot="19890397">
            <a:off x="5132268" y="5422392"/>
            <a:ext cx="91440" cy="91440"/>
          </a:xfrm>
          <a:prstGeom prst="rect">
            <a:avLst/>
          </a:prstGeom>
        </p:spPr>
      </p:pic>
      <p:sp>
        <p:nvSpPr>
          <p:cNvPr id="246" name="text246"/>
          <p:cNvSpPr txBox="1"/>
          <p:nvPr/>
        </p:nvSpPr>
        <p:spPr>
          <a:xfrm>
            <a:off x="5243314"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247" name="hourly wind"/>
          <p:cNvPicPr/>
          <p:nvPr/>
        </p:nvPicPr>
        <p:blipFill>
          <a:blip r:embed="rId4"/>
          <a:stretch>
            <a:fillRect/>
          </a:stretch>
        </p:blipFill>
        <p:spPr>
          <a:xfrm rot="20067097">
            <a:off x="5559369" y="5422392"/>
            <a:ext cx="91440" cy="91440"/>
          </a:xfrm>
          <a:prstGeom prst="rect">
            <a:avLst/>
          </a:prstGeom>
        </p:spPr>
      </p:pic>
      <p:sp>
        <p:nvSpPr>
          <p:cNvPr id="248" name="text248"/>
          <p:cNvSpPr txBox="1"/>
          <p:nvPr/>
        </p:nvSpPr>
        <p:spPr>
          <a:xfrm>
            <a:off x="5670415"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249" name="hourly wind"/>
          <p:cNvPicPr/>
          <p:nvPr/>
        </p:nvPicPr>
        <p:blipFill>
          <a:blip r:embed="rId4"/>
          <a:stretch>
            <a:fillRect/>
          </a:stretch>
        </p:blipFill>
        <p:spPr>
          <a:xfrm rot="20125622">
            <a:off x="5986470" y="5422392"/>
            <a:ext cx="91440" cy="91440"/>
          </a:xfrm>
          <a:prstGeom prst="rect">
            <a:avLst/>
          </a:prstGeom>
        </p:spPr>
      </p:pic>
      <p:sp>
        <p:nvSpPr>
          <p:cNvPr id="250" name="text250"/>
          <p:cNvSpPr txBox="1"/>
          <p:nvPr/>
        </p:nvSpPr>
        <p:spPr>
          <a:xfrm>
            <a:off x="6097516"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251" name="hourly wind"/>
          <p:cNvPicPr/>
          <p:nvPr/>
        </p:nvPicPr>
        <p:blipFill>
          <a:blip r:embed="rId4"/>
          <a:stretch>
            <a:fillRect/>
          </a:stretch>
        </p:blipFill>
        <p:spPr>
          <a:xfrm rot="20355297">
            <a:off x="6413571" y="5422392"/>
            <a:ext cx="91440" cy="91440"/>
          </a:xfrm>
          <a:prstGeom prst="rect">
            <a:avLst/>
          </a:prstGeom>
        </p:spPr>
      </p:pic>
      <p:sp>
        <p:nvSpPr>
          <p:cNvPr id="252" name="text252"/>
          <p:cNvSpPr txBox="1"/>
          <p:nvPr/>
        </p:nvSpPr>
        <p:spPr>
          <a:xfrm>
            <a:off x="6524617"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pic>
        <p:nvPicPr>
          <p:cNvPr id="253" name="hourly wind"/>
          <p:cNvPicPr/>
          <p:nvPr/>
        </p:nvPicPr>
        <p:blipFill>
          <a:blip r:embed="rId4"/>
          <a:stretch>
            <a:fillRect/>
          </a:stretch>
        </p:blipFill>
        <p:spPr>
          <a:xfrm rot="20464011">
            <a:off x="6840672" y="5422392"/>
            <a:ext cx="91440" cy="91440"/>
          </a:xfrm>
          <a:prstGeom prst="rect">
            <a:avLst/>
          </a:prstGeom>
        </p:spPr>
      </p:pic>
      <p:sp>
        <p:nvSpPr>
          <p:cNvPr id="254" name="text254"/>
          <p:cNvSpPr txBox="1"/>
          <p:nvPr/>
        </p:nvSpPr>
        <p:spPr>
          <a:xfrm>
            <a:off x="6951718"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55" name="hourly wind"/>
          <p:cNvPicPr/>
          <p:nvPr/>
        </p:nvPicPr>
        <p:blipFill>
          <a:blip r:embed="rId4"/>
          <a:stretch>
            <a:fillRect/>
          </a:stretch>
        </p:blipFill>
        <p:spPr>
          <a:xfrm rot="20336456">
            <a:off x="7267773" y="5422392"/>
            <a:ext cx="91440" cy="91440"/>
          </a:xfrm>
          <a:prstGeom prst="rect">
            <a:avLst/>
          </a:prstGeom>
        </p:spPr>
      </p:pic>
      <p:sp>
        <p:nvSpPr>
          <p:cNvPr id="256" name="text256"/>
          <p:cNvSpPr txBox="1"/>
          <p:nvPr/>
        </p:nvSpPr>
        <p:spPr>
          <a:xfrm>
            <a:off x="737881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57" name="hourly wind"/>
          <p:cNvPicPr/>
          <p:nvPr/>
        </p:nvPicPr>
        <p:blipFill>
          <a:blip r:embed="rId4"/>
          <a:stretch>
            <a:fillRect/>
          </a:stretch>
        </p:blipFill>
        <p:spPr>
          <a:xfrm rot="20099053">
            <a:off x="7694874" y="5422392"/>
            <a:ext cx="91440" cy="91440"/>
          </a:xfrm>
          <a:prstGeom prst="rect">
            <a:avLst/>
          </a:prstGeom>
        </p:spPr>
      </p:pic>
      <p:sp>
        <p:nvSpPr>
          <p:cNvPr id="258" name="text258"/>
          <p:cNvSpPr txBox="1"/>
          <p:nvPr/>
        </p:nvSpPr>
        <p:spPr>
          <a:xfrm>
            <a:off x="7805920"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59" name="hourly wind"/>
          <p:cNvPicPr/>
          <p:nvPr/>
        </p:nvPicPr>
        <p:blipFill>
          <a:blip r:embed="rId4"/>
          <a:stretch>
            <a:fillRect/>
          </a:stretch>
        </p:blipFill>
        <p:spPr>
          <a:xfrm rot="19728420">
            <a:off x="8121975" y="5422392"/>
            <a:ext cx="91440" cy="91440"/>
          </a:xfrm>
          <a:prstGeom prst="rect">
            <a:avLst/>
          </a:prstGeom>
        </p:spPr>
      </p:pic>
      <p:sp>
        <p:nvSpPr>
          <p:cNvPr id="260" name="text260"/>
          <p:cNvSpPr txBox="1"/>
          <p:nvPr/>
        </p:nvSpPr>
        <p:spPr>
          <a:xfrm>
            <a:off x="8233021"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61" name="hourly wind"/>
          <p:cNvPicPr/>
          <p:nvPr/>
        </p:nvPicPr>
        <p:blipFill>
          <a:blip r:embed="rId4"/>
          <a:stretch>
            <a:fillRect/>
          </a:stretch>
        </p:blipFill>
        <p:spPr>
          <a:xfrm rot="19140000">
            <a:off x="8549076" y="5422392"/>
            <a:ext cx="91440" cy="91440"/>
          </a:xfrm>
          <a:prstGeom prst="rect">
            <a:avLst/>
          </a:prstGeom>
        </p:spPr>
      </p:pic>
      <p:sp>
        <p:nvSpPr>
          <p:cNvPr id="262" name="text262"/>
          <p:cNvSpPr txBox="1"/>
          <p:nvPr/>
        </p:nvSpPr>
        <p:spPr>
          <a:xfrm>
            <a:off x="8660122"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63" name="hourly wind"/>
          <p:cNvPicPr/>
          <p:nvPr/>
        </p:nvPicPr>
        <p:blipFill>
          <a:blip r:embed="rId4"/>
          <a:stretch>
            <a:fillRect/>
          </a:stretch>
        </p:blipFill>
        <p:spPr>
          <a:xfrm rot="19020000">
            <a:off x="8976177" y="5422392"/>
            <a:ext cx="91440" cy="91440"/>
          </a:xfrm>
          <a:prstGeom prst="rect">
            <a:avLst/>
          </a:prstGeom>
        </p:spPr>
      </p:pic>
      <p:sp>
        <p:nvSpPr>
          <p:cNvPr id="264" name="text264"/>
          <p:cNvSpPr txBox="1"/>
          <p:nvPr/>
        </p:nvSpPr>
        <p:spPr>
          <a:xfrm>
            <a:off x="9087223"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65" name="hourly wind"/>
          <p:cNvPicPr/>
          <p:nvPr/>
        </p:nvPicPr>
        <p:blipFill>
          <a:blip r:embed="rId4"/>
          <a:stretch>
            <a:fillRect/>
          </a:stretch>
        </p:blipFill>
        <p:spPr>
          <a:xfrm rot="18780000">
            <a:off x="9403278" y="5422392"/>
            <a:ext cx="91440" cy="91440"/>
          </a:xfrm>
          <a:prstGeom prst="rect">
            <a:avLst/>
          </a:prstGeom>
        </p:spPr>
      </p:pic>
      <p:sp>
        <p:nvSpPr>
          <p:cNvPr id="266" name="text266"/>
          <p:cNvSpPr txBox="1"/>
          <p:nvPr/>
        </p:nvSpPr>
        <p:spPr>
          <a:xfrm>
            <a:off x="9514324"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67" name="hourly wind"/>
          <p:cNvPicPr/>
          <p:nvPr/>
        </p:nvPicPr>
        <p:blipFill>
          <a:blip r:embed="rId4"/>
          <a:stretch>
            <a:fillRect/>
          </a:stretch>
        </p:blipFill>
        <p:spPr>
          <a:xfrm rot="19080000">
            <a:off x="9830379" y="5422392"/>
            <a:ext cx="91440" cy="91440"/>
          </a:xfrm>
          <a:prstGeom prst="rect">
            <a:avLst/>
          </a:prstGeom>
        </p:spPr>
      </p:pic>
      <p:sp>
        <p:nvSpPr>
          <p:cNvPr id="268" name="text268"/>
          <p:cNvSpPr txBox="1"/>
          <p:nvPr/>
        </p:nvSpPr>
        <p:spPr>
          <a:xfrm>
            <a:off x="9941425"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69" name="hourly wind"/>
          <p:cNvPicPr/>
          <p:nvPr/>
        </p:nvPicPr>
        <p:blipFill>
          <a:blip r:embed="rId4"/>
          <a:stretch>
            <a:fillRect/>
          </a:stretch>
        </p:blipFill>
        <p:spPr>
          <a:xfrm rot="19033413">
            <a:off x="10257480" y="5422392"/>
            <a:ext cx="91440" cy="91440"/>
          </a:xfrm>
          <a:prstGeom prst="rect">
            <a:avLst/>
          </a:prstGeom>
        </p:spPr>
      </p:pic>
      <p:sp>
        <p:nvSpPr>
          <p:cNvPr id="270" name="text270"/>
          <p:cNvSpPr txBox="1"/>
          <p:nvPr/>
        </p:nvSpPr>
        <p:spPr>
          <a:xfrm>
            <a:off x="10368526"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71" name="hourly wind"/>
          <p:cNvPicPr/>
          <p:nvPr/>
        </p:nvPicPr>
        <p:blipFill>
          <a:blip r:embed="rId4"/>
          <a:stretch>
            <a:fillRect/>
          </a:stretch>
        </p:blipFill>
        <p:spPr>
          <a:xfrm rot="19260000">
            <a:off x="10684581" y="5422392"/>
            <a:ext cx="91440" cy="91440"/>
          </a:xfrm>
          <a:prstGeom prst="rect">
            <a:avLst/>
          </a:prstGeom>
        </p:spPr>
      </p:pic>
      <p:sp>
        <p:nvSpPr>
          <p:cNvPr id="272" name="text272"/>
          <p:cNvSpPr txBox="1"/>
          <p:nvPr/>
        </p:nvSpPr>
        <p:spPr>
          <a:xfrm>
            <a:off x="10795627"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273" name="hourly wind"/>
          <p:cNvPicPr/>
          <p:nvPr/>
        </p:nvPicPr>
        <p:blipFill>
          <a:blip r:embed="rId4"/>
          <a:stretch>
            <a:fillRect/>
          </a:stretch>
        </p:blipFill>
        <p:spPr>
          <a:xfrm rot="19320000">
            <a:off x="11111682" y="5422392"/>
            <a:ext cx="91440" cy="91440"/>
          </a:xfrm>
          <a:prstGeom prst="rect">
            <a:avLst/>
          </a:prstGeom>
        </p:spPr>
      </p:pic>
      <p:sp>
        <p:nvSpPr>
          <p:cNvPr id="274" name="text274"/>
          <p:cNvSpPr txBox="1"/>
          <p:nvPr/>
        </p:nvSpPr>
        <p:spPr>
          <a:xfrm>
            <a:off x="11222728" y="53766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pic>
        <p:nvPicPr>
          <p:cNvPr id="275" name="hourly wind"/>
          <p:cNvPicPr/>
          <p:nvPr/>
        </p:nvPicPr>
        <p:blipFill>
          <a:blip r:embed="rId4"/>
          <a:stretch>
            <a:fillRect/>
          </a:stretch>
        </p:blipFill>
        <p:spPr>
          <a:xfrm rot="19800000">
            <a:off x="11538783" y="5422392"/>
            <a:ext cx="91440" cy="91440"/>
          </a:xfrm>
          <a:prstGeom prst="rect">
            <a:avLst/>
          </a:prstGeom>
        </p:spPr>
      </p:pic>
      <p:sp>
        <p:nvSpPr>
          <p:cNvPr id="276" name="text276"/>
          <p:cNvSpPr txBox="1"/>
          <p:nvPr/>
        </p:nvSpPr>
        <p:spPr>
          <a:xfrm>
            <a:off x="11649829" y="53766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sp>
        <p:nvSpPr>
          <p:cNvPr id="277" name="line277"/>
          <p:cNvSpPr/>
          <p:nvPr/>
        </p:nvSpPr>
        <p:spPr>
          <a:xfrm>
            <a:off x="274320" y="6153912"/>
            <a:ext cx="11640312" cy="0"/>
          </a:xfrm>
          <a:prstGeom prst="line">
            <a:avLst/>
          </a:prstGeom>
          <a:noFill/>
          <a:ln w="9525">
            <a:solidFill>
              <a:srgbClr val="505050"/>
            </a:solidFill>
            <a:prstDash val="solid"/>
          </a:ln>
        </p:spPr>
        <p:txBody>
          <a:bodyPr/>
          <a:lstStyle/>
          <a:p>
            <a:endParaRPr lang="uk-UA"/>
          </a:p>
        </p:txBody>
      </p:sp>
      <p:sp>
        <p:nvSpPr>
          <p:cNvPr id="278" name="text278"/>
          <p:cNvSpPr txBox="1"/>
          <p:nvPr/>
        </p:nvSpPr>
        <p:spPr>
          <a:xfrm>
            <a:off x="347472" y="5833872"/>
            <a:ext cx="1243584" cy="182880"/>
          </a:xfrm>
          <a:prstGeom prst="rect">
            <a:avLst/>
          </a:prstGeom>
          <a:noFill/>
          <a:ln>
            <a:noFill/>
          </a:ln>
        </p:spPr>
        <p:txBody>
          <a:bodyPr wrap="none" lIns="0" tIns="0" rIns="0" bIns="0">
            <a:normAutofit/>
          </a:bodyPr>
          <a:lstStyle/>
          <a:p>
            <a:pPr algn="l"/>
            <a:r>
              <a:rPr lang="uk-UA" sz="1000" b="1">
                <a:solidFill>
                  <a:srgbClr val="D0D0D0"/>
                </a:solidFill>
                <a:latin typeface="Aptos"/>
                <a:cs typeface="Aptos"/>
              </a:rPr>
              <a:t>Вітер 1000 м, м/с</a:t>
            </a:r>
          </a:p>
        </p:txBody>
      </p:sp>
      <p:pic>
        <p:nvPicPr>
          <p:cNvPr id="279" name="hourly wind"/>
          <p:cNvPicPr/>
          <p:nvPr/>
        </p:nvPicPr>
        <p:blipFill>
          <a:blip r:embed="rId4"/>
          <a:stretch>
            <a:fillRect/>
          </a:stretch>
        </p:blipFill>
        <p:spPr>
          <a:xfrm rot="16966226">
            <a:off x="1715460" y="5879592"/>
            <a:ext cx="91440" cy="91440"/>
          </a:xfrm>
          <a:prstGeom prst="rect">
            <a:avLst/>
          </a:prstGeom>
        </p:spPr>
      </p:pic>
      <p:sp>
        <p:nvSpPr>
          <p:cNvPr id="280" name="text280"/>
          <p:cNvSpPr txBox="1"/>
          <p:nvPr/>
        </p:nvSpPr>
        <p:spPr>
          <a:xfrm>
            <a:off x="1826506"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81" name="hourly wind"/>
          <p:cNvPicPr/>
          <p:nvPr/>
        </p:nvPicPr>
        <p:blipFill>
          <a:blip r:embed="rId4"/>
          <a:stretch>
            <a:fillRect/>
          </a:stretch>
        </p:blipFill>
        <p:spPr>
          <a:xfrm rot="17423017">
            <a:off x="2142561" y="5879592"/>
            <a:ext cx="91440" cy="91440"/>
          </a:xfrm>
          <a:prstGeom prst="rect">
            <a:avLst/>
          </a:prstGeom>
        </p:spPr>
      </p:pic>
      <p:sp>
        <p:nvSpPr>
          <p:cNvPr id="282" name="text282"/>
          <p:cNvSpPr txBox="1"/>
          <p:nvPr/>
        </p:nvSpPr>
        <p:spPr>
          <a:xfrm>
            <a:off x="2253607"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7</a:t>
            </a:r>
          </a:p>
        </p:txBody>
      </p:sp>
      <p:pic>
        <p:nvPicPr>
          <p:cNvPr id="283" name="hourly wind"/>
          <p:cNvPicPr/>
          <p:nvPr/>
        </p:nvPicPr>
        <p:blipFill>
          <a:blip r:embed="rId4"/>
          <a:stretch>
            <a:fillRect/>
          </a:stretch>
        </p:blipFill>
        <p:spPr>
          <a:xfrm rot="18046641">
            <a:off x="2569662" y="5879592"/>
            <a:ext cx="91440" cy="91440"/>
          </a:xfrm>
          <a:prstGeom prst="rect">
            <a:avLst/>
          </a:prstGeom>
        </p:spPr>
      </p:pic>
      <p:sp>
        <p:nvSpPr>
          <p:cNvPr id="284" name="text284"/>
          <p:cNvSpPr txBox="1"/>
          <p:nvPr/>
        </p:nvSpPr>
        <p:spPr>
          <a:xfrm>
            <a:off x="2680708"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8</a:t>
            </a:r>
          </a:p>
        </p:txBody>
      </p:sp>
      <p:pic>
        <p:nvPicPr>
          <p:cNvPr id="285" name="hourly wind"/>
          <p:cNvPicPr/>
          <p:nvPr/>
        </p:nvPicPr>
        <p:blipFill>
          <a:blip r:embed="rId4"/>
          <a:stretch>
            <a:fillRect/>
          </a:stretch>
        </p:blipFill>
        <p:spPr>
          <a:xfrm rot="18625789">
            <a:off x="2996763" y="5879592"/>
            <a:ext cx="91440" cy="91440"/>
          </a:xfrm>
          <a:prstGeom prst="rect">
            <a:avLst/>
          </a:prstGeom>
        </p:spPr>
      </p:pic>
      <p:sp>
        <p:nvSpPr>
          <p:cNvPr id="286" name="text286"/>
          <p:cNvSpPr txBox="1"/>
          <p:nvPr/>
        </p:nvSpPr>
        <p:spPr>
          <a:xfrm>
            <a:off x="3107809"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87" name="hourly wind"/>
          <p:cNvPicPr/>
          <p:nvPr/>
        </p:nvPicPr>
        <p:blipFill>
          <a:blip r:embed="rId4"/>
          <a:stretch>
            <a:fillRect/>
          </a:stretch>
        </p:blipFill>
        <p:spPr>
          <a:xfrm rot="19413807">
            <a:off x="3423864" y="5879592"/>
            <a:ext cx="91440" cy="91440"/>
          </a:xfrm>
          <a:prstGeom prst="rect">
            <a:avLst/>
          </a:prstGeom>
        </p:spPr>
      </p:pic>
      <p:sp>
        <p:nvSpPr>
          <p:cNvPr id="288" name="text288"/>
          <p:cNvSpPr txBox="1"/>
          <p:nvPr/>
        </p:nvSpPr>
        <p:spPr>
          <a:xfrm>
            <a:off x="3534910"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89" name="hourly wind"/>
          <p:cNvPicPr/>
          <p:nvPr/>
        </p:nvPicPr>
        <p:blipFill>
          <a:blip r:embed="rId4"/>
          <a:stretch>
            <a:fillRect/>
          </a:stretch>
        </p:blipFill>
        <p:spPr>
          <a:xfrm rot="20100000">
            <a:off x="3850965" y="5879592"/>
            <a:ext cx="91440" cy="91440"/>
          </a:xfrm>
          <a:prstGeom prst="rect">
            <a:avLst/>
          </a:prstGeom>
        </p:spPr>
      </p:pic>
      <p:sp>
        <p:nvSpPr>
          <p:cNvPr id="290" name="text290"/>
          <p:cNvSpPr txBox="1"/>
          <p:nvPr/>
        </p:nvSpPr>
        <p:spPr>
          <a:xfrm>
            <a:off x="3962011"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91" name="hourly wind"/>
          <p:cNvPicPr/>
          <p:nvPr/>
        </p:nvPicPr>
        <p:blipFill>
          <a:blip r:embed="rId4"/>
          <a:stretch>
            <a:fillRect/>
          </a:stretch>
        </p:blipFill>
        <p:spPr>
          <a:xfrm rot="20238043">
            <a:off x="4278066" y="5879592"/>
            <a:ext cx="91440" cy="91440"/>
          </a:xfrm>
          <a:prstGeom prst="rect">
            <a:avLst/>
          </a:prstGeom>
        </p:spPr>
      </p:pic>
      <p:sp>
        <p:nvSpPr>
          <p:cNvPr id="292" name="text292"/>
          <p:cNvSpPr txBox="1"/>
          <p:nvPr/>
        </p:nvSpPr>
        <p:spPr>
          <a:xfrm>
            <a:off x="4389112"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93" name="hourly wind"/>
          <p:cNvPicPr/>
          <p:nvPr/>
        </p:nvPicPr>
        <p:blipFill>
          <a:blip r:embed="rId4"/>
          <a:stretch>
            <a:fillRect/>
          </a:stretch>
        </p:blipFill>
        <p:spPr>
          <a:xfrm rot="20380009">
            <a:off x="4705167" y="5879592"/>
            <a:ext cx="91440" cy="91440"/>
          </a:xfrm>
          <a:prstGeom prst="rect">
            <a:avLst/>
          </a:prstGeom>
        </p:spPr>
      </p:pic>
      <p:sp>
        <p:nvSpPr>
          <p:cNvPr id="294" name="text294"/>
          <p:cNvSpPr txBox="1"/>
          <p:nvPr/>
        </p:nvSpPr>
        <p:spPr>
          <a:xfrm>
            <a:off x="4816213"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95" name="hourly wind"/>
          <p:cNvPicPr/>
          <p:nvPr/>
        </p:nvPicPr>
        <p:blipFill>
          <a:blip r:embed="rId4"/>
          <a:stretch>
            <a:fillRect/>
          </a:stretch>
        </p:blipFill>
        <p:spPr>
          <a:xfrm rot="20373918">
            <a:off x="5132268" y="5879592"/>
            <a:ext cx="91440" cy="91440"/>
          </a:xfrm>
          <a:prstGeom prst="rect">
            <a:avLst/>
          </a:prstGeom>
        </p:spPr>
      </p:pic>
      <p:sp>
        <p:nvSpPr>
          <p:cNvPr id="296" name="text296"/>
          <p:cNvSpPr txBox="1"/>
          <p:nvPr/>
        </p:nvSpPr>
        <p:spPr>
          <a:xfrm>
            <a:off x="5243314"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97" name="hourly wind"/>
          <p:cNvPicPr/>
          <p:nvPr/>
        </p:nvPicPr>
        <p:blipFill>
          <a:blip r:embed="rId4"/>
          <a:stretch>
            <a:fillRect/>
          </a:stretch>
        </p:blipFill>
        <p:spPr>
          <a:xfrm rot="20201692">
            <a:off x="5559369" y="5879592"/>
            <a:ext cx="91440" cy="91440"/>
          </a:xfrm>
          <a:prstGeom prst="rect">
            <a:avLst/>
          </a:prstGeom>
        </p:spPr>
      </p:pic>
      <p:sp>
        <p:nvSpPr>
          <p:cNvPr id="298" name="text298"/>
          <p:cNvSpPr txBox="1"/>
          <p:nvPr/>
        </p:nvSpPr>
        <p:spPr>
          <a:xfrm>
            <a:off x="5670415"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299" name="hourly wind"/>
          <p:cNvPicPr/>
          <p:nvPr/>
        </p:nvPicPr>
        <p:blipFill>
          <a:blip r:embed="rId4"/>
          <a:stretch>
            <a:fillRect/>
          </a:stretch>
        </p:blipFill>
        <p:spPr>
          <a:xfrm rot="19967081">
            <a:off x="5986470" y="5879592"/>
            <a:ext cx="91440" cy="91440"/>
          </a:xfrm>
          <a:prstGeom prst="rect">
            <a:avLst/>
          </a:prstGeom>
        </p:spPr>
      </p:pic>
      <p:sp>
        <p:nvSpPr>
          <p:cNvPr id="300" name="text300"/>
          <p:cNvSpPr txBox="1"/>
          <p:nvPr/>
        </p:nvSpPr>
        <p:spPr>
          <a:xfrm>
            <a:off x="6097516"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01" name="hourly wind"/>
          <p:cNvPicPr/>
          <p:nvPr/>
        </p:nvPicPr>
        <p:blipFill>
          <a:blip r:embed="rId4"/>
          <a:stretch>
            <a:fillRect/>
          </a:stretch>
        </p:blipFill>
        <p:spPr>
          <a:xfrm rot="19856956">
            <a:off x="6413571" y="5879592"/>
            <a:ext cx="91440" cy="91440"/>
          </a:xfrm>
          <a:prstGeom prst="rect">
            <a:avLst/>
          </a:prstGeom>
        </p:spPr>
      </p:pic>
      <p:sp>
        <p:nvSpPr>
          <p:cNvPr id="302" name="text302"/>
          <p:cNvSpPr txBox="1"/>
          <p:nvPr/>
        </p:nvSpPr>
        <p:spPr>
          <a:xfrm>
            <a:off x="6524617"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03" name="hourly wind"/>
          <p:cNvPicPr/>
          <p:nvPr/>
        </p:nvPicPr>
        <p:blipFill>
          <a:blip r:embed="rId4"/>
          <a:stretch>
            <a:fillRect/>
          </a:stretch>
        </p:blipFill>
        <p:spPr>
          <a:xfrm rot="19942761">
            <a:off x="6840672" y="5879592"/>
            <a:ext cx="91440" cy="91440"/>
          </a:xfrm>
          <a:prstGeom prst="rect">
            <a:avLst/>
          </a:prstGeom>
        </p:spPr>
      </p:pic>
      <p:sp>
        <p:nvSpPr>
          <p:cNvPr id="304" name="text304"/>
          <p:cNvSpPr txBox="1"/>
          <p:nvPr/>
        </p:nvSpPr>
        <p:spPr>
          <a:xfrm>
            <a:off x="6951718"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05" name="hourly wind"/>
          <p:cNvPicPr/>
          <p:nvPr/>
        </p:nvPicPr>
        <p:blipFill>
          <a:blip r:embed="rId4"/>
          <a:stretch>
            <a:fillRect/>
          </a:stretch>
        </p:blipFill>
        <p:spPr>
          <a:xfrm rot="19807404">
            <a:off x="7267773" y="5879592"/>
            <a:ext cx="91440" cy="91440"/>
          </a:xfrm>
          <a:prstGeom prst="rect">
            <a:avLst/>
          </a:prstGeom>
        </p:spPr>
      </p:pic>
      <p:sp>
        <p:nvSpPr>
          <p:cNvPr id="306" name="text306"/>
          <p:cNvSpPr txBox="1"/>
          <p:nvPr/>
        </p:nvSpPr>
        <p:spPr>
          <a:xfrm>
            <a:off x="7378819"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07" name="hourly wind"/>
          <p:cNvPicPr/>
          <p:nvPr/>
        </p:nvPicPr>
        <p:blipFill>
          <a:blip r:embed="rId4"/>
          <a:stretch>
            <a:fillRect/>
          </a:stretch>
        </p:blipFill>
        <p:spPr>
          <a:xfrm rot="19886444">
            <a:off x="7694874" y="5879592"/>
            <a:ext cx="91440" cy="91440"/>
          </a:xfrm>
          <a:prstGeom prst="rect">
            <a:avLst/>
          </a:prstGeom>
        </p:spPr>
      </p:pic>
      <p:sp>
        <p:nvSpPr>
          <p:cNvPr id="308" name="text308"/>
          <p:cNvSpPr txBox="1"/>
          <p:nvPr/>
        </p:nvSpPr>
        <p:spPr>
          <a:xfrm>
            <a:off x="7805920"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309" name="hourly wind"/>
          <p:cNvPicPr/>
          <p:nvPr/>
        </p:nvPicPr>
        <p:blipFill>
          <a:blip r:embed="rId4"/>
          <a:stretch>
            <a:fillRect/>
          </a:stretch>
        </p:blipFill>
        <p:spPr>
          <a:xfrm rot="19945074">
            <a:off x="8121975" y="5879592"/>
            <a:ext cx="91440" cy="91440"/>
          </a:xfrm>
          <a:prstGeom prst="rect">
            <a:avLst/>
          </a:prstGeom>
        </p:spPr>
      </p:pic>
      <p:sp>
        <p:nvSpPr>
          <p:cNvPr id="310" name="text310"/>
          <p:cNvSpPr txBox="1"/>
          <p:nvPr/>
        </p:nvSpPr>
        <p:spPr>
          <a:xfrm>
            <a:off x="8233021"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11" name="hourly wind"/>
          <p:cNvPicPr/>
          <p:nvPr/>
        </p:nvPicPr>
        <p:blipFill>
          <a:blip r:embed="rId4"/>
          <a:stretch>
            <a:fillRect/>
          </a:stretch>
        </p:blipFill>
        <p:spPr>
          <a:xfrm rot="19729702">
            <a:off x="8549076" y="5879592"/>
            <a:ext cx="91440" cy="91440"/>
          </a:xfrm>
          <a:prstGeom prst="rect">
            <a:avLst/>
          </a:prstGeom>
        </p:spPr>
      </p:pic>
      <p:sp>
        <p:nvSpPr>
          <p:cNvPr id="312" name="text312"/>
          <p:cNvSpPr txBox="1"/>
          <p:nvPr/>
        </p:nvSpPr>
        <p:spPr>
          <a:xfrm>
            <a:off x="8660122"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313" name="hourly wind"/>
          <p:cNvPicPr/>
          <p:nvPr/>
        </p:nvPicPr>
        <p:blipFill>
          <a:blip r:embed="rId4"/>
          <a:stretch>
            <a:fillRect/>
          </a:stretch>
        </p:blipFill>
        <p:spPr>
          <a:xfrm rot="19343330">
            <a:off x="8976177" y="5879592"/>
            <a:ext cx="91440" cy="91440"/>
          </a:xfrm>
          <a:prstGeom prst="rect">
            <a:avLst/>
          </a:prstGeom>
        </p:spPr>
      </p:pic>
      <p:sp>
        <p:nvSpPr>
          <p:cNvPr id="314" name="text314"/>
          <p:cNvSpPr txBox="1"/>
          <p:nvPr/>
        </p:nvSpPr>
        <p:spPr>
          <a:xfrm>
            <a:off x="9087223"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9</a:t>
            </a:r>
          </a:p>
        </p:txBody>
      </p:sp>
      <p:pic>
        <p:nvPicPr>
          <p:cNvPr id="315" name="hourly wind"/>
          <p:cNvPicPr/>
          <p:nvPr/>
        </p:nvPicPr>
        <p:blipFill>
          <a:blip r:embed="rId4"/>
          <a:stretch>
            <a:fillRect/>
          </a:stretch>
        </p:blipFill>
        <p:spPr>
          <a:xfrm rot="19380000">
            <a:off x="9403278" y="5879592"/>
            <a:ext cx="91440" cy="91440"/>
          </a:xfrm>
          <a:prstGeom prst="rect">
            <a:avLst/>
          </a:prstGeom>
        </p:spPr>
      </p:pic>
      <p:sp>
        <p:nvSpPr>
          <p:cNvPr id="316" name="text316"/>
          <p:cNvSpPr txBox="1"/>
          <p:nvPr/>
        </p:nvSpPr>
        <p:spPr>
          <a:xfrm>
            <a:off x="9514324"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10</a:t>
            </a:r>
          </a:p>
        </p:txBody>
      </p:sp>
      <p:pic>
        <p:nvPicPr>
          <p:cNvPr id="317" name="hourly wind"/>
          <p:cNvPicPr/>
          <p:nvPr/>
        </p:nvPicPr>
        <p:blipFill>
          <a:blip r:embed="rId4"/>
          <a:stretch>
            <a:fillRect/>
          </a:stretch>
        </p:blipFill>
        <p:spPr>
          <a:xfrm rot="19222303">
            <a:off x="9830379" y="5879592"/>
            <a:ext cx="91440" cy="91440"/>
          </a:xfrm>
          <a:prstGeom prst="rect">
            <a:avLst/>
          </a:prstGeom>
        </p:spPr>
      </p:pic>
      <p:sp>
        <p:nvSpPr>
          <p:cNvPr id="318" name="text318"/>
          <p:cNvSpPr txBox="1"/>
          <p:nvPr/>
        </p:nvSpPr>
        <p:spPr>
          <a:xfrm>
            <a:off x="9941425" y="5833872"/>
            <a:ext cx="222093" cy="182880"/>
          </a:xfrm>
          <a:prstGeom prst="rect">
            <a:avLst/>
          </a:prstGeom>
          <a:noFill/>
          <a:ln>
            <a:noFill/>
          </a:ln>
        </p:spPr>
        <p:txBody>
          <a:bodyPr wrap="none" lIns="0" tIns="0" rIns="0" bIns="0">
            <a:normAutofit/>
          </a:bodyPr>
          <a:lstStyle/>
          <a:p>
            <a:pPr algn="ctr"/>
            <a:r>
              <a:rPr lang="uk-UA" sz="1000" b="1">
                <a:solidFill>
                  <a:srgbClr val="FFFFFF"/>
                </a:solidFill>
                <a:latin typeface="Aptos"/>
                <a:cs typeface="Aptos"/>
              </a:rPr>
              <a:t>10</a:t>
            </a:r>
          </a:p>
        </p:txBody>
      </p:sp>
      <p:pic>
        <p:nvPicPr>
          <p:cNvPr id="319" name="hourly wind"/>
          <p:cNvPicPr/>
          <p:nvPr/>
        </p:nvPicPr>
        <p:blipFill>
          <a:blip r:embed="rId4"/>
          <a:stretch>
            <a:fillRect/>
          </a:stretch>
        </p:blipFill>
        <p:spPr>
          <a:xfrm rot="19071698">
            <a:off x="10257480" y="5879592"/>
            <a:ext cx="91440" cy="91440"/>
          </a:xfrm>
          <a:prstGeom prst="rect">
            <a:avLst/>
          </a:prstGeom>
        </p:spPr>
      </p:pic>
      <p:sp>
        <p:nvSpPr>
          <p:cNvPr id="320" name="text320"/>
          <p:cNvSpPr txBox="1"/>
          <p:nvPr/>
        </p:nvSpPr>
        <p:spPr>
          <a:xfrm>
            <a:off x="10368526"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21" name="hourly wind"/>
          <p:cNvPicPr/>
          <p:nvPr/>
        </p:nvPicPr>
        <p:blipFill>
          <a:blip r:embed="rId4"/>
          <a:stretch>
            <a:fillRect/>
          </a:stretch>
        </p:blipFill>
        <p:spPr>
          <a:xfrm rot="19074846">
            <a:off x="10684581" y="5879592"/>
            <a:ext cx="91440" cy="91440"/>
          </a:xfrm>
          <a:prstGeom prst="rect">
            <a:avLst/>
          </a:prstGeom>
        </p:spPr>
      </p:pic>
      <p:sp>
        <p:nvSpPr>
          <p:cNvPr id="322" name="text322"/>
          <p:cNvSpPr txBox="1"/>
          <p:nvPr/>
        </p:nvSpPr>
        <p:spPr>
          <a:xfrm>
            <a:off x="10795627"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23" name="hourly wind"/>
          <p:cNvPicPr/>
          <p:nvPr/>
        </p:nvPicPr>
        <p:blipFill>
          <a:blip r:embed="rId4"/>
          <a:stretch>
            <a:fillRect/>
          </a:stretch>
        </p:blipFill>
        <p:spPr>
          <a:xfrm rot="19320000">
            <a:off x="11111682" y="5879592"/>
            <a:ext cx="91440" cy="91440"/>
          </a:xfrm>
          <a:prstGeom prst="rect">
            <a:avLst/>
          </a:prstGeom>
        </p:spPr>
      </p:pic>
      <p:sp>
        <p:nvSpPr>
          <p:cNvPr id="324" name="text324"/>
          <p:cNvSpPr txBox="1"/>
          <p:nvPr/>
        </p:nvSpPr>
        <p:spPr>
          <a:xfrm>
            <a:off x="11222728" y="5833872"/>
            <a:ext cx="222093" cy="182880"/>
          </a:xfrm>
          <a:prstGeom prst="rect">
            <a:avLst/>
          </a:prstGeom>
          <a:noFill/>
          <a:ln>
            <a:noFill/>
          </a:ln>
        </p:spPr>
        <p:txBody>
          <a:bodyPr wrap="none" lIns="0" tIns="0" rIns="0" bIns="0">
            <a:normAutofit/>
          </a:bodyPr>
          <a:lstStyle/>
          <a:p>
            <a:pPr algn="ctr"/>
            <a:r>
              <a:rPr lang="uk-UA" sz="1000" b="1">
                <a:solidFill>
                  <a:srgbClr val="F0C84B"/>
                </a:solidFill>
                <a:latin typeface="Aptos"/>
                <a:cs typeface="Aptos"/>
              </a:rPr>
              <a:t>11</a:t>
            </a:r>
          </a:p>
        </p:txBody>
      </p:sp>
      <p:pic>
        <p:nvPicPr>
          <p:cNvPr id="325" name="hourly wind"/>
          <p:cNvPicPr/>
          <p:nvPr/>
        </p:nvPicPr>
        <p:blipFill>
          <a:blip r:embed="rId4"/>
          <a:stretch>
            <a:fillRect/>
          </a:stretch>
        </p:blipFill>
        <p:spPr>
          <a:xfrm rot="19767064">
            <a:off x="11538783" y="5879592"/>
            <a:ext cx="91440" cy="91440"/>
          </a:xfrm>
          <a:prstGeom prst="rect">
            <a:avLst/>
          </a:prstGeom>
        </p:spPr>
      </p:pic>
      <p:sp>
        <p:nvSpPr>
          <p:cNvPr id="326" name="text326"/>
          <p:cNvSpPr txBox="1"/>
          <p:nvPr/>
        </p:nvSpPr>
        <p:spPr>
          <a:xfrm>
            <a:off x="11649829" y="5833872"/>
            <a:ext cx="222093" cy="182880"/>
          </a:xfrm>
          <a:prstGeom prst="rect">
            <a:avLst/>
          </a:prstGeom>
          <a:noFill/>
          <a:ln>
            <a:noFill/>
          </a:ln>
        </p:spPr>
        <p:txBody>
          <a:bodyPr wrap="none" lIns="0" tIns="0" rIns="0" bIns="0">
            <a:normAutofit/>
          </a:bodyPr>
          <a:lstStyle/>
          <a:p>
            <a:pPr algn="ctr"/>
            <a:r>
              <a:rPr lang="uk-UA" sz="1000" b="1">
                <a:solidFill>
                  <a:srgbClr val="F39C4A"/>
                </a:solidFill>
                <a:latin typeface="Aptos"/>
                <a:cs typeface="Aptos"/>
              </a:rPr>
              <a:t>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Прогноз на 5 днів</a:t>
            </a:r>
          </a:p>
        </p:txBody>
      </p:sp>
      <p:sp>
        <p:nvSpPr>
          <p:cNvPr id="13" name="shape13"/>
          <p:cNvSpPr/>
          <p:nvPr/>
        </p:nvSpPr>
        <p:spPr>
          <a:xfrm>
            <a:off x="502920" y="1234440"/>
            <a:ext cx="3794760" cy="4709160"/>
          </a:xfrm>
          <a:prstGeom prst="roundRect">
            <a:avLst/>
          </a:prstGeom>
          <a:solidFill>
            <a:srgbClr val="0A0A0A"/>
          </a:solidFill>
          <a:ln w="12700">
            <a:solidFill>
              <a:srgbClr val="404040"/>
            </a:solidFill>
          </a:ln>
        </p:spPr>
        <p:txBody>
          <a:bodyPr/>
          <a:lstStyle/>
          <a:p>
            <a:endParaRPr lang="uk-UA"/>
          </a:p>
        </p:txBody>
      </p:sp>
      <p:sp>
        <p:nvSpPr>
          <p:cNvPr id="14" name="text14"/>
          <p:cNvSpPr txBox="1"/>
          <p:nvPr/>
        </p:nvSpPr>
        <p:spPr>
          <a:xfrm>
            <a:off x="713232" y="1444752"/>
            <a:ext cx="256032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Найближчі п’ять діб</a:t>
            </a:r>
          </a:p>
        </p:txBody>
      </p:sp>
      <p:sp>
        <p:nvSpPr>
          <p:cNvPr id="15" name="text15"/>
          <p:cNvSpPr txBox="1"/>
          <p:nvPr/>
        </p:nvSpPr>
        <p:spPr>
          <a:xfrm>
            <a:off x="713232" y="1810512"/>
            <a:ext cx="3291840" cy="3520440"/>
          </a:xfrm>
          <a:prstGeom prst="rect">
            <a:avLst/>
          </a:prstGeom>
          <a:noFill/>
          <a:ln>
            <a:noFill/>
          </a:ln>
        </p:spPr>
        <p:txBody>
          <a:bodyPr wrap="square" lIns="0" tIns="0" rIns="0" bIns="0">
            <a:normAutofit/>
          </a:bodyPr>
          <a:lstStyle/>
          <a:p>
            <a:pPr algn="l"/>
            <a:r>
              <a:rPr lang="uk-UA" sz="1300">
                <a:solidFill>
                  <a:srgbClr val="FFFFFF"/>
                </a:solidFill>
                <a:latin typeface="Aptos"/>
                <a:cs typeface="Aptos"/>
              </a:rPr>
              <a:t>Загальний діапазон: +6…+28 °C.</a:t>
            </a:r>
          </a:p>
          <a:p>
            <a:pPr algn="l"/>
            <a:endParaRPr lang="uk-UA" sz="1300">
              <a:solidFill>
                <a:srgbClr val="FFFFFF"/>
              </a:solidFill>
              <a:latin typeface="Aptos"/>
              <a:cs typeface="Aptos"/>
            </a:endParaRPr>
          </a:p>
          <a:p>
            <a:pPr algn="l"/>
            <a:r>
              <a:rPr lang="uk-UA" sz="1300">
                <a:solidFill>
                  <a:srgbClr val="FFFFFF"/>
                </a:solidFill>
                <a:latin typeface="Aptos"/>
                <a:cs typeface="Aptos"/>
              </a:rPr>
              <a:t>День: мін. +6 °C, макс. +28 °C.</a:t>
            </a:r>
          </a:p>
          <a:p>
            <a:pPr algn="l"/>
            <a:r>
              <a:rPr lang="uk-UA" sz="1300">
                <a:solidFill>
                  <a:srgbClr val="FFFFFF"/>
                </a:solidFill>
                <a:latin typeface="Aptos"/>
                <a:cs typeface="Aptos"/>
              </a:rPr>
              <a:t>Ніч: мін. +6 °C, макс. +24 °C.</a:t>
            </a:r>
          </a:p>
          <a:p>
            <a:pPr algn="l"/>
            <a:endParaRPr lang="uk-UA" sz="1300">
              <a:solidFill>
                <a:srgbClr val="FFFFFF"/>
              </a:solidFill>
              <a:latin typeface="Aptos"/>
              <a:cs typeface="Aptos"/>
            </a:endParaRPr>
          </a:p>
          <a:p>
            <a:pPr algn="l"/>
            <a:r>
              <a:rPr lang="uk-UA" sz="1300">
                <a:solidFill>
                  <a:srgbClr val="FFFFFF"/>
                </a:solidFill>
                <a:latin typeface="Aptos"/>
                <a:cs typeface="Aptos"/>
              </a:rPr>
              <a:t>Сумарні опади — 0.7 мм.</a:t>
            </a:r>
          </a:p>
          <a:p>
            <a:pPr algn="l"/>
            <a:r>
              <a:rPr lang="uk-UA" sz="1300">
                <a:solidFill>
                  <a:srgbClr val="FFFFFF"/>
                </a:solidFill>
                <a:latin typeface="Aptos"/>
                <a:cs typeface="Aptos"/>
              </a:rPr>
              <a:t>Максимальні пориви — 12 м/с.</a:t>
            </a:r>
          </a:p>
        </p:txBody>
      </p:sp>
      <p:sp>
        <p:nvSpPr>
          <p:cNvPr id="16" name="shape16"/>
          <p:cNvSpPr/>
          <p:nvPr/>
        </p:nvSpPr>
        <p:spPr>
          <a:xfrm>
            <a:off x="4526280" y="1325880"/>
            <a:ext cx="1261872" cy="4480560"/>
          </a:xfrm>
          <a:prstGeom prst="roundRect">
            <a:avLst/>
          </a:prstGeom>
          <a:solidFill>
            <a:srgbClr val="0C0C0C"/>
          </a:solidFill>
          <a:ln w="12700">
            <a:solidFill>
              <a:srgbClr val="404040"/>
            </a:solidFill>
          </a:ln>
        </p:spPr>
        <p:txBody>
          <a:bodyPr/>
          <a:lstStyle/>
          <a:p>
            <a:endParaRPr lang="uk-UA"/>
          </a:p>
        </p:txBody>
      </p:sp>
      <p:sp>
        <p:nvSpPr>
          <p:cNvPr id="17" name="text17"/>
          <p:cNvSpPr txBox="1"/>
          <p:nvPr/>
        </p:nvSpPr>
        <p:spPr>
          <a:xfrm>
            <a:off x="461772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Нд 06.09</a:t>
            </a:r>
          </a:p>
        </p:txBody>
      </p:sp>
      <p:pic>
        <p:nvPicPr>
          <p:cNvPr id="18" name="moon surface"/>
          <p:cNvPicPr/>
          <p:nvPr/>
        </p:nvPicPr>
        <p:blipFill>
          <a:blip r:embed="rId4"/>
          <a:stretch>
            <a:fillRect/>
          </a:stretch>
        </p:blipFill>
        <p:spPr>
          <a:xfrm>
            <a:off x="4974336" y="1746504"/>
            <a:ext cx="365760" cy="365760"/>
          </a:xfrm>
          <a:prstGeom prst="rect">
            <a:avLst/>
          </a:prstGeom>
        </p:spPr>
      </p:pic>
      <p:sp>
        <p:nvSpPr>
          <p:cNvPr id="19" name="moon shadow 19"/>
          <p:cNvSpPr/>
          <p:nvPr/>
        </p:nvSpPr>
        <p:spPr>
          <a:xfrm>
            <a:off x="4974336" y="1746504"/>
            <a:ext cx="365760" cy="365760"/>
          </a:xfrm>
          <a:custGeom>
            <a:avLst/>
            <a:gdLst/>
            <a:ahLst/>
            <a:cxnLst/>
            <a:rect l="0" t="0" r="100000" b="100000"/>
            <a:pathLst>
              <a:path w="100000" h="100000">
                <a:moveTo>
                  <a:pt x="50000" y="7000"/>
                </a:moveTo>
                <a:lnTo>
                  <a:pt x="46250" y="8344"/>
                </a:lnTo>
                <a:lnTo>
                  <a:pt x="44739" y="9688"/>
                </a:lnTo>
                <a:lnTo>
                  <a:pt x="43609" y="11031"/>
                </a:lnTo>
                <a:lnTo>
                  <a:pt x="42681" y="12375"/>
                </a:lnTo>
                <a:lnTo>
                  <a:pt x="41886" y="13719"/>
                </a:lnTo>
                <a:lnTo>
                  <a:pt x="41187" y="15063"/>
                </a:lnTo>
                <a:lnTo>
                  <a:pt x="40564" y="16406"/>
                </a:lnTo>
                <a:lnTo>
                  <a:pt x="40001" y="17750"/>
                </a:lnTo>
                <a:lnTo>
                  <a:pt x="39490" y="19094"/>
                </a:lnTo>
                <a:lnTo>
                  <a:pt x="39022" y="20438"/>
                </a:lnTo>
                <a:lnTo>
                  <a:pt x="38594" y="21781"/>
                </a:lnTo>
                <a:lnTo>
                  <a:pt x="38199" y="23125"/>
                </a:lnTo>
                <a:lnTo>
                  <a:pt x="37836" y="24469"/>
                </a:lnTo>
                <a:lnTo>
                  <a:pt x="37501" y="25813"/>
                </a:lnTo>
                <a:lnTo>
                  <a:pt x="37193" y="27156"/>
                </a:lnTo>
                <a:lnTo>
                  <a:pt x="36908" y="28500"/>
                </a:lnTo>
                <a:lnTo>
                  <a:pt x="36647" y="29844"/>
                </a:lnTo>
                <a:lnTo>
                  <a:pt x="36406" y="31188"/>
                </a:lnTo>
                <a:lnTo>
                  <a:pt x="36187" y="32531"/>
                </a:lnTo>
                <a:lnTo>
                  <a:pt x="35986" y="33875"/>
                </a:lnTo>
                <a:lnTo>
                  <a:pt x="35804" y="35219"/>
                </a:lnTo>
                <a:lnTo>
                  <a:pt x="35640" y="36563"/>
                </a:lnTo>
                <a:lnTo>
                  <a:pt x="35493" y="37906"/>
                </a:lnTo>
                <a:lnTo>
                  <a:pt x="35363" y="39250"/>
                </a:lnTo>
                <a:lnTo>
                  <a:pt x="35249" y="40594"/>
                </a:lnTo>
                <a:lnTo>
                  <a:pt x="35151" y="41938"/>
                </a:lnTo>
                <a:lnTo>
                  <a:pt x="35069" y="43281"/>
                </a:lnTo>
                <a:lnTo>
                  <a:pt x="35002" y="44625"/>
                </a:lnTo>
                <a:lnTo>
                  <a:pt x="34950" y="45969"/>
                </a:lnTo>
                <a:lnTo>
                  <a:pt x="34913" y="47313"/>
                </a:lnTo>
                <a:lnTo>
                  <a:pt x="34890" y="48656"/>
                </a:lnTo>
                <a:lnTo>
                  <a:pt x="34883" y="50000"/>
                </a:lnTo>
                <a:lnTo>
                  <a:pt x="34890" y="51344"/>
                </a:lnTo>
                <a:lnTo>
                  <a:pt x="34913" y="52688"/>
                </a:lnTo>
                <a:lnTo>
                  <a:pt x="34950" y="54031"/>
                </a:lnTo>
                <a:lnTo>
                  <a:pt x="35002" y="55375"/>
                </a:lnTo>
                <a:lnTo>
                  <a:pt x="35069" y="56719"/>
                </a:lnTo>
                <a:lnTo>
                  <a:pt x="35151" y="58063"/>
                </a:lnTo>
                <a:lnTo>
                  <a:pt x="35249" y="59406"/>
                </a:lnTo>
                <a:lnTo>
                  <a:pt x="35363" y="60750"/>
                </a:lnTo>
                <a:lnTo>
                  <a:pt x="35493" y="62094"/>
                </a:lnTo>
                <a:lnTo>
                  <a:pt x="35640" y="63438"/>
                </a:lnTo>
                <a:lnTo>
                  <a:pt x="35804" y="64781"/>
                </a:lnTo>
                <a:lnTo>
                  <a:pt x="35986" y="66125"/>
                </a:lnTo>
                <a:lnTo>
                  <a:pt x="36187" y="67469"/>
                </a:lnTo>
                <a:lnTo>
                  <a:pt x="36406" y="68813"/>
                </a:lnTo>
                <a:lnTo>
                  <a:pt x="36647" y="70156"/>
                </a:lnTo>
                <a:lnTo>
                  <a:pt x="36908" y="71500"/>
                </a:lnTo>
                <a:lnTo>
                  <a:pt x="37193" y="72844"/>
                </a:lnTo>
                <a:lnTo>
                  <a:pt x="37501" y="74188"/>
                </a:lnTo>
                <a:lnTo>
                  <a:pt x="37836" y="75531"/>
                </a:lnTo>
                <a:lnTo>
                  <a:pt x="38199" y="76875"/>
                </a:lnTo>
                <a:lnTo>
                  <a:pt x="38594" y="78219"/>
                </a:lnTo>
                <a:lnTo>
                  <a:pt x="39022" y="79563"/>
                </a:lnTo>
                <a:lnTo>
                  <a:pt x="39490" y="80906"/>
                </a:lnTo>
                <a:lnTo>
                  <a:pt x="40001" y="82250"/>
                </a:lnTo>
                <a:lnTo>
                  <a:pt x="40564" y="83594"/>
                </a:lnTo>
                <a:lnTo>
                  <a:pt x="41187" y="84938"/>
                </a:lnTo>
                <a:lnTo>
                  <a:pt x="41886" y="86281"/>
                </a:lnTo>
                <a:lnTo>
                  <a:pt x="42681" y="87625"/>
                </a:lnTo>
                <a:lnTo>
                  <a:pt x="43609" y="88969"/>
                </a:lnTo>
                <a:lnTo>
                  <a:pt x="44739" y="90313"/>
                </a:lnTo>
                <a:lnTo>
                  <a:pt x="4625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20" name="text20"/>
          <p:cNvSpPr txBox="1"/>
          <p:nvPr/>
        </p:nvSpPr>
        <p:spPr>
          <a:xfrm>
            <a:off x="487375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32%</a:t>
            </a:r>
          </a:p>
        </p:txBody>
      </p:sp>
      <p:sp>
        <p:nvSpPr>
          <p:cNvPr id="21" name="text21"/>
          <p:cNvSpPr txBox="1"/>
          <p:nvPr/>
        </p:nvSpPr>
        <p:spPr>
          <a:xfrm>
            <a:off x="461772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Дощ</a:t>
            </a:r>
          </a:p>
        </p:txBody>
      </p:sp>
      <p:sp>
        <p:nvSpPr>
          <p:cNvPr id="22" name="text22"/>
          <p:cNvSpPr txBox="1"/>
          <p:nvPr/>
        </p:nvSpPr>
        <p:spPr>
          <a:xfrm>
            <a:off x="461772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+13…+22°</a:t>
            </a:r>
          </a:p>
        </p:txBody>
      </p:sp>
      <p:sp>
        <p:nvSpPr>
          <p:cNvPr id="23" name="text23"/>
          <p:cNvSpPr txBox="1"/>
          <p:nvPr/>
        </p:nvSpPr>
        <p:spPr>
          <a:xfrm>
            <a:off x="463600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24" name="text24"/>
          <p:cNvSpPr txBox="1"/>
          <p:nvPr/>
        </p:nvSpPr>
        <p:spPr>
          <a:xfrm>
            <a:off x="463600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0.6 мм · 70%</a:t>
            </a:r>
          </a:p>
        </p:txBody>
      </p:sp>
      <p:sp>
        <p:nvSpPr>
          <p:cNvPr id="25" name="text25"/>
          <p:cNvSpPr txBox="1"/>
          <p:nvPr/>
        </p:nvSpPr>
        <p:spPr>
          <a:xfrm>
            <a:off x="463600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26" name="text26"/>
          <p:cNvSpPr txBox="1"/>
          <p:nvPr/>
        </p:nvSpPr>
        <p:spPr>
          <a:xfrm>
            <a:off x="463600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24.0 км</a:t>
            </a:r>
          </a:p>
        </p:txBody>
      </p:sp>
      <p:sp>
        <p:nvSpPr>
          <p:cNvPr id="27" name="text27"/>
          <p:cNvSpPr txBox="1"/>
          <p:nvPr/>
        </p:nvSpPr>
        <p:spPr>
          <a:xfrm>
            <a:off x="463600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28" name="text28"/>
          <p:cNvSpPr txBox="1"/>
          <p:nvPr/>
        </p:nvSpPr>
        <p:spPr>
          <a:xfrm>
            <a:off x="463600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29" name="daily wind"/>
          <p:cNvPicPr/>
          <p:nvPr/>
        </p:nvPicPr>
        <p:blipFill>
          <a:blip r:embed="rId5"/>
          <a:stretch>
            <a:fillRect/>
          </a:stretch>
        </p:blipFill>
        <p:spPr>
          <a:xfrm rot="16440000">
            <a:off x="4965192" y="4105656"/>
            <a:ext cx="182880" cy="182880"/>
          </a:xfrm>
          <a:prstGeom prst="rect">
            <a:avLst/>
          </a:prstGeom>
        </p:spPr>
      </p:pic>
      <p:sp>
        <p:nvSpPr>
          <p:cNvPr id="30" name="text30"/>
          <p:cNvSpPr txBox="1"/>
          <p:nvPr/>
        </p:nvSpPr>
        <p:spPr>
          <a:xfrm>
            <a:off x="518464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4 / 10</a:t>
            </a:r>
          </a:p>
        </p:txBody>
      </p:sp>
      <p:sp>
        <p:nvSpPr>
          <p:cNvPr id="31" name="text31"/>
          <p:cNvSpPr txBox="1"/>
          <p:nvPr/>
        </p:nvSpPr>
        <p:spPr>
          <a:xfrm>
            <a:off x="463600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32" name="daily wind 300 m"/>
          <p:cNvPicPr/>
          <p:nvPr/>
        </p:nvPicPr>
        <p:blipFill>
          <a:blip r:embed="rId5"/>
          <a:stretch>
            <a:fillRect/>
          </a:stretch>
        </p:blipFill>
        <p:spPr>
          <a:xfrm rot="19125718">
            <a:off x="4965192" y="4389120"/>
            <a:ext cx="182880" cy="182880"/>
          </a:xfrm>
          <a:prstGeom prst="rect">
            <a:avLst/>
          </a:prstGeom>
        </p:spPr>
      </p:pic>
      <p:sp>
        <p:nvSpPr>
          <p:cNvPr id="33" name="text33"/>
          <p:cNvSpPr txBox="1"/>
          <p:nvPr/>
        </p:nvSpPr>
        <p:spPr>
          <a:xfrm>
            <a:off x="5184648" y="4425696"/>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12</a:t>
            </a:r>
          </a:p>
        </p:txBody>
      </p:sp>
      <p:sp>
        <p:nvSpPr>
          <p:cNvPr id="34" name="text34"/>
          <p:cNvSpPr txBox="1"/>
          <p:nvPr/>
        </p:nvSpPr>
        <p:spPr>
          <a:xfrm>
            <a:off x="463600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35" name="daily wind 1000 m"/>
          <p:cNvPicPr/>
          <p:nvPr/>
        </p:nvPicPr>
        <p:blipFill>
          <a:blip r:embed="rId5"/>
          <a:stretch>
            <a:fillRect/>
          </a:stretch>
        </p:blipFill>
        <p:spPr>
          <a:xfrm rot="17940000">
            <a:off x="4965192" y="4672584"/>
            <a:ext cx="182880" cy="182880"/>
          </a:xfrm>
          <a:prstGeom prst="rect">
            <a:avLst/>
          </a:prstGeom>
        </p:spPr>
      </p:pic>
      <p:sp>
        <p:nvSpPr>
          <p:cNvPr id="36" name="text36"/>
          <p:cNvSpPr txBox="1"/>
          <p:nvPr/>
        </p:nvSpPr>
        <p:spPr>
          <a:xfrm>
            <a:off x="5184648" y="4709160"/>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11</a:t>
            </a:r>
          </a:p>
        </p:txBody>
      </p:sp>
      <p:sp>
        <p:nvSpPr>
          <p:cNvPr id="37" name="shape37"/>
          <p:cNvSpPr/>
          <p:nvPr/>
        </p:nvSpPr>
        <p:spPr>
          <a:xfrm>
            <a:off x="5943600" y="1325880"/>
            <a:ext cx="1261872" cy="4480560"/>
          </a:xfrm>
          <a:prstGeom prst="roundRect">
            <a:avLst/>
          </a:prstGeom>
          <a:solidFill>
            <a:srgbClr val="0C0C0C"/>
          </a:solidFill>
          <a:ln w="12700">
            <a:solidFill>
              <a:srgbClr val="404040"/>
            </a:solidFill>
          </a:ln>
        </p:spPr>
        <p:txBody>
          <a:bodyPr/>
          <a:lstStyle/>
          <a:p>
            <a:endParaRPr lang="uk-UA"/>
          </a:p>
        </p:txBody>
      </p:sp>
      <p:sp>
        <p:nvSpPr>
          <p:cNvPr id="38" name="text38"/>
          <p:cNvSpPr txBox="1"/>
          <p:nvPr/>
        </p:nvSpPr>
        <p:spPr>
          <a:xfrm>
            <a:off x="603504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Пн 07.09</a:t>
            </a:r>
          </a:p>
        </p:txBody>
      </p:sp>
      <p:pic>
        <p:nvPicPr>
          <p:cNvPr id="39" name="moon surface"/>
          <p:cNvPicPr/>
          <p:nvPr/>
        </p:nvPicPr>
        <p:blipFill>
          <a:blip r:embed="rId4"/>
          <a:stretch>
            <a:fillRect/>
          </a:stretch>
        </p:blipFill>
        <p:spPr>
          <a:xfrm>
            <a:off x="6391656" y="1746504"/>
            <a:ext cx="365760" cy="365760"/>
          </a:xfrm>
          <a:prstGeom prst="rect">
            <a:avLst/>
          </a:prstGeom>
        </p:spPr>
      </p:pic>
      <p:sp>
        <p:nvSpPr>
          <p:cNvPr id="40" name="moon shadow 40"/>
          <p:cNvSpPr/>
          <p:nvPr/>
        </p:nvSpPr>
        <p:spPr>
          <a:xfrm>
            <a:off x="6391656" y="1746504"/>
            <a:ext cx="365760" cy="365760"/>
          </a:xfrm>
          <a:custGeom>
            <a:avLst/>
            <a:gdLst/>
            <a:ahLst/>
            <a:cxnLst/>
            <a:rect l="0" t="0" r="100000" b="100000"/>
            <a:pathLst>
              <a:path w="100000" h="100000">
                <a:moveTo>
                  <a:pt x="50000" y="7000"/>
                </a:moveTo>
                <a:lnTo>
                  <a:pt x="44226" y="8344"/>
                </a:lnTo>
                <a:lnTo>
                  <a:pt x="41900" y="9688"/>
                </a:lnTo>
                <a:lnTo>
                  <a:pt x="40160" y="11031"/>
                </a:lnTo>
                <a:lnTo>
                  <a:pt x="38731" y="12375"/>
                </a:lnTo>
                <a:lnTo>
                  <a:pt x="37507" y="13719"/>
                </a:lnTo>
                <a:lnTo>
                  <a:pt x="36431" y="15063"/>
                </a:lnTo>
                <a:lnTo>
                  <a:pt x="35470" y="16406"/>
                </a:lnTo>
                <a:lnTo>
                  <a:pt x="34604" y="17750"/>
                </a:lnTo>
                <a:lnTo>
                  <a:pt x="33816" y="19094"/>
                </a:lnTo>
                <a:lnTo>
                  <a:pt x="33097" y="20438"/>
                </a:lnTo>
                <a:lnTo>
                  <a:pt x="32437" y="21781"/>
                </a:lnTo>
                <a:lnTo>
                  <a:pt x="31830" y="23125"/>
                </a:lnTo>
                <a:lnTo>
                  <a:pt x="31270" y="24469"/>
                </a:lnTo>
                <a:lnTo>
                  <a:pt x="30755" y="25813"/>
                </a:lnTo>
                <a:lnTo>
                  <a:pt x="30280" y="27156"/>
                </a:lnTo>
                <a:lnTo>
                  <a:pt x="29842" y="28500"/>
                </a:lnTo>
                <a:lnTo>
                  <a:pt x="29439" y="29844"/>
                </a:lnTo>
                <a:lnTo>
                  <a:pt x="29069" y="31188"/>
                </a:lnTo>
                <a:lnTo>
                  <a:pt x="28731" y="32531"/>
                </a:lnTo>
                <a:lnTo>
                  <a:pt x="28422" y="33875"/>
                </a:lnTo>
                <a:lnTo>
                  <a:pt x="28142" y="35219"/>
                </a:lnTo>
                <a:lnTo>
                  <a:pt x="27889" y="36563"/>
                </a:lnTo>
                <a:lnTo>
                  <a:pt x="27663" y="37906"/>
                </a:lnTo>
                <a:lnTo>
                  <a:pt x="27462" y="39250"/>
                </a:lnTo>
                <a:lnTo>
                  <a:pt x="27287" y="40594"/>
                </a:lnTo>
                <a:lnTo>
                  <a:pt x="27136" y="41938"/>
                </a:lnTo>
                <a:lnTo>
                  <a:pt x="27009" y="43281"/>
                </a:lnTo>
                <a:lnTo>
                  <a:pt x="26906" y="44625"/>
                </a:lnTo>
                <a:lnTo>
                  <a:pt x="26826" y="45969"/>
                </a:lnTo>
                <a:lnTo>
                  <a:pt x="26769" y="47313"/>
                </a:lnTo>
                <a:lnTo>
                  <a:pt x="26735" y="48656"/>
                </a:lnTo>
                <a:lnTo>
                  <a:pt x="26723" y="50000"/>
                </a:lnTo>
                <a:lnTo>
                  <a:pt x="26735" y="51344"/>
                </a:lnTo>
                <a:lnTo>
                  <a:pt x="26769" y="52688"/>
                </a:lnTo>
                <a:lnTo>
                  <a:pt x="26826" y="54031"/>
                </a:lnTo>
                <a:lnTo>
                  <a:pt x="26906" y="55375"/>
                </a:lnTo>
                <a:lnTo>
                  <a:pt x="27009" y="56719"/>
                </a:lnTo>
                <a:lnTo>
                  <a:pt x="27136" y="58063"/>
                </a:lnTo>
                <a:lnTo>
                  <a:pt x="27287" y="59406"/>
                </a:lnTo>
                <a:lnTo>
                  <a:pt x="27462" y="60750"/>
                </a:lnTo>
                <a:lnTo>
                  <a:pt x="27663" y="62094"/>
                </a:lnTo>
                <a:lnTo>
                  <a:pt x="27889" y="63438"/>
                </a:lnTo>
                <a:lnTo>
                  <a:pt x="28142" y="64781"/>
                </a:lnTo>
                <a:lnTo>
                  <a:pt x="28422" y="66125"/>
                </a:lnTo>
                <a:lnTo>
                  <a:pt x="28731" y="67469"/>
                </a:lnTo>
                <a:lnTo>
                  <a:pt x="29069" y="68813"/>
                </a:lnTo>
                <a:lnTo>
                  <a:pt x="29439" y="70156"/>
                </a:lnTo>
                <a:lnTo>
                  <a:pt x="29842" y="71500"/>
                </a:lnTo>
                <a:lnTo>
                  <a:pt x="30280" y="72844"/>
                </a:lnTo>
                <a:lnTo>
                  <a:pt x="30755" y="74188"/>
                </a:lnTo>
                <a:lnTo>
                  <a:pt x="31270" y="75531"/>
                </a:lnTo>
                <a:lnTo>
                  <a:pt x="31830" y="76875"/>
                </a:lnTo>
                <a:lnTo>
                  <a:pt x="32437" y="78219"/>
                </a:lnTo>
                <a:lnTo>
                  <a:pt x="33097" y="79563"/>
                </a:lnTo>
                <a:lnTo>
                  <a:pt x="33816" y="80906"/>
                </a:lnTo>
                <a:lnTo>
                  <a:pt x="34604" y="82250"/>
                </a:lnTo>
                <a:lnTo>
                  <a:pt x="35470" y="83594"/>
                </a:lnTo>
                <a:lnTo>
                  <a:pt x="36431" y="84938"/>
                </a:lnTo>
                <a:lnTo>
                  <a:pt x="37507" y="86281"/>
                </a:lnTo>
                <a:lnTo>
                  <a:pt x="38731" y="87625"/>
                </a:lnTo>
                <a:lnTo>
                  <a:pt x="40160" y="88969"/>
                </a:lnTo>
                <a:lnTo>
                  <a:pt x="41900" y="90313"/>
                </a:lnTo>
                <a:lnTo>
                  <a:pt x="44226"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41" name="text41"/>
          <p:cNvSpPr txBox="1"/>
          <p:nvPr/>
        </p:nvSpPr>
        <p:spPr>
          <a:xfrm>
            <a:off x="629107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23%</a:t>
            </a:r>
          </a:p>
        </p:txBody>
      </p:sp>
      <p:sp>
        <p:nvSpPr>
          <p:cNvPr id="42" name="text42"/>
          <p:cNvSpPr txBox="1"/>
          <p:nvPr/>
        </p:nvSpPr>
        <p:spPr>
          <a:xfrm>
            <a:off x="603504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Хмарно</a:t>
            </a:r>
          </a:p>
        </p:txBody>
      </p:sp>
      <p:sp>
        <p:nvSpPr>
          <p:cNvPr id="43" name="text43"/>
          <p:cNvSpPr txBox="1"/>
          <p:nvPr/>
        </p:nvSpPr>
        <p:spPr>
          <a:xfrm>
            <a:off x="603504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+10…+19°</a:t>
            </a:r>
          </a:p>
        </p:txBody>
      </p:sp>
      <p:sp>
        <p:nvSpPr>
          <p:cNvPr id="44" name="text44"/>
          <p:cNvSpPr txBox="1"/>
          <p:nvPr/>
        </p:nvSpPr>
        <p:spPr>
          <a:xfrm>
            <a:off x="605332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45" name="text45"/>
          <p:cNvSpPr txBox="1"/>
          <p:nvPr/>
        </p:nvSpPr>
        <p:spPr>
          <a:xfrm>
            <a:off x="605332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0.1 мм · 30%</a:t>
            </a:r>
          </a:p>
        </p:txBody>
      </p:sp>
      <p:sp>
        <p:nvSpPr>
          <p:cNvPr id="46" name="text46"/>
          <p:cNvSpPr txBox="1"/>
          <p:nvPr/>
        </p:nvSpPr>
        <p:spPr>
          <a:xfrm>
            <a:off x="605332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47" name="text47"/>
          <p:cNvSpPr txBox="1"/>
          <p:nvPr/>
        </p:nvSpPr>
        <p:spPr>
          <a:xfrm>
            <a:off x="605332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18.1 км</a:t>
            </a:r>
          </a:p>
        </p:txBody>
      </p:sp>
      <p:sp>
        <p:nvSpPr>
          <p:cNvPr id="48" name="text48"/>
          <p:cNvSpPr txBox="1"/>
          <p:nvPr/>
        </p:nvSpPr>
        <p:spPr>
          <a:xfrm>
            <a:off x="605332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49" name="text49"/>
          <p:cNvSpPr txBox="1"/>
          <p:nvPr/>
        </p:nvSpPr>
        <p:spPr>
          <a:xfrm>
            <a:off x="605332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50" name="daily wind"/>
          <p:cNvPicPr/>
          <p:nvPr/>
        </p:nvPicPr>
        <p:blipFill>
          <a:blip r:embed="rId5"/>
          <a:stretch>
            <a:fillRect/>
          </a:stretch>
        </p:blipFill>
        <p:spPr>
          <a:xfrm rot="18720000">
            <a:off x="6382512" y="4105656"/>
            <a:ext cx="182880" cy="182880"/>
          </a:xfrm>
          <a:prstGeom prst="rect">
            <a:avLst/>
          </a:prstGeom>
        </p:spPr>
      </p:pic>
      <p:sp>
        <p:nvSpPr>
          <p:cNvPr id="51" name="text51"/>
          <p:cNvSpPr txBox="1"/>
          <p:nvPr/>
        </p:nvSpPr>
        <p:spPr>
          <a:xfrm>
            <a:off x="6601968" y="4142232"/>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5 / 12</a:t>
            </a:r>
          </a:p>
        </p:txBody>
      </p:sp>
      <p:sp>
        <p:nvSpPr>
          <p:cNvPr id="52" name="text52"/>
          <p:cNvSpPr txBox="1"/>
          <p:nvPr/>
        </p:nvSpPr>
        <p:spPr>
          <a:xfrm>
            <a:off x="605332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53" name="daily wind 300 m"/>
          <p:cNvPicPr/>
          <p:nvPr/>
        </p:nvPicPr>
        <p:blipFill>
          <a:blip r:embed="rId5"/>
          <a:stretch>
            <a:fillRect/>
          </a:stretch>
        </p:blipFill>
        <p:spPr>
          <a:xfrm rot="19660137">
            <a:off x="6382512" y="4389120"/>
            <a:ext cx="182880" cy="182880"/>
          </a:xfrm>
          <a:prstGeom prst="rect">
            <a:avLst/>
          </a:prstGeom>
        </p:spPr>
      </p:pic>
      <p:sp>
        <p:nvSpPr>
          <p:cNvPr id="54" name="text54"/>
          <p:cNvSpPr txBox="1"/>
          <p:nvPr/>
        </p:nvSpPr>
        <p:spPr>
          <a:xfrm>
            <a:off x="6601968" y="4425696"/>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12</a:t>
            </a:r>
          </a:p>
        </p:txBody>
      </p:sp>
      <p:sp>
        <p:nvSpPr>
          <p:cNvPr id="55" name="text55"/>
          <p:cNvSpPr txBox="1"/>
          <p:nvPr/>
        </p:nvSpPr>
        <p:spPr>
          <a:xfrm>
            <a:off x="605332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56" name="daily wind 1000 m"/>
          <p:cNvPicPr/>
          <p:nvPr/>
        </p:nvPicPr>
        <p:blipFill>
          <a:blip r:embed="rId5"/>
          <a:stretch>
            <a:fillRect/>
          </a:stretch>
        </p:blipFill>
        <p:spPr>
          <a:xfrm rot="19767064">
            <a:off x="6382512" y="4672584"/>
            <a:ext cx="182880" cy="182880"/>
          </a:xfrm>
          <a:prstGeom prst="rect">
            <a:avLst/>
          </a:prstGeom>
        </p:spPr>
      </p:pic>
      <p:sp>
        <p:nvSpPr>
          <p:cNvPr id="57" name="text57"/>
          <p:cNvSpPr txBox="1"/>
          <p:nvPr/>
        </p:nvSpPr>
        <p:spPr>
          <a:xfrm>
            <a:off x="6601968" y="4709160"/>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13</a:t>
            </a:r>
          </a:p>
        </p:txBody>
      </p:sp>
      <p:sp>
        <p:nvSpPr>
          <p:cNvPr id="58" name="shape58"/>
          <p:cNvSpPr/>
          <p:nvPr/>
        </p:nvSpPr>
        <p:spPr>
          <a:xfrm>
            <a:off x="7360920" y="1325880"/>
            <a:ext cx="1261872" cy="4480560"/>
          </a:xfrm>
          <a:prstGeom prst="roundRect">
            <a:avLst/>
          </a:prstGeom>
          <a:solidFill>
            <a:srgbClr val="0C0C0C"/>
          </a:solidFill>
          <a:ln w="12700">
            <a:solidFill>
              <a:srgbClr val="404040"/>
            </a:solidFill>
          </a:ln>
        </p:spPr>
        <p:txBody>
          <a:bodyPr/>
          <a:lstStyle/>
          <a:p>
            <a:endParaRPr lang="uk-UA"/>
          </a:p>
        </p:txBody>
      </p:sp>
      <p:sp>
        <p:nvSpPr>
          <p:cNvPr id="59" name="text59"/>
          <p:cNvSpPr txBox="1"/>
          <p:nvPr/>
        </p:nvSpPr>
        <p:spPr>
          <a:xfrm>
            <a:off x="745236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Вт 08.09</a:t>
            </a:r>
          </a:p>
        </p:txBody>
      </p:sp>
      <p:pic>
        <p:nvPicPr>
          <p:cNvPr id="60" name="moon surface"/>
          <p:cNvPicPr/>
          <p:nvPr/>
        </p:nvPicPr>
        <p:blipFill>
          <a:blip r:embed="rId4"/>
          <a:stretch>
            <a:fillRect/>
          </a:stretch>
        </p:blipFill>
        <p:spPr>
          <a:xfrm>
            <a:off x="7808976" y="1746504"/>
            <a:ext cx="365760" cy="365760"/>
          </a:xfrm>
          <a:prstGeom prst="rect">
            <a:avLst/>
          </a:prstGeom>
        </p:spPr>
      </p:pic>
      <p:sp>
        <p:nvSpPr>
          <p:cNvPr id="61" name="moon shadow 61"/>
          <p:cNvSpPr/>
          <p:nvPr/>
        </p:nvSpPr>
        <p:spPr>
          <a:xfrm>
            <a:off x="7808976" y="1746504"/>
            <a:ext cx="365760" cy="365760"/>
          </a:xfrm>
          <a:custGeom>
            <a:avLst/>
            <a:gdLst/>
            <a:ahLst/>
            <a:cxnLst/>
            <a:rect l="0" t="0" r="100000" b="100000"/>
            <a:pathLst>
              <a:path w="100000" h="100000">
                <a:moveTo>
                  <a:pt x="50000" y="7000"/>
                </a:moveTo>
                <a:lnTo>
                  <a:pt x="42463" y="8344"/>
                </a:lnTo>
                <a:lnTo>
                  <a:pt x="39426" y="9688"/>
                </a:lnTo>
                <a:lnTo>
                  <a:pt x="37154" y="11031"/>
                </a:lnTo>
                <a:lnTo>
                  <a:pt x="35289" y="12375"/>
                </a:lnTo>
                <a:lnTo>
                  <a:pt x="33690" y="13719"/>
                </a:lnTo>
                <a:lnTo>
                  <a:pt x="32286" y="15063"/>
                </a:lnTo>
                <a:lnTo>
                  <a:pt x="31032" y="16406"/>
                </a:lnTo>
                <a:lnTo>
                  <a:pt x="29901" y="17750"/>
                </a:lnTo>
                <a:lnTo>
                  <a:pt x="28873" y="19094"/>
                </a:lnTo>
                <a:lnTo>
                  <a:pt x="27934" y="20438"/>
                </a:lnTo>
                <a:lnTo>
                  <a:pt x="27072" y="21781"/>
                </a:lnTo>
                <a:lnTo>
                  <a:pt x="26279" y="23125"/>
                </a:lnTo>
                <a:lnTo>
                  <a:pt x="25549" y="24469"/>
                </a:lnTo>
                <a:lnTo>
                  <a:pt x="24876" y="25813"/>
                </a:lnTo>
                <a:lnTo>
                  <a:pt x="24256" y="27156"/>
                </a:lnTo>
                <a:lnTo>
                  <a:pt x="23684" y="28500"/>
                </a:lnTo>
                <a:lnTo>
                  <a:pt x="23159" y="29844"/>
                </a:lnTo>
                <a:lnTo>
                  <a:pt x="22676" y="31188"/>
                </a:lnTo>
                <a:lnTo>
                  <a:pt x="22234" y="32531"/>
                </a:lnTo>
                <a:lnTo>
                  <a:pt x="21831" y="33875"/>
                </a:lnTo>
                <a:lnTo>
                  <a:pt x="21465" y="35219"/>
                </a:lnTo>
                <a:lnTo>
                  <a:pt x="21135" y="36563"/>
                </a:lnTo>
                <a:lnTo>
                  <a:pt x="20840" y="37906"/>
                </a:lnTo>
                <a:lnTo>
                  <a:pt x="20578" y="39250"/>
                </a:lnTo>
                <a:lnTo>
                  <a:pt x="20349" y="40594"/>
                </a:lnTo>
                <a:lnTo>
                  <a:pt x="20152" y="41938"/>
                </a:lnTo>
                <a:lnTo>
                  <a:pt x="19987" y="43281"/>
                </a:lnTo>
                <a:lnTo>
                  <a:pt x="19852" y="44625"/>
                </a:lnTo>
                <a:lnTo>
                  <a:pt x="19747" y="45969"/>
                </a:lnTo>
                <a:lnTo>
                  <a:pt x="19673" y="47313"/>
                </a:lnTo>
                <a:lnTo>
                  <a:pt x="19628" y="48656"/>
                </a:lnTo>
                <a:lnTo>
                  <a:pt x="19613" y="50000"/>
                </a:lnTo>
                <a:lnTo>
                  <a:pt x="19628" y="51344"/>
                </a:lnTo>
                <a:lnTo>
                  <a:pt x="19673" y="52688"/>
                </a:lnTo>
                <a:lnTo>
                  <a:pt x="19747" y="54031"/>
                </a:lnTo>
                <a:lnTo>
                  <a:pt x="19852" y="55375"/>
                </a:lnTo>
                <a:lnTo>
                  <a:pt x="19987" y="56719"/>
                </a:lnTo>
                <a:lnTo>
                  <a:pt x="20152" y="58063"/>
                </a:lnTo>
                <a:lnTo>
                  <a:pt x="20349" y="59406"/>
                </a:lnTo>
                <a:lnTo>
                  <a:pt x="20578" y="60750"/>
                </a:lnTo>
                <a:lnTo>
                  <a:pt x="20840" y="62094"/>
                </a:lnTo>
                <a:lnTo>
                  <a:pt x="21135" y="63438"/>
                </a:lnTo>
                <a:lnTo>
                  <a:pt x="21465" y="64781"/>
                </a:lnTo>
                <a:lnTo>
                  <a:pt x="21831" y="66125"/>
                </a:lnTo>
                <a:lnTo>
                  <a:pt x="22234" y="67469"/>
                </a:lnTo>
                <a:lnTo>
                  <a:pt x="22676" y="68813"/>
                </a:lnTo>
                <a:lnTo>
                  <a:pt x="23159" y="70156"/>
                </a:lnTo>
                <a:lnTo>
                  <a:pt x="23684" y="71500"/>
                </a:lnTo>
                <a:lnTo>
                  <a:pt x="24256" y="72844"/>
                </a:lnTo>
                <a:lnTo>
                  <a:pt x="24876" y="74188"/>
                </a:lnTo>
                <a:lnTo>
                  <a:pt x="25549" y="75531"/>
                </a:lnTo>
                <a:lnTo>
                  <a:pt x="26279" y="76875"/>
                </a:lnTo>
                <a:lnTo>
                  <a:pt x="27072" y="78219"/>
                </a:lnTo>
                <a:lnTo>
                  <a:pt x="27934" y="79563"/>
                </a:lnTo>
                <a:lnTo>
                  <a:pt x="28873" y="80906"/>
                </a:lnTo>
                <a:lnTo>
                  <a:pt x="29901" y="82250"/>
                </a:lnTo>
                <a:lnTo>
                  <a:pt x="31032" y="83594"/>
                </a:lnTo>
                <a:lnTo>
                  <a:pt x="32286" y="84938"/>
                </a:lnTo>
                <a:lnTo>
                  <a:pt x="33690" y="86281"/>
                </a:lnTo>
                <a:lnTo>
                  <a:pt x="35289" y="87625"/>
                </a:lnTo>
                <a:lnTo>
                  <a:pt x="37154" y="88969"/>
                </a:lnTo>
                <a:lnTo>
                  <a:pt x="39426" y="90313"/>
                </a:lnTo>
                <a:lnTo>
                  <a:pt x="42463"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62" name="text62"/>
          <p:cNvSpPr txBox="1"/>
          <p:nvPr/>
        </p:nvSpPr>
        <p:spPr>
          <a:xfrm>
            <a:off x="770839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15%</a:t>
            </a:r>
          </a:p>
        </p:txBody>
      </p:sp>
      <p:sp>
        <p:nvSpPr>
          <p:cNvPr id="63" name="text63"/>
          <p:cNvSpPr txBox="1"/>
          <p:nvPr/>
        </p:nvSpPr>
        <p:spPr>
          <a:xfrm>
            <a:off x="745236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Мінлива хмарність</a:t>
            </a:r>
          </a:p>
        </p:txBody>
      </p:sp>
      <p:sp>
        <p:nvSpPr>
          <p:cNvPr id="64" name="text64"/>
          <p:cNvSpPr txBox="1"/>
          <p:nvPr/>
        </p:nvSpPr>
        <p:spPr>
          <a:xfrm>
            <a:off x="745236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+9…+21°</a:t>
            </a:r>
          </a:p>
        </p:txBody>
      </p:sp>
      <p:sp>
        <p:nvSpPr>
          <p:cNvPr id="65" name="text65"/>
          <p:cNvSpPr txBox="1"/>
          <p:nvPr/>
        </p:nvSpPr>
        <p:spPr>
          <a:xfrm>
            <a:off x="747064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66" name="text66"/>
          <p:cNvSpPr txBox="1"/>
          <p:nvPr/>
        </p:nvSpPr>
        <p:spPr>
          <a:xfrm>
            <a:off x="747064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0%</a:t>
            </a:r>
          </a:p>
        </p:txBody>
      </p:sp>
      <p:sp>
        <p:nvSpPr>
          <p:cNvPr id="67" name="text67"/>
          <p:cNvSpPr txBox="1"/>
          <p:nvPr/>
        </p:nvSpPr>
        <p:spPr>
          <a:xfrm>
            <a:off x="747064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68" name="text68"/>
          <p:cNvSpPr txBox="1"/>
          <p:nvPr/>
        </p:nvSpPr>
        <p:spPr>
          <a:xfrm>
            <a:off x="747064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32.6 км</a:t>
            </a:r>
          </a:p>
        </p:txBody>
      </p:sp>
      <p:sp>
        <p:nvSpPr>
          <p:cNvPr id="69" name="text69"/>
          <p:cNvSpPr txBox="1"/>
          <p:nvPr/>
        </p:nvSpPr>
        <p:spPr>
          <a:xfrm>
            <a:off x="747064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70" name="text70"/>
          <p:cNvSpPr txBox="1"/>
          <p:nvPr/>
        </p:nvSpPr>
        <p:spPr>
          <a:xfrm>
            <a:off x="747064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71" name="daily wind"/>
          <p:cNvPicPr/>
          <p:nvPr/>
        </p:nvPicPr>
        <p:blipFill>
          <a:blip r:embed="rId5"/>
          <a:stretch>
            <a:fillRect/>
          </a:stretch>
        </p:blipFill>
        <p:spPr>
          <a:xfrm rot="18360000">
            <a:off x="7799832" y="4105656"/>
            <a:ext cx="182880" cy="182880"/>
          </a:xfrm>
          <a:prstGeom prst="rect">
            <a:avLst/>
          </a:prstGeom>
        </p:spPr>
      </p:pic>
      <p:sp>
        <p:nvSpPr>
          <p:cNvPr id="72" name="text72"/>
          <p:cNvSpPr txBox="1"/>
          <p:nvPr/>
        </p:nvSpPr>
        <p:spPr>
          <a:xfrm>
            <a:off x="8019288" y="4142232"/>
            <a:ext cx="475488" cy="128016"/>
          </a:xfrm>
          <a:prstGeom prst="rect">
            <a:avLst/>
          </a:prstGeom>
          <a:noFill/>
          <a:ln>
            <a:noFill/>
          </a:ln>
        </p:spPr>
        <p:txBody>
          <a:bodyPr wrap="none" lIns="0" tIns="0" rIns="0" bIns="0">
            <a:normAutofit/>
          </a:bodyPr>
          <a:lstStyle/>
          <a:p>
            <a:pPr algn="ctr"/>
            <a:r>
              <a:rPr lang="uk-UA" sz="800" b="1">
                <a:solidFill>
                  <a:srgbClr val="F0C84B"/>
                </a:solidFill>
                <a:latin typeface="Aptos"/>
                <a:cs typeface="Aptos"/>
              </a:rPr>
              <a:t>5 / 12</a:t>
            </a:r>
          </a:p>
        </p:txBody>
      </p:sp>
      <p:sp>
        <p:nvSpPr>
          <p:cNvPr id="73" name="text73"/>
          <p:cNvSpPr txBox="1"/>
          <p:nvPr/>
        </p:nvSpPr>
        <p:spPr>
          <a:xfrm>
            <a:off x="747064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74" name="daily wind 300 m"/>
          <p:cNvPicPr/>
          <p:nvPr/>
        </p:nvPicPr>
        <p:blipFill>
          <a:blip r:embed="rId5"/>
          <a:stretch>
            <a:fillRect/>
          </a:stretch>
        </p:blipFill>
        <p:spPr>
          <a:xfrm rot="19447377">
            <a:off x="7799832" y="4389120"/>
            <a:ext cx="182880" cy="182880"/>
          </a:xfrm>
          <a:prstGeom prst="rect">
            <a:avLst/>
          </a:prstGeom>
        </p:spPr>
      </p:pic>
      <p:sp>
        <p:nvSpPr>
          <p:cNvPr id="75" name="text75"/>
          <p:cNvSpPr txBox="1"/>
          <p:nvPr/>
        </p:nvSpPr>
        <p:spPr>
          <a:xfrm>
            <a:off x="801928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10</a:t>
            </a:r>
          </a:p>
        </p:txBody>
      </p:sp>
      <p:sp>
        <p:nvSpPr>
          <p:cNvPr id="76" name="text76"/>
          <p:cNvSpPr txBox="1"/>
          <p:nvPr/>
        </p:nvSpPr>
        <p:spPr>
          <a:xfrm>
            <a:off x="747064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77" name="daily wind 1000 m"/>
          <p:cNvPicPr/>
          <p:nvPr/>
        </p:nvPicPr>
        <p:blipFill>
          <a:blip r:embed="rId5"/>
          <a:stretch>
            <a:fillRect/>
          </a:stretch>
        </p:blipFill>
        <p:spPr>
          <a:xfrm rot="19132205">
            <a:off x="7799832" y="4672584"/>
            <a:ext cx="182880" cy="182880"/>
          </a:xfrm>
          <a:prstGeom prst="rect">
            <a:avLst/>
          </a:prstGeom>
        </p:spPr>
      </p:pic>
      <p:sp>
        <p:nvSpPr>
          <p:cNvPr id="78" name="text78"/>
          <p:cNvSpPr txBox="1"/>
          <p:nvPr/>
        </p:nvSpPr>
        <p:spPr>
          <a:xfrm>
            <a:off x="8019288" y="4709160"/>
            <a:ext cx="475488" cy="128016"/>
          </a:xfrm>
          <a:prstGeom prst="rect">
            <a:avLst/>
          </a:prstGeom>
          <a:noFill/>
          <a:ln>
            <a:noFill/>
          </a:ln>
        </p:spPr>
        <p:txBody>
          <a:bodyPr wrap="none" lIns="0" tIns="0" rIns="0" bIns="0">
            <a:normAutofit/>
          </a:bodyPr>
          <a:lstStyle/>
          <a:p>
            <a:pPr algn="ctr"/>
            <a:r>
              <a:rPr lang="uk-UA" sz="800" b="1">
                <a:solidFill>
                  <a:srgbClr val="F39C4A"/>
                </a:solidFill>
                <a:latin typeface="Aptos"/>
                <a:cs typeface="Aptos"/>
              </a:rPr>
              <a:t>15</a:t>
            </a:r>
          </a:p>
        </p:txBody>
      </p:sp>
      <p:sp>
        <p:nvSpPr>
          <p:cNvPr id="79" name="shape79"/>
          <p:cNvSpPr/>
          <p:nvPr/>
        </p:nvSpPr>
        <p:spPr>
          <a:xfrm>
            <a:off x="8778240" y="1325880"/>
            <a:ext cx="1261872" cy="4480560"/>
          </a:xfrm>
          <a:prstGeom prst="roundRect">
            <a:avLst/>
          </a:prstGeom>
          <a:solidFill>
            <a:srgbClr val="0C0C0C"/>
          </a:solidFill>
          <a:ln w="12700">
            <a:solidFill>
              <a:srgbClr val="404040"/>
            </a:solidFill>
          </a:ln>
        </p:spPr>
        <p:txBody>
          <a:bodyPr/>
          <a:lstStyle/>
          <a:p>
            <a:endParaRPr lang="uk-UA"/>
          </a:p>
        </p:txBody>
      </p:sp>
      <p:sp>
        <p:nvSpPr>
          <p:cNvPr id="80" name="text80"/>
          <p:cNvSpPr txBox="1"/>
          <p:nvPr/>
        </p:nvSpPr>
        <p:spPr>
          <a:xfrm>
            <a:off x="886968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Ср 09.09</a:t>
            </a:r>
          </a:p>
        </p:txBody>
      </p:sp>
      <p:pic>
        <p:nvPicPr>
          <p:cNvPr id="81" name="moon surface"/>
          <p:cNvPicPr/>
          <p:nvPr/>
        </p:nvPicPr>
        <p:blipFill>
          <a:blip r:embed="rId4"/>
          <a:stretch>
            <a:fillRect/>
          </a:stretch>
        </p:blipFill>
        <p:spPr>
          <a:xfrm>
            <a:off x="9226296" y="1746504"/>
            <a:ext cx="365760" cy="365760"/>
          </a:xfrm>
          <a:prstGeom prst="rect">
            <a:avLst/>
          </a:prstGeom>
        </p:spPr>
      </p:pic>
      <p:sp>
        <p:nvSpPr>
          <p:cNvPr id="82" name="moon shadow 82"/>
          <p:cNvSpPr/>
          <p:nvPr/>
        </p:nvSpPr>
        <p:spPr>
          <a:xfrm>
            <a:off x="9226296" y="1746504"/>
            <a:ext cx="365760" cy="365760"/>
          </a:xfrm>
          <a:custGeom>
            <a:avLst/>
            <a:gdLst/>
            <a:ahLst/>
            <a:cxnLst/>
            <a:rect l="0" t="0" r="100000" b="100000"/>
            <a:pathLst>
              <a:path w="100000" h="100000">
                <a:moveTo>
                  <a:pt x="50000" y="7000"/>
                </a:moveTo>
                <a:lnTo>
                  <a:pt x="41039" y="8344"/>
                </a:lnTo>
                <a:lnTo>
                  <a:pt x="37429" y="9688"/>
                </a:lnTo>
                <a:lnTo>
                  <a:pt x="34728" y="11031"/>
                </a:lnTo>
                <a:lnTo>
                  <a:pt x="32511" y="12375"/>
                </a:lnTo>
                <a:lnTo>
                  <a:pt x="30610" y="13719"/>
                </a:lnTo>
                <a:lnTo>
                  <a:pt x="28940" y="15063"/>
                </a:lnTo>
                <a:lnTo>
                  <a:pt x="27449" y="16406"/>
                </a:lnTo>
                <a:lnTo>
                  <a:pt x="26105" y="17750"/>
                </a:lnTo>
                <a:lnTo>
                  <a:pt x="24883" y="19094"/>
                </a:lnTo>
                <a:lnTo>
                  <a:pt x="23766" y="20438"/>
                </a:lnTo>
                <a:lnTo>
                  <a:pt x="22741" y="21781"/>
                </a:lnTo>
                <a:lnTo>
                  <a:pt x="21799" y="23125"/>
                </a:lnTo>
                <a:lnTo>
                  <a:pt x="20931" y="24469"/>
                </a:lnTo>
                <a:lnTo>
                  <a:pt x="20131" y="25813"/>
                </a:lnTo>
                <a:lnTo>
                  <a:pt x="19393" y="27156"/>
                </a:lnTo>
                <a:lnTo>
                  <a:pt x="18714" y="28500"/>
                </a:lnTo>
                <a:lnTo>
                  <a:pt x="18089" y="29844"/>
                </a:lnTo>
                <a:lnTo>
                  <a:pt x="17515" y="31188"/>
                </a:lnTo>
                <a:lnTo>
                  <a:pt x="16989" y="32531"/>
                </a:lnTo>
                <a:lnTo>
                  <a:pt x="16510" y="33875"/>
                </a:lnTo>
                <a:lnTo>
                  <a:pt x="16075" y="35219"/>
                </a:lnTo>
                <a:lnTo>
                  <a:pt x="15683" y="36563"/>
                </a:lnTo>
                <a:lnTo>
                  <a:pt x="15332" y="37906"/>
                </a:lnTo>
                <a:lnTo>
                  <a:pt x="15021" y="39250"/>
                </a:lnTo>
                <a:lnTo>
                  <a:pt x="14749" y="40594"/>
                </a:lnTo>
                <a:lnTo>
                  <a:pt x="14515" y="41938"/>
                </a:lnTo>
                <a:lnTo>
                  <a:pt x="14318" y="43281"/>
                </a:lnTo>
                <a:lnTo>
                  <a:pt x="14157" y="44625"/>
                </a:lnTo>
                <a:lnTo>
                  <a:pt x="14033" y="45969"/>
                </a:lnTo>
                <a:lnTo>
                  <a:pt x="13945" y="47313"/>
                </a:lnTo>
                <a:lnTo>
                  <a:pt x="13892" y="48656"/>
                </a:lnTo>
                <a:lnTo>
                  <a:pt x="13874" y="50000"/>
                </a:lnTo>
                <a:lnTo>
                  <a:pt x="13892" y="51344"/>
                </a:lnTo>
                <a:lnTo>
                  <a:pt x="13945" y="52688"/>
                </a:lnTo>
                <a:lnTo>
                  <a:pt x="14033" y="54031"/>
                </a:lnTo>
                <a:lnTo>
                  <a:pt x="14157" y="55375"/>
                </a:lnTo>
                <a:lnTo>
                  <a:pt x="14318" y="56719"/>
                </a:lnTo>
                <a:lnTo>
                  <a:pt x="14515" y="58063"/>
                </a:lnTo>
                <a:lnTo>
                  <a:pt x="14749" y="59406"/>
                </a:lnTo>
                <a:lnTo>
                  <a:pt x="15021" y="60750"/>
                </a:lnTo>
                <a:lnTo>
                  <a:pt x="15332" y="62094"/>
                </a:lnTo>
                <a:lnTo>
                  <a:pt x="15683" y="63438"/>
                </a:lnTo>
                <a:lnTo>
                  <a:pt x="16075" y="64781"/>
                </a:lnTo>
                <a:lnTo>
                  <a:pt x="16510" y="66125"/>
                </a:lnTo>
                <a:lnTo>
                  <a:pt x="16989" y="67469"/>
                </a:lnTo>
                <a:lnTo>
                  <a:pt x="17515" y="68813"/>
                </a:lnTo>
                <a:lnTo>
                  <a:pt x="18089" y="70156"/>
                </a:lnTo>
                <a:lnTo>
                  <a:pt x="18714" y="71500"/>
                </a:lnTo>
                <a:lnTo>
                  <a:pt x="19393" y="72844"/>
                </a:lnTo>
                <a:lnTo>
                  <a:pt x="20131" y="74188"/>
                </a:lnTo>
                <a:lnTo>
                  <a:pt x="20931" y="75531"/>
                </a:lnTo>
                <a:lnTo>
                  <a:pt x="21799" y="76875"/>
                </a:lnTo>
                <a:lnTo>
                  <a:pt x="22741" y="78219"/>
                </a:lnTo>
                <a:lnTo>
                  <a:pt x="23766" y="79563"/>
                </a:lnTo>
                <a:lnTo>
                  <a:pt x="24883" y="80906"/>
                </a:lnTo>
                <a:lnTo>
                  <a:pt x="26105" y="82250"/>
                </a:lnTo>
                <a:lnTo>
                  <a:pt x="27449" y="83594"/>
                </a:lnTo>
                <a:lnTo>
                  <a:pt x="28940" y="84938"/>
                </a:lnTo>
                <a:lnTo>
                  <a:pt x="30610" y="86281"/>
                </a:lnTo>
                <a:lnTo>
                  <a:pt x="32511" y="87625"/>
                </a:lnTo>
                <a:lnTo>
                  <a:pt x="34728" y="88969"/>
                </a:lnTo>
                <a:lnTo>
                  <a:pt x="37429" y="90313"/>
                </a:lnTo>
                <a:lnTo>
                  <a:pt x="41039"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83" name="text83"/>
          <p:cNvSpPr txBox="1"/>
          <p:nvPr/>
        </p:nvSpPr>
        <p:spPr>
          <a:xfrm>
            <a:off x="912571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8%</a:t>
            </a:r>
          </a:p>
        </p:txBody>
      </p:sp>
      <p:sp>
        <p:nvSpPr>
          <p:cNvPr id="84" name="text84"/>
          <p:cNvSpPr txBox="1"/>
          <p:nvPr/>
        </p:nvSpPr>
        <p:spPr>
          <a:xfrm>
            <a:off x="886968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Хмарно</a:t>
            </a:r>
          </a:p>
        </p:txBody>
      </p:sp>
      <p:sp>
        <p:nvSpPr>
          <p:cNvPr id="85" name="text85"/>
          <p:cNvSpPr txBox="1"/>
          <p:nvPr/>
        </p:nvSpPr>
        <p:spPr>
          <a:xfrm>
            <a:off x="886968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+6…+24°</a:t>
            </a:r>
          </a:p>
        </p:txBody>
      </p:sp>
      <p:sp>
        <p:nvSpPr>
          <p:cNvPr id="86" name="text86"/>
          <p:cNvSpPr txBox="1"/>
          <p:nvPr/>
        </p:nvSpPr>
        <p:spPr>
          <a:xfrm>
            <a:off x="888796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87" name="text87"/>
          <p:cNvSpPr txBox="1"/>
          <p:nvPr/>
        </p:nvSpPr>
        <p:spPr>
          <a:xfrm>
            <a:off x="888796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0%</a:t>
            </a:r>
          </a:p>
        </p:txBody>
      </p:sp>
      <p:sp>
        <p:nvSpPr>
          <p:cNvPr id="88" name="text88"/>
          <p:cNvSpPr txBox="1"/>
          <p:nvPr/>
        </p:nvSpPr>
        <p:spPr>
          <a:xfrm>
            <a:off x="888796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89" name="text89"/>
          <p:cNvSpPr txBox="1"/>
          <p:nvPr/>
        </p:nvSpPr>
        <p:spPr>
          <a:xfrm>
            <a:off x="888796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29.8 км</a:t>
            </a:r>
          </a:p>
        </p:txBody>
      </p:sp>
      <p:sp>
        <p:nvSpPr>
          <p:cNvPr id="90" name="text90"/>
          <p:cNvSpPr txBox="1"/>
          <p:nvPr/>
        </p:nvSpPr>
        <p:spPr>
          <a:xfrm>
            <a:off x="888796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91" name="text91"/>
          <p:cNvSpPr txBox="1"/>
          <p:nvPr/>
        </p:nvSpPr>
        <p:spPr>
          <a:xfrm>
            <a:off x="888796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92" name="daily wind"/>
          <p:cNvPicPr/>
          <p:nvPr/>
        </p:nvPicPr>
        <p:blipFill>
          <a:blip r:embed="rId5"/>
          <a:stretch>
            <a:fillRect/>
          </a:stretch>
        </p:blipFill>
        <p:spPr>
          <a:xfrm rot="15780000">
            <a:off x="9217152" y="4105656"/>
            <a:ext cx="182880" cy="182880"/>
          </a:xfrm>
          <a:prstGeom prst="rect">
            <a:avLst/>
          </a:prstGeom>
        </p:spPr>
      </p:pic>
      <p:sp>
        <p:nvSpPr>
          <p:cNvPr id="93" name="text93"/>
          <p:cNvSpPr txBox="1"/>
          <p:nvPr/>
        </p:nvSpPr>
        <p:spPr>
          <a:xfrm>
            <a:off x="943660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2 / 5</a:t>
            </a:r>
          </a:p>
        </p:txBody>
      </p:sp>
      <p:sp>
        <p:nvSpPr>
          <p:cNvPr id="94" name="text94"/>
          <p:cNvSpPr txBox="1"/>
          <p:nvPr/>
        </p:nvSpPr>
        <p:spPr>
          <a:xfrm>
            <a:off x="888796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95" name="daily wind 300 m"/>
          <p:cNvPicPr/>
          <p:nvPr/>
        </p:nvPicPr>
        <p:blipFill>
          <a:blip r:embed="rId5"/>
          <a:stretch>
            <a:fillRect/>
          </a:stretch>
        </p:blipFill>
        <p:spPr>
          <a:xfrm rot="705854">
            <a:off x="9217152" y="4389120"/>
            <a:ext cx="182880" cy="182880"/>
          </a:xfrm>
          <a:prstGeom prst="rect">
            <a:avLst/>
          </a:prstGeom>
        </p:spPr>
      </p:pic>
      <p:sp>
        <p:nvSpPr>
          <p:cNvPr id="96" name="text96"/>
          <p:cNvSpPr txBox="1"/>
          <p:nvPr/>
        </p:nvSpPr>
        <p:spPr>
          <a:xfrm>
            <a:off x="943660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4</a:t>
            </a:r>
          </a:p>
        </p:txBody>
      </p:sp>
      <p:sp>
        <p:nvSpPr>
          <p:cNvPr id="97" name="text97"/>
          <p:cNvSpPr txBox="1"/>
          <p:nvPr/>
        </p:nvSpPr>
        <p:spPr>
          <a:xfrm>
            <a:off x="888796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98" name="daily wind 1000 m"/>
          <p:cNvPicPr/>
          <p:nvPr/>
        </p:nvPicPr>
        <p:blipFill>
          <a:blip r:embed="rId5"/>
          <a:stretch>
            <a:fillRect/>
          </a:stretch>
        </p:blipFill>
        <p:spPr>
          <a:xfrm rot="20456347">
            <a:off x="9217152" y="4672584"/>
            <a:ext cx="182880" cy="182880"/>
          </a:xfrm>
          <a:prstGeom prst="rect">
            <a:avLst/>
          </a:prstGeom>
        </p:spPr>
      </p:pic>
      <p:sp>
        <p:nvSpPr>
          <p:cNvPr id="99" name="text99"/>
          <p:cNvSpPr txBox="1"/>
          <p:nvPr/>
        </p:nvSpPr>
        <p:spPr>
          <a:xfrm>
            <a:off x="9436608" y="4709160"/>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7</a:t>
            </a:r>
          </a:p>
        </p:txBody>
      </p:sp>
      <p:sp>
        <p:nvSpPr>
          <p:cNvPr id="100" name="shape100"/>
          <p:cNvSpPr/>
          <p:nvPr/>
        </p:nvSpPr>
        <p:spPr>
          <a:xfrm>
            <a:off x="10195560" y="1325880"/>
            <a:ext cx="1261872" cy="4480560"/>
          </a:xfrm>
          <a:prstGeom prst="roundRect">
            <a:avLst/>
          </a:prstGeom>
          <a:solidFill>
            <a:srgbClr val="0C0C0C"/>
          </a:solidFill>
          <a:ln w="12700">
            <a:solidFill>
              <a:srgbClr val="404040"/>
            </a:solidFill>
          </a:ln>
        </p:spPr>
        <p:txBody>
          <a:bodyPr/>
          <a:lstStyle/>
          <a:p>
            <a:endParaRPr lang="uk-UA"/>
          </a:p>
        </p:txBody>
      </p:sp>
      <p:sp>
        <p:nvSpPr>
          <p:cNvPr id="101" name="text101"/>
          <p:cNvSpPr txBox="1"/>
          <p:nvPr/>
        </p:nvSpPr>
        <p:spPr>
          <a:xfrm>
            <a:off x="10287000" y="1481328"/>
            <a:ext cx="1078992" cy="164592"/>
          </a:xfrm>
          <a:prstGeom prst="rect">
            <a:avLst/>
          </a:prstGeom>
          <a:noFill/>
          <a:ln>
            <a:noFill/>
          </a:ln>
        </p:spPr>
        <p:txBody>
          <a:bodyPr wrap="none" lIns="0" tIns="0" rIns="0" bIns="0">
            <a:normAutofit lnSpcReduction="10000"/>
          </a:bodyPr>
          <a:lstStyle/>
          <a:p>
            <a:pPr algn="ctr"/>
            <a:r>
              <a:rPr lang="uk-UA" sz="1100" b="1">
                <a:solidFill>
                  <a:srgbClr val="FFFFFF"/>
                </a:solidFill>
                <a:latin typeface="Aptos"/>
                <a:cs typeface="Aptos"/>
              </a:rPr>
              <a:t>Чт 10.09</a:t>
            </a:r>
          </a:p>
        </p:txBody>
      </p:sp>
      <p:pic>
        <p:nvPicPr>
          <p:cNvPr id="102" name="moon surface"/>
          <p:cNvPicPr/>
          <p:nvPr/>
        </p:nvPicPr>
        <p:blipFill>
          <a:blip r:embed="rId4"/>
          <a:stretch>
            <a:fillRect/>
          </a:stretch>
        </p:blipFill>
        <p:spPr>
          <a:xfrm>
            <a:off x="10643616" y="1746504"/>
            <a:ext cx="365760" cy="365760"/>
          </a:xfrm>
          <a:prstGeom prst="rect">
            <a:avLst/>
          </a:prstGeom>
        </p:spPr>
      </p:pic>
      <p:sp>
        <p:nvSpPr>
          <p:cNvPr id="103" name="moon shadow 103"/>
          <p:cNvSpPr/>
          <p:nvPr/>
        </p:nvSpPr>
        <p:spPr>
          <a:xfrm>
            <a:off x="10643616" y="1746504"/>
            <a:ext cx="365760" cy="365760"/>
          </a:xfrm>
          <a:custGeom>
            <a:avLst/>
            <a:gdLst/>
            <a:ahLst/>
            <a:cxnLst/>
            <a:rect l="0" t="0" r="100000" b="100000"/>
            <a:pathLst>
              <a:path w="100000" h="100000">
                <a:moveTo>
                  <a:pt x="50000" y="7000"/>
                </a:moveTo>
                <a:lnTo>
                  <a:pt x="40020" y="8344"/>
                </a:lnTo>
                <a:lnTo>
                  <a:pt x="35998" y="9688"/>
                </a:lnTo>
                <a:lnTo>
                  <a:pt x="32990" y="11031"/>
                </a:lnTo>
                <a:lnTo>
                  <a:pt x="30521" y="12375"/>
                </a:lnTo>
                <a:lnTo>
                  <a:pt x="28404" y="13719"/>
                </a:lnTo>
                <a:lnTo>
                  <a:pt x="26544" y="15063"/>
                </a:lnTo>
                <a:lnTo>
                  <a:pt x="24884" y="16406"/>
                </a:lnTo>
                <a:lnTo>
                  <a:pt x="23386" y="17750"/>
                </a:lnTo>
                <a:lnTo>
                  <a:pt x="22025" y="19094"/>
                </a:lnTo>
                <a:lnTo>
                  <a:pt x="20781" y="20438"/>
                </a:lnTo>
                <a:lnTo>
                  <a:pt x="19640" y="21781"/>
                </a:lnTo>
                <a:lnTo>
                  <a:pt x="18591" y="23125"/>
                </a:lnTo>
                <a:lnTo>
                  <a:pt x="17624" y="24469"/>
                </a:lnTo>
                <a:lnTo>
                  <a:pt x="16733" y="25813"/>
                </a:lnTo>
                <a:lnTo>
                  <a:pt x="15911" y="27156"/>
                </a:lnTo>
                <a:lnTo>
                  <a:pt x="15154" y="28500"/>
                </a:lnTo>
                <a:lnTo>
                  <a:pt x="14458" y="29844"/>
                </a:lnTo>
                <a:lnTo>
                  <a:pt x="13819" y="31188"/>
                </a:lnTo>
                <a:lnTo>
                  <a:pt x="13234" y="32531"/>
                </a:lnTo>
                <a:lnTo>
                  <a:pt x="12700" y="33875"/>
                </a:lnTo>
                <a:lnTo>
                  <a:pt x="12216" y="35219"/>
                </a:lnTo>
                <a:lnTo>
                  <a:pt x="11779" y="36563"/>
                </a:lnTo>
                <a:lnTo>
                  <a:pt x="11388" y="37906"/>
                </a:lnTo>
                <a:lnTo>
                  <a:pt x="11041" y="39250"/>
                </a:lnTo>
                <a:lnTo>
                  <a:pt x="10738" y="40594"/>
                </a:lnTo>
                <a:lnTo>
                  <a:pt x="10477" y="41938"/>
                </a:lnTo>
                <a:lnTo>
                  <a:pt x="10258" y="43281"/>
                </a:lnTo>
                <a:lnTo>
                  <a:pt x="10079" y="44625"/>
                </a:lnTo>
                <a:lnTo>
                  <a:pt x="9941" y="45969"/>
                </a:lnTo>
                <a:lnTo>
                  <a:pt x="9842" y="47313"/>
                </a:lnTo>
                <a:lnTo>
                  <a:pt x="9783" y="48656"/>
                </a:lnTo>
                <a:lnTo>
                  <a:pt x="9764" y="50000"/>
                </a:lnTo>
                <a:lnTo>
                  <a:pt x="9783" y="51344"/>
                </a:lnTo>
                <a:lnTo>
                  <a:pt x="9842" y="52688"/>
                </a:lnTo>
                <a:lnTo>
                  <a:pt x="9941" y="54031"/>
                </a:lnTo>
                <a:lnTo>
                  <a:pt x="10079" y="55375"/>
                </a:lnTo>
                <a:lnTo>
                  <a:pt x="10258" y="56719"/>
                </a:lnTo>
                <a:lnTo>
                  <a:pt x="10477" y="58063"/>
                </a:lnTo>
                <a:lnTo>
                  <a:pt x="10738" y="59406"/>
                </a:lnTo>
                <a:lnTo>
                  <a:pt x="11041" y="60750"/>
                </a:lnTo>
                <a:lnTo>
                  <a:pt x="11388" y="62094"/>
                </a:lnTo>
                <a:lnTo>
                  <a:pt x="11779" y="63438"/>
                </a:lnTo>
                <a:lnTo>
                  <a:pt x="12216" y="64781"/>
                </a:lnTo>
                <a:lnTo>
                  <a:pt x="12700" y="66125"/>
                </a:lnTo>
                <a:lnTo>
                  <a:pt x="13234" y="67469"/>
                </a:lnTo>
                <a:lnTo>
                  <a:pt x="13819" y="68813"/>
                </a:lnTo>
                <a:lnTo>
                  <a:pt x="14458" y="70156"/>
                </a:lnTo>
                <a:lnTo>
                  <a:pt x="15154" y="71500"/>
                </a:lnTo>
                <a:lnTo>
                  <a:pt x="15911" y="72844"/>
                </a:lnTo>
                <a:lnTo>
                  <a:pt x="16733" y="74188"/>
                </a:lnTo>
                <a:lnTo>
                  <a:pt x="17624" y="75531"/>
                </a:lnTo>
                <a:lnTo>
                  <a:pt x="18591" y="76875"/>
                </a:lnTo>
                <a:lnTo>
                  <a:pt x="19640" y="78219"/>
                </a:lnTo>
                <a:lnTo>
                  <a:pt x="20781" y="79563"/>
                </a:lnTo>
                <a:lnTo>
                  <a:pt x="22025" y="80906"/>
                </a:lnTo>
                <a:lnTo>
                  <a:pt x="23386" y="82250"/>
                </a:lnTo>
                <a:lnTo>
                  <a:pt x="24884" y="83594"/>
                </a:lnTo>
                <a:lnTo>
                  <a:pt x="26544" y="84938"/>
                </a:lnTo>
                <a:lnTo>
                  <a:pt x="28404" y="86281"/>
                </a:lnTo>
                <a:lnTo>
                  <a:pt x="30521" y="87625"/>
                </a:lnTo>
                <a:lnTo>
                  <a:pt x="32990" y="88969"/>
                </a:lnTo>
                <a:lnTo>
                  <a:pt x="35998" y="90313"/>
                </a:lnTo>
                <a:lnTo>
                  <a:pt x="40020" y="91656"/>
                </a:lnTo>
                <a:lnTo>
                  <a:pt x="50000" y="93000"/>
                </a:lnTo>
                <a:lnTo>
                  <a:pt x="50000" y="93000"/>
                </a:lnTo>
                <a:lnTo>
                  <a:pt x="60666" y="91656"/>
                </a:lnTo>
                <a:lnTo>
                  <a:pt x="64963" y="90313"/>
                </a:lnTo>
                <a:lnTo>
                  <a:pt x="68178" y="88969"/>
                </a:lnTo>
                <a:lnTo>
                  <a:pt x="70817" y="87625"/>
                </a:lnTo>
                <a:lnTo>
                  <a:pt x="73080" y="86281"/>
                </a:lnTo>
                <a:lnTo>
                  <a:pt x="75067" y="84938"/>
                </a:lnTo>
                <a:lnTo>
                  <a:pt x="76841" y="83594"/>
                </a:lnTo>
                <a:lnTo>
                  <a:pt x="78442" y="82250"/>
                </a:lnTo>
                <a:lnTo>
                  <a:pt x="79897" y="80906"/>
                </a:lnTo>
                <a:lnTo>
                  <a:pt x="81226" y="79563"/>
                </a:lnTo>
                <a:lnTo>
                  <a:pt x="82445" y="78219"/>
                </a:lnTo>
                <a:lnTo>
                  <a:pt x="83567" y="76875"/>
                </a:lnTo>
                <a:lnTo>
                  <a:pt x="84600" y="75531"/>
                </a:lnTo>
                <a:lnTo>
                  <a:pt x="85552" y="74188"/>
                </a:lnTo>
                <a:lnTo>
                  <a:pt x="86430" y="72844"/>
                </a:lnTo>
                <a:lnTo>
                  <a:pt x="87239" y="71500"/>
                </a:lnTo>
                <a:lnTo>
                  <a:pt x="87983" y="70156"/>
                </a:lnTo>
                <a:lnTo>
                  <a:pt x="88666" y="68813"/>
                </a:lnTo>
                <a:lnTo>
                  <a:pt x="89292" y="67469"/>
                </a:lnTo>
                <a:lnTo>
                  <a:pt x="89862" y="66125"/>
                </a:lnTo>
                <a:lnTo>
                  <a:pt x="90380" y="64781"/>
                </a:lnTo>
                <a:lnTo>
                  <a:pt x="90846" y="63438"/>
                </a:lnTo>
                <a:lnTo>
                  <a:pt x="91264" y="62094"/>
                </a:lnTo>
                <a:lnTo>
                  <a:pt x="91635" y="60750"/>
                </a:lnTo>
                <a:lnTo>
                  <a:pt x="91959" y="59406"/>
                </a:lnTo>
                <a:lnTo>
                  <a:pt x="92237" y="58063"/>
                </a:lnTo>
                <a:lnTo>
                  <a:pt x="92472" y="56719"/>
                </a:lnTo>
                <a:lnTo>
                  <a:pt x="92663" y="55375"/>
                </a:lnTo>
                <a:lnTo>
                  <a:pt x="92811" y="54031"/>
                </a:lnTo>
                <a:lnTo>
                  <a:pt x="92916" y="52688"/>
                </a:lnTo>
                <a:lnTo>
                  <a:pt x="92979" y="51344"/>
                </a:lnTo>
                <a:lnTo>
                  <a:pt x="93000" y="50000"/>
                </a:lnTo>
                <a:lnTo>
                  <a:pt x="92979" y="48656"/>
                </a:lnTo>
                <a:lnTo>
                  <a:pt x="92916" y="47313"/>
                </a:lnTo>
                <a:lnTo>
                  <a:pt x="92811" y="45969"/>
                </a:lnTo>
                <a:lnTo>
                  <a:pt x="92663" y="44625"/>
                </a:lnTo>
                <a:lnTo>
                  <a:pt x="92472" y="43281"/>
                </a:lnTo>
                <a:lnTo>
                  <a:pt x="92237" y="41938"/>
                </a:lnTo>
                <a:lnTo>
                  <a:pt x="91959" y="40594"/>
                </a:lnTo>
                <a:lnTo>
                  <a:pt x="91635" y="39250"/>
                </a:lnTo>
                <a:lnTo>
                  <a:pt x="91264" y="37906"/>
                </a:lnTo>
                <a:lnTo>
                  <a:pt x="90846" y="36563"/>
                </a:lnTo>
                <a:lnTo>
                  <a:pt x="90380" y="35219"/>
                </a:lnTo>
                <a:lnTo>
                  <a:pt x="89862" y="33875"/>
                </a:lnTo>
                <a:lnTo>
                  <a:pt x="89292" y="32531"/>
                </a:lnTo>
                <a:lnTo>
                  <a:pt x="88666" y="31188"/>
                </a:lnTo>
                <a:lnTo>
                  <a:pt x="87983" y="29844"/>
                </a:lnTo>
                <a:lnTo>
                  <a:pt x="87239" y="28500"/>
                </a:lnTo>
                <a:lnTo>
                  <a:pt x="86430" y="27156"/>
                </a:lnTo>
                <a:lnTo>
                  <a:pt x="85552" y="25813"/>
                </a:lnTo>
                <a:lnTo>
                  <a:pt x="84600" y="24469"/>
                </a:lnTo>
                <a:lnTo>
                  <a:pt x="83567" y="23125"/>
                </a:lnTo>
                <a:lnTo>
                  <a:pt x="82445" y="21781"/>
                </a:lnTo>
                <a:lnTo>
                  <a:pt x="81226" y="20438"/>
                </a:lnTo>
                <a:lnTo>
                  <a:pt x="79897" y="19094"/>
                </a:lnTo>
                <a:lnTo>
                  <a:pt x="78442" y="17750"/>
                </a:lnTo>
                <a:lnTo>
                  <a:pt x="76841" y="16406"/>
                </a:lnTo>
                <a:lnTo>
                  <a:pt x="75067" y="15063"/>
                </a:lnTo>
                <a:lnTo>
                  <a:pt x="73080" y="13719"/>
                </a:lnTo>
                <a:lnTo>
                  <a:pt x="70817" y="12375"/>
                </a:lnTo>
                <a:lnTo>
                  <a:pt x="68178" y="11031"/>
                </a:lnTo>
                <a:lnTo>
                  <a:pt x="64963" y="9688"/>
                </a:lnTo>
                <a:lnTo>
                  <a:pt x="60666" y="8344"/>
                </a:lnTo>
                <a:lnTo>
                  <a:pt x="50000" y="7000"/>
                </a:lnTo>
                <a:close/>
              </a:path>
            </a:pathLst>
          </a:custGeom>
          <a:solidFill>
            <a:srgbClr val="050709"/>
          </a:solidFill>
          <a:ln>
            <a:noFill/>
          </a:ln>
        </p:spPr>
        <p:txBody>
          <a:bodyPr/>
          <a:lstStyle/>
          <a:p>
            <a:endParaRPr lang="uk-UA"/>
          </a:p>
        </p:txBody>
      </p:sp>
      <p:sp>
        <p:nvSpPr>
          <p:cNvPr id="104" name="text104"/>
          <p:cNvSpPr txBox="1"/>
          <p:nvPr/>
        </p:nvSpPr>
        <p:spPr>
          <a:xfrm>
            <a:off x="10543032" y="2130552"/>
            <a:ext cx="566928" cy="128016"/>
          </a:xfrm>
          <a:prstGeom prst="rect">
            <a:avLst/>
          </a:prstGeom>
          <a:noFill/>
          <a:ln>
            <a:noFill/>
          </a:ln>
        </p:spPr>
        <p:txBody>
          <a:bodyPr wrap="none" lIns="0" tIns="0" rIns="0" bIns="0">
            <a:normAutofit/>
          </a:bodyPr>
          <a:lstStyle/>
          <a:p>
            <a:pPr algn="ctr"/>
            <a:r>
              <a:rPr lang="uk-UA" sz="800">
                <a:solidFill>
                  <a:srgbClr val="B8B8B8"/>
                </a:solidFill>
                <a:latin typeface="Aptos"/>
                <a:cs typeface="Aptos"/>
              </a:rPr>
              <a:t>3%</a:t>
            </a:r>
          </a:p>
        </p:txBody>
      </p:sp>
      <p:sp>
        <p:nvSpPr>
          <p:cNvPr id="105" name="text105"/>
          <p:cNvSpPr txBox="1"/>
          <p:nvPr/>
        </p:nvSpPr>
        <p:spPr>
          <a:xfrm>
            <a:off x="10287000" y="2350008"/>
            <a:ext cx="1078992" cy="18288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Хмарно</a:t>
            </a:r>
          </a:p>
        </p:txBody>
      </p:sp>
      <p:sp>
        <p:nvSpPr>
          <p:cNvPr id="106" name="text106"/>
          <p:cNvSpPr txBox="1"/>
          <p:nvPr/>
        </p:nvSpPr>
        <p:spPr>
          <a:xfrm>
            <a:off x="10287000" y="2660904"/>
            <a:ext cx="1078992" cy="228600"/>
          </a:xfrm>
          <a:prstGeom prst="rect">
            <a:avLst/>
          </a:prstGeom>
          <a:noFill/>
          <a:ln>
            <a:noFill/>
          </a:ln>
        </p:spPr>
        <p:txBody>
          <a:bodyPr wrap="none" lIns="0" tIns="0" rIns="0" bIns="0">
            <a:normAutofit/>
          </a:bodyPr>
          <a:lstStyle/>
          <a:p>
            <a:pPr algn="ctr"/>
            <a:r>
              <a:rPr lang="uk-UA" sz="1500" b="1">
                <a:solidFill>
                  <a:srgbClr val="FFFFFF"/>
                </a:solidFill>
                <a:latin typeface="Aptos"/>
                <a:cs typeface="Aptos"/>
              </a:rPr>
              <a:t>+10…+28°</a:t>
            </a:r>
          </a:p>
        </p:txBody>
      </p:sp>
      <p:sp>
        <p:nvSpPr>
          <p:cNvPr id="107" name="text107"/>
          <p:cNvSpPr txBox="1"/>
          <p:nvPr/>
        </p:nvSpPr>
        <p:spPr>
          <a:xfrm>
            <a:off x="10305288" y="3026664"/>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опади · ймовірність</a:t>
            </a:r>
          </a:p>
        </p:txBody>
      </p:sp>
      <p:sp>
        <p:nvSpPr>
          <p:cNvPr id="108" name="text108"/>
          <p:cNvSpPr txBox="1"/>
          <p:nvPr/>
        </p:nvSpPr>
        <p:spPr>
          <a:xfrm>
            <a:off x="10305288" y="3191256"/>
            <a:ext cx="1042416"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0.0 мм · 1%</a:t>
            </a:r>
          </a:p>
        </p:txBody>
      </p:sp>
      <p:sp>
        <p:nvSpPr>
          <p:cNvPr id="109" name="text109"/>
          <p:cNvSpPr txBox="1"/>
          <p:nvPr/>
        </p:nvSpPr>
        <p:spPr>
          <a:xfrm>
            <a:off x="10305288" y="3456432"/>
            <a:ext cx="1042416" cy="128016"/>
          </a:xfrm>
          <a:prstGeom prst="rect">
            <a:avLst/>
          </a:prstGeom>
          <a:noFill/>
          <a:ln>
            <a:noFill/>
          </a:ln>
        </p:spPr>
        <p:txBody>
          <a:bodyPr wrap="none" lIns="0" tIns="0" rIns="0" bIns="0">
            <a:normAutofit/>
          </a:bodyPr>
          <a:lstStyle/>
          <a:p>
            <a:pPr algn="ctr"/>
            <a:r>
              <a:rPr lang="uk-UA" sz="700">
                <a:solidFill>
                  <a:srgbClr val="8F8F8F"/>
                </a:solidFill>
                <a:latin typeface="Aptos"/>
                <a:cs typeface="Aptos"/>
              </a:rPr>
              <a:t>мін. видимість</a:t>
            </a:r>
          </a:p>
        </p:txBody>
      </p:sp>
      <p:sp>
        <p:nvSpPr>
          <p:cNvPr id="110" name="text110"/>
          <p:cNvSpPr txBox="1"/>
          <p:nvPr/>
        </p:nvSpPr>
        <p:spPr>
          <a:xfrm>
            <a:off x="10305288" y="3621024"/>
            <a:ext cx="1042416"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34.2 км</a:t>
            </a:r>
          </a:p>
        </p:txBody>
      </p:sp>
      <p:sp>
        <p:nvSpPr>
          <p:cNvPr id="111" name="text111"/>
          <p:cNvSpPr txBox="1"/>
          <p:nvPr/>
        </p:nvSpPr>
        <p:spPr>
          <a:xfrm>
            <a:off x="10305288" y="3904488"/>
            <a:ext cx="1042416" cy="128016"/>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макс. вітер · м/с</a:t>
            </a:r>
          </a:p>
        </p:txBody>
      </p:sp>
      <p:sp>
        <p:nvSpPr>
          <p:cNvPr id="112" name="text112"/>
          <p:cNvSpPr txBox="1"/>
          <p:nvPr/>
        </p:nvSpPr>
        <p:spPr>
          <a:xfrm>
            <a:off x="10305288" y="4142232"/>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 м</a:t>
            </a:r>
          </a:p>
        </p:txBody>
      </p:sp>
      <p:pic>
        <p:nvPicPr>
          <p:cNvPr id="113" name="daily wind"/>
          <p:cNvPicPr/>
          <p:nvPr/>
        </p:nvPicPr>
        <p:blipFill>
          <a:blip r:embed="rId5"/>
          <a:stretch>
            <a:fillRect/>
          </a:stretch>
        </p:blipFill>
        <p:spPr>
          <a:xfrm rot="11880000">
            <a:off x="10634472" y="4105656"/>
            <a:ext cx="182880" cy="182880"/>
          </a:xfrm>
          <a:prstGeom prst="rect">
            <a:avLst/>
          </a:prstGeom>
        </p:spPr>
      </p:pic>
      <p:sp>
        <p:nvSpPr>
          <p:cNvPr id="114" name="text114"/>
          <p:cNvSpPr txBox="1"/>
          <p:nvPr/>
        </p:nvSpPr>
        <p:spPr>
          <a:xfrm>
            <a:off x="10853928" y="4142232"/>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3 / 8</a:t>
            </a:r>
          </a:p>
        </p:txBody>
      </p:sp>
      <p:sp>
        <p:nvSpPr>
          <p:cNvPr id="115" name="text115"/>
          <p:cNvSpPr txBox="1"/>
          <p:nvPr/>
        </p:nvSpPr>
        <p:spPr>
          <a:xfrm>
            <a:off x="10305288" y="4425696"/>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300 м</a:t>
            </a:r>
          </a:p>
        </p:txBody>
      </p:sp>
      <p:pic>
        <p:nvPicPr>
          <p:cNvPr id="116" name="daily wind 300 m"/>
          <p:cNvPicPr/>
          <p:nvPr/>
        </p:nvPicPr>
        <p:blipFill>
          <a:blip r:embed="rId5"/>
          <a:stretch>
            <a:fillRect/>
          </a:stretch>
        </p:blipFill>
        <p:spPr>
          <a:xfrm rot="13301775">
            <a:off x="10634472" y="4389120"/>
            <a:ext cx="182880" cy="182880"/>
          </a:xfrm>
          <a:prstGeom prst="rect">
            <a:avLst/>
          </a:prstGeom>
        </p:spPr>
      </p:pic>
      <p:sp>
        <p:nvSpPr>
          <p:cNvPr id="117" name="text117"/>
          <p:cNvSpPr txBox="1"/>
          <p:nvPr/>
        </p:nvSpPr>
        <p:spPr>
          <a:xfrm>
            <a:off x="10853928" y="4425696"/>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8</a:t>
            </a:r>
          </a:p>
        </p:txBody>
      </p:sp>
      <p:sp>
        <p:nvSpPr>
          <p:cNvPr id="118" name="text118"/>
          <p:cNvSpPr txBox="1"/>
          <p:nvPr/>
        </p:nvSpPr>
        <p:spPr>
          <a:xfrm>
            <a:off x="10305288" y="4709160"/>
            <a:ext cx="320040" cy="128016"/>
          </a:xfrm>
          <a:prstGeom prst="rect">
            <a:avLst/>
          </a:prstGeom>
          <a:noFill/>
          <a:ln>
            <a:noFill/>
          </a:ln>
        </p:spPr>
        <p:txBody>
          <a:bodyPr wrap="none" lIns="0" tIns="0" rIns="0" bIns="0">
            <a:normAutofit/>
          </a:bodyPr>
          <a:lstStyle/>
          <a:p>
            <a:pPr algn="l"/>
            <a:r>
              <a:rPr lang="uk-UA" sz="700" b="1">
                <a:solidFill>
                  <a:srgbClr val="B8B8B8"/>
                </a:solidFill>
                <a:latin typeface="Aptos"/>
                <a:cs typeface="Aptos"/>
              </a:rPr>
              <a:t>1000 м</a:t>
            </a:r>
          </a:p>
        </p:txBody>
      </p:sp>
      <p:pic>
        <p:nvPicPr>
          <p:cNvPr id="119" name="daily wind 1000 m"/>
          <p:cNvPicPr/>
          <p:nvPr/>
        </p:nvPicPr>
        <p:blipFill>
          <a:blip r:embed="rId5"/>
          <a:stretch>
            <a:fillRect/>
          </a:stretch>
        </p:blipFill>
        <p:spPr>
          <a:xfrm rot="13751597">
            <a:off x="10634472" y="4672584"/>
            <a:ext cx="182880" cy="182880"/>
          </a:xfrm>
          <a:prstGeom prst="rect">
            <a:avLst/>
          </a:prstGeom>
        </p:spPr>
      </p:pic>
      <p:sp>
        <p:nvSpPr>
          <p:cNvPr id="120" name="text120"/>
          <p:cNvSpPr txBox="1"/>
          <p:nvPr/>
        </p:nvSpPr>
        <p:spPr>
          <a:xfrm>
            <a:off x="10853928" y="4709160"/>
            <a:ext cx="475488" cy="128016"/>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Прогнозні графіки на 5 днів</a:t>
            </a:r>
          </a:p>
        </p:txBody>
      </p:sp>
      <p:sp>
        <p:nvSpPr>
          <p:cNvPr id="13" name="shape13"/>
          <p:cNvSpPr/>
          <p:nvPr/>
        </p:nvSpPr>
        <p:spPr>
          <a:xfrm>
            <a:off x="274320" y="1005840"/>
            <a:ext cx="11640312" cy="10973"/>
          </a:xfrm>
          <a:prstGeom prst="rect">
            <a:avLst/>
          </a:prstGeom>
          <a:solidFill>
            <a:srgbClr val="5A5A5A"/>
          </a:solidFill>
          <a:ln>
            <a:noFill/>
          </a:ln>
        </p:spPr>
        <p:txBody>
          <a:bodyPr/>
          <a:lstStyle/>
          <a:p>
            <a:endParaRPr lang="uk-UA"/>
          </a:p>
        </p:txBody>
      </p:sp>
      <p:sp>
        <p:nvSpPr>
          <p:cNvPr id="14" name="text14"/>
          <p:cNvSpPr txBox="1"/>
          <p:nvPr/>
        </p:nvSpPr>
        <p:spPr>
          <a:xfrm>
            <a:off x="502920" y="1088136"/>
            <a:ext cx="11109960" cy="219456"/>
          </a:xfrm>
          <a:prstGeom prst="rect">
            <a:avLst/>
          </a:prstGeom>
          <a:noFill/>
          <a:ln>
            <a:noFill/>
          </a:ln>
        </p:spPr>
        <p:txBody>
          <a:bodyPr wrap="none" lIns="0" tIns="0" rIns="0" bIns="0">
            <a:normAutofit lnSpcReduction="10000"/>
          </a:bodyPr>
          <a:lstStyle/>
          <a:p>
            <a:pPr algn="ctr"/>
            <a:r>
              <a:rPr lang="uk-UA" sz="1500" b="1">
                <a:solidFill>
                  <a:srgbClr val="FFFFFF"/>
                </a:solidFill>
                <a:latin typeface="Aptos"/>
                <a:cs typeface="Aptos"/>
              </a:rPr>
              <a:t>Хмарність і вітер</a:t>
            </a:r>
          </a:p>
        </p:txBody>
      </p:sp>
      <p:sp>
        <p:nvSpPr>
          <p:cNvPr id="15" name="shape15"/>
          <p:cNvSpPr/>
          <p:nvPr/>
        </p:nvSpPr>
        <p:spPr>
          <a:xfrm>
            <a:off x="1216152" y="1371600"/>
            <a:ext cx="9811512" cy="1188720"/>
          </a:xfrm>
          <a:prstGeom prst="rect">
            <a:avLst/>
          </a:prstGeom>
          <a:solidFill>
            <a:srgbClr val="050505"/>
          </a:solidFill>
          <a:ln w="12700">
            <a:solidFill>
              <a:srgbClr val="303030"/>
            </a:solidFill>
          </a:ln>
        </p:spPr>
        <p:txBody>
          <a:bodyPr/>
          <a:lstStyle/>
          <a:p>
            <a:endParaRPr lang="uk-UA"/>
          </a:p>
        </p:txBody>
      </p:sp>
      <p:sp>
        <p:nvSpPr>
          <p:cNvPr id="16" name="text16"/>
          <p:cNvSpPr txBox="1"/>
          <p:nvPr/>
        </p:nvSpPr>
        <p:spPr>
          <a:xfrm>
            <a:off x="530352" y="1325880"/>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9000 м</a:t>
            </a:r>
          </a:p>
        </p:txBody>
      </p:sp>
      <p:sp>
        <p:nvSpPr>
          <p:cNvPr id="17" name="text17"/>
          <p:cNvSpPr txBox="1"/>
          <p:nvPr/>
        </p:nvSpPr>
        <p:spPr>
          <a:xfrm>
            <a:off x="530352" y="1587398"/>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6000 м</a:t>
            </a:r>
          </a:p>
        </p:txBody>
      </p:sp>
      <p:sp>
        <p:nvSpPr>
          <p:cNvPr id="18" name="text18"/>
          <p:cNvSpPr txBox="1"/>
          <p:nvPr/>
        </p:nvSpPr>
        <p:spPr>
          <a:xfrm>
            <a:off x="530352" y="1848917"/>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2500 м</a:t>
            </a:r>
          </a:p>
        </p:txBody>
      </p:sp>
      <p:sp>
        <p:nvSpPr>
          <p:cNvPr id="19" name="text19"/>
          <p:cNvSpPr txBox="1"/>
          <p:nvPr/>
        </p:nvSpPr>
        <p:spPr>
          <a:xfrm>
            <a:off x="530352" y="2035308"/>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1000 м</a:t>
            </a:r>
          </a:p>
        </p:txBody>
      </p:sp>
      <p:sp>
        <p:nvSpPr>
          <p:cNvPr id="20" name="text20"/>
          <p:cNvSpPr txBox="1"/>
          <p:nvPr/>
        </p:nvSpPr>
        <p:spPr>
          <a:xfrm>
            <a:off x="530352" y="2248327"/>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300 м</a:t>
            </a:r>
          </a:p>
        </p:txBody>
      </p:sp>
      <p:sp>
        <p:nvSpPr>
          <p:cNvPr id="21" name="text21"/>
          <p:cNvSpPr txBox="1"/>
          <p:nvPr/>
        </p:nvSpPr>
        <p:spPr>
          <a:xfrm>
            <a:off x="530352" y="2428061"/>
            <a:ext cx="603504"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 м</a:t>
            </a:r>
          </a:p>
        </p:txBody>
      </p:sp>
      <p:sp>
        <p:nvSpPr>
          <p:cNvPr id="22" name="shape22"/>
          <p:cNvSpPr/>
          <p:nvPr/>
        </p:nvSpPr>
        <p:spPr>
          <a:xfrm>
            <a:off x="1216152" y="1371600"/>
            <a:ext cx="83591" cy="263347"/>
          </a:xfrm>
          <a:prstGeom prst="rect">
            <a:avLst/>
          </a:prstGeom>
          <a:solidFill>
            <a:srgbClr val="B2B2B2"/>
          </a:solidFill>
          <a:ln>
            <a:noFill/>
          </a:ln>
        </p:spPr>
        <p:txBody>
          <a:bodyPr/>
          <a:lstStyle/>
          <a:p>
            <a:endParaRPr lang="uk-UA"/>
          </a:p>
        </p:txBody>
      </p:sp>
      <p:sp>
        <p:nvSpPr>
          <p:cNvPr id="23" name="shape23"/>
          <p:cNvSpPr/>
          <p:nvPr/>
        </p:nvSpPr>
        <p:spPr>
          <a:xfrm>
            <a:off x="1216152" y="1633118"/>
            <a:ext cx="83591" cy="263347"/>
          </a:xfrm>
          <a:prstGeom prst="rect">
            <a:avLst/>
          </a:prstGeom>
          <a:solidFill>
            <a:srgbClr val="DCDCDC"/>
          </a:solidFill>
          <a:ln>
            <a:noFill/>
          </a:ln>
        </p:spPr>
        <p:txBody>
          <a:bodyPr/>
          <a:lstStyle/>
          <a:p>
            <a:endParaRPr lang="uk-UA"/>
          </a:p>
        </p:txBody>
      </p:sp>
      <p:sp>
        <p:nvSpPr>
          <p:cNvPr id="24" name="shape24"/>
          <p:cNvSpPr/>
          <p:nvPr/>
        </p:nvSpPr>
        <p:spPr>
          <a:xfrm>
            <a:off x="1216152" y="1894637"/>
            <a:ext cx="83591" cy="667512"/>
          </a:xfrm>
          <a:prstGeom prst="rect">
            <a:avLst/>
          </a:prstGeom>
          <a:solidFill>
            <a:srgbClr val="636363"/>
          </a:solidFill>
          <a:ln>
            <a:noFill/>
          </a:ln>
        </p:spPr>
        <p:txBody>
          <a:bodyPr/>
          <a:lstStyle/>
          <a:p>
            <a:endParaRPr lang="uk-UA"/>
          </a:p>
        </p:txBody>
      </p:sp>
      <p:sp>
        <p:nvSpPr>
          <p:cNvPr id="25" name="shape25"/>
          <p:cNvSpPr/>
          <p:nvPr/>
        </p:nvSpPr>
        <p:spPr>
          <a:xfrm>
            <a:off x="1297915" y="1371600"/>
            <a:ext cx="83591" cy="263347"/>
          </a:xfrm>
          <a:prstGeom prst="rect">
            <a:avLst/>
          </a:prstGeom>
          <a:solidFill>
            <a:srgbClr val="F5F5F5"/>
          </a:solidFill>
          <a:ln>
            <a:noFill/>
          </a:ln>
        </p:spPr>
        <p:txBody>
          <a:bodyPr/>
          <a:lstStyle/>
          <a:p>
            <a:endParaRPr lang="uk-UA"/>
          </a:p>
        </p:txBody>
      </p:sp>
      <p:sp>
        <p:nvSpPr>
          <p:cNvPr id="26" name="shape26"/>
          <p:cNvSpPr/>
          <p:nvPr/>
        </p:nvSpPr>
        <p:spPr>
          <a:xfrm>
            <a:off x="1297915" y="1633118"/>
            <a:ext cx="83591" cy="263347"/>
          </a:xfrm>
          <a:prstGeom prst="rect">
            <a:avLst/>
          </a:prstGeom>
          <a:solidFill>
            <a:srgbClr val="F5F5F5"/>
          </a:solidFill>
          <a:ln>
            <a:noFill/>
          </a:ln>
        </p:spPr>
        <p:txBody>
          <a:bodyPr/>
          <a:lstStyle/>
          <a:p>
            <a:endParaRPr lang="uk-UA"/>
          </a:p>
        </p:txBody>
      </p:sp>
      <p:sp>
        <p:nvSpPr>
          <p:cNvPr id="27" name="shape27"/>
          <p:cNvSpPr/>
          <p:nvPr/>
        </p:nvSpPr>
        <p:spPr>
          <a:xfrm>
            <a:off x="1297915" y="1894637"/>
            <a:ext cx="83591" cy="667512"/>
          </a:xfrm>
          <a:prstGeom prst="rect">
            <a:avLst/>
          </a:prstGeom>
          <a:solidFill>
            <a:srgbClr val="141414"/>
          </a:solidFill>
          <a:ln>
            <a:noFill/>
          </a:ln>
        </p:spPr>
        <p:txBody>
          <a:bodyPr/>
          <a:lstStyle/>
          <a:p>
            <a:endParaRPr lang="uk-UA"/>
          </a:p>
        </p:txBody>
      </p:sp>
      <p:sp>
        <p:nvSpPr>
          <p:cNvPr id="28" name="shape28"/>
          <p:cNvSpPr/>
          <p:nvPr/>
        </p:nvSpPr>
        <p:spPr>
          <a:xfrm>
            <a:off x="1379677" y="1371600"/>
            <a:ext cx="83591" cy="263347"/>
          </a:xfrm>
          <a:prstGeom prst="rect">
            <a:avLst/>
          </a:prstGeom>
          <a:solidFill>
            <a:srgbClr val="F3F3F3"/>
          </a:solidFill>
          <a:ln>
            <a:noFill/>
          </a:ln>
        </p:spPr>
        <p:txBody>
          <a:bodyPr/>
          <a:lstStyle/>
          <a:p>
            <a:endParaRPr lang="uk-UA"/>
          </a:p>
        </p:txBody>
      </p:sp>
      <p:sp>
        <p:nvSpPr>
          <p:cNvPr id="29" name="shape29"/>
          <p:cNvSpPr/>
          <p:nvPr/>
        </p:nvSpPr>
        <p:spPr>
          <a:xfrm>
            <a:off x="1379677" y="1633118"/>
            <a:ext cx="83591" cy="263347"/>
          </a:xfrm>
          <a:prstGeom prst="rect">
            <a:avLst/>
          </a:prstGeom>
          <a:solidFill>
            <a:srgbClr val="F3F3F3"/>
          </a:solidFill>
          <a:ln>
            <a:noFill/>
          </a:ln>
        </p:spPr>
        <p:txBody>
          <a:bodyPr/>
          <a:lstStyle/>
          <a:p>
            <a:endParaRPr lang="uk-UA"/>
          </a:p>
        </p:txBody>
      </p:sp>
      <p:sp>
        <p:nvSpPr>
          <p:cNvPr id="30" name="shape30"/>
          <p:cNvSpPr/>
          <p:nvPr/>
        </p:nvSpPr>
        <p:spPr>
          <a:xfrm>
            <a:off x="1379677" y="1894637"/>
            <a:ext cx="83591" cy="667512"/>
          </a:xfrm>
          <a:prstGeom prst="rect">
            <a:avLst/>
          </a:prstGeom>
          <a:solidFill>
            <a:srgbClr val="242424"/>
          </a:solidFill>
          <a:ln>
            <a:noFill/>
          </a:ln>
        </p:spPr>
        <p:txBody>
          <a:bodyPr/>
          <a:lstStyle/>
          <a:p>
            <a:endParaRPr lang="uk-UA"/>
          </a:p>
        </p:txBody>
      </p:sp>
      <p:sp>
        <p:nvSpPr>
          <p:cNvPr id="31" name="shape31"/>
          <p:cNvSpPr/>
          <p:nvPr/>
        </p:nvSpPr>
        <p:spPr>
          <a:xfrm>
            <a:off x="1461440" y="1371600"/>
            <a:ext cx="83591" cy="263347"/>
          </a:xfrm>
          <a:prstGeom prst="rect">
            <a:avLst/>
          </a:prstGeom>
          <a:solidFill>
            <a:srgbClr val="F5F5F5"/>
          </a:solidFill>
          <a:ln>
            <a:noFill/>
          </a:ln>
        </p:spPr>
        <p:txBody>
          <a:bodyPr/>
          <a:lstStyle/>
          <a:p>
            <a:endParaRPr lang="uk-UA"/>
          </a:p>
        </p:txBody>
      </p:sp>
      <p:sp>
        <p:nvSpPr>
          <p:cNvPr id="32" name="shape32"/>
          <p:cNvSpPr/>
          <p:nvPr/>
        </p:nvSpPr>
        <p:spPr>
          <a:xfrm>
            <a:off x="1461440" y="1633118"/>
            <a:ext cx="83591" cy="263347"/>
          </a:xfrm>
          <a:prstGeom prst="rect">
            <a:avLst/>
          </a:prstGeom>
          <a:solidFill>
            <a:srgbClr val="EAEAEA"/>
          </a:solidFill>
          <a:ln>
            <a:noFill/>
          </a:ln>
        </p:spPr>
        <p:txBody>
          <a:bodyPr/>
          <a:lstStyle/>
          <a:p>
            <a:endParaRPr lang="uk-UA"/>
          </a:p>
        </p:txBody>
      </p:sp>
      <p:sp>
        <p:nvSpPr>
          <p:cNvPr id="33" name="shape33"/>
          <p:cNvSpPr/>
          <p:nvPr/>
        </p:nvSpPr>
        <p:spPr>
          <a:xfrm>
            <a:off x="1461440" y="1894637"/>
            <a:ext cx="83591" cy="667512"/>
          </a:xfrm>
          <a:prstGeom prst="rect">
            <a:avLst/>
          </a:prstGeom>
          <a:solidFill>
            <a:srgbClr val="242424"/>
          </a:solidFill>
          <a:ln>
            <a:noFill/>
          </a:ln>
        </p:spPr>
        <p:txBody>
          <a:bodyPr/>
          <a:lstStyle/>
          <a:p>
            <a:endParaRPr lang="uk-UA"/>
          </a:p>
        </p:txBody>
      </p:sp>
      <p:sp>
        <p:nvSpPr>
          <p:cNvPr id="34" name="shape34"/>
          <p:cNvSpPr/>
          <p:nvPr/>
        </p:nvSpPr>
        <p:spPr>
          <a:xfrm>
            <a:off x="1543202" y="1371600"/>
            <a:ext cx="83591" cy="263347"/>
          </a:xfrm>
          <a:prstGeom prst="rect">
            <a:avLst/>
          </a:prstGeom>
          <a:solidFill>
            <a:srgbClr val="F5F5F5"/>
          </a:solidFill>
          <a:ln>
            <a:noFill/>
          </a:ln>
        </p:spPr>
        <p:txBody>
          <a:bodyPr/>
          <a:lstStyle/>
          <a:p>
            <a:endParaRPr lang="uk-UA"/>
          </a:p>
        </p:txBody>
      </p:sp>
      <p:sp>
        <p:nvSpPr>
          <p:cNvPr id="35" name="shape35"/>
          <p:cNvSpPr/>
          <p:nvPr/>
        </p:nvSpPr>
        <p:spPr>
          <a:xfrm>
            <a:off x="1543202" y="1633118"/>
            <a:ext cx="83591" cy="263347"/>
          </a:xfrm>
          <a:prstGeom prst="rect">
            <a:avLst/>
          </a:prstGeom>
          <a:solidFill>
            <a:srgbClr val="CDCDCD"/>
          </a:solidFill>
          <a:ln>
            <a:noFill/>
          </a:ln>
        </p:spPr>
        <p:txBody>
          <a:bodyPr/>
          <a:lstStyle/>
          <a:p>
            <a:endParaRPr lang="uk-UA"/>
          </a:p>
        </p:txBody>
      </p:sp>
      <p:sp>
        <p:nvSpPr>
          <p:cNvPr id="36" name="shape36"/>
          <p:cNvSpPr/>
          <p:nvPr/>
        </p:nvSpPr>
        <p:spPr>
          <a:xfrm>
            <a:off x="1543202" y="1894637"/>
            <a:ext cx="83591" cy="667512"/>
          </a:xfrm>
          <a:prstGeom prst="rect">
            <a:avLst/>
          </a:prstGeom>
          <a:solidFill>
            <a:srgbClr val="262626"/>
          </a:solidFill>
          <a:ln>
            <a:noFill/>
          </a:ln>
        </p:spPr>
        <p:txBody>
          <a:bodyPr/>
          <a:lstStyle/>
          <a:p>
            <a:endParaRPr lang="uk-UA"/>
          </a:p>
        </p:txBody>
      </p:sp>
      <p:sp>
        <p:nvSpPr>
          <p:cNvPr id="37" name="shape37"/>
          <p:cNvSpPr/>
          <p:nvPr/>
        </p:nvSpPr>
        <p:spPr>
          <a:xfrm>
            <a:off x="1624965" y="1371600"/>
            <a:ext cx="83591" cy="263347"/>
          </a:xfrm>
          <a:prstGeom prst="rect">
            <a:avLst/>
          </a:prstGeom>
          <a:solidFill>
            <a:srgbClr val="F5F5F5"/>
          </a:solidFill>
          <a:ln>
            <a:noFill/>
          </a:ln>
        </p:spPr>
        <p:txBody>
          <a:bodyPr/>
          <a:lstStyle/>
          <a:p>
            <a:endParaRPr lang="uk-UA"/>
          </a:p>
        </p:txBody>
      </p:sp>
      <p:sp>
        <p:nvSpPr>
          <p:cNvPr id="38" name="shape38"/>
          <p:cNvSpPr/>
          <p:nvPr/>
        </p:nvSpPr>
        <p:spPr>
          <a:xfrm>
            <a:off x="1624965" y="1633118"/>
            <a:ext cx="83591" cy="263347"/>
          </a:xfrm>
          <a:prstGeom prst="rect">
            <a:avLst/>
          </a:prstGeom>
          <a:solidFill>
            <a:srgbClr val="DADADA"/>
          </a:solidFill>
          <a:ln>
            <a:noFill/>
          </a:ln>
        </p:spPr>
        <p:txBody>
          <a:bodyPr/>
          <a:lstStyle/>
          <a:p>
            <a:endParaRPr lang="uk-UA"/>
          </a:p>
        </p:txBody>
      </p:sp>
      <p:sp>
        <p:nvSpPr>
          <p:cNvPr id="39" name="shape39"/>
          <p:cNvSpPr/>
          <p:nvPr/>
        </p:nvSpPr>
        <p:spPr>
          <a:xfrm>
            <a:off x="1624965" y="1894637"/>
            <a:ext cx="83591" cy="667512"/>
          </a:xfrm>
          <a:prstGeom prst="rect">
            <a:avLst/>
          </a:prstGeom>
          <a:solidFill>
            <a:srgbClr val="515151"/>
          </a:solidFill>
          <a:ln>
            <a:noFill/>
          </a:ln>
        </p:spPr>
        <p:txBody>
          <a:bodyPr/>
          <a:lstStyle/>
          <a:p>
            <a:endParaRPr lang="uk-UA"/>
          </a:p>
        </p:txBody>
      </p:sp>
      <p:sp>
        <p:nvSpPr>
          <p:cNvPr id="40" name="shape40"/>
          <p:cNvSpPr/>
          <p:nvPr/>
        </p:nvSpPr>
        <p:spPr>
          <a:xfrm>
            <a:off x="1706728" y="1371600"/>
            <a:ext cx="83591" cy="263347"/>
          </a:xfrm>
          <a:prstGeom prst="rect">
            <a:avLst/>
          </a:prstGeom>
          <a:solidFill>
            <a:srgbClr val="F5F5F5"/>
          </a:solidFill>
          <a:ln>
            <a:noFill/>
          </a:ln>
        </p:spPr>
        <p:txBody>
          <a:bodyPr/>
          <a:lstStyle/>
          <a:p>
            <a:endParaRPr lang="uk-UA"/>
          </a:p>
        </p:txBody>
      </p:sp>
      <p:sp>
        <p:nvSpPr>
          <p:cNvPr id="41" name="shape41"/>
          <p:cNvSpPr/>
          <p:nvPr/>
        </p:nvSpPr>
        <p:spPr>
          <a:xfrm>
            <a:off x="1706728" y="1633118"/>
            <a:ext cx="83591" cy="263347"/>
          </a:xfrm>
          <a:prstGeom prst="rect">
            <a:avLst/>
          </a:prstGeom>
          <a:solidFill>
            <a:srgbClr val="A6A6A6"/>
          </a:solidFill>
          <a:ln>
            <a:noFill/>
          </a:ln>
        </p:spPr>
        <p:txBody>
          <a:bodyPr/>
          <a:lstStyle/>
          <a:p>
            <a:endParaRPr lang="uk-UA"/>
          </a:p>
        </p:txBody>
      </p:sp>
      <p:sp>
        <p:nvSpPr>
          <p:cNvPr id="42" name="shape42"/>
          <p:cNvSpPr/>
          <p:nvPr/>
        </p:nvSpPr>
        <p:spPr>
          <a:xfrm>
            <a:off x="1706728" y="1894637"/>
            <a:ext cx="83591" cy="667512"/>
          </a:xfrm>
          <a:prstGeom prst="rect">
            <a:avLst/>
          </a:prstGeom>
          <a:solidFill>
            <a:srgbClr val="515151"/>
          </a:solidFill>
          <a:ln>
            <a:noFill/>
          </a:ln>
        </p:spPr>
        <p:txBody>
          <a:bodyPr/>
          <a:lstStyle/>
          <a:p>
            <a:endParaRPr lang="uk-UA"/>
          </a:p>
        </p:txBody>
      </p:sp>
      <p:sp>
        <p:nvSpPr>
          <p:cNvPr id="43" name="shape43"/>
          <p:cNvSpPr/>
          <p:nvPr/>
        </p:nvSpPr>
        <p:spPr>
          <a:xfrm>
            <a:off x="1788490" y="1371600"/>
            <a:ext cx="83591" cy="263347"/>
          </a:xfrm>
          <a:prstGeom prst="rect">
            <a:avLst/>
          </a:prstGeom>
          <a:solidFill>
            <a:srgbClr val="EEEEEE"/>
          </a:solidFill>
          <a:ln>
            <a:noFill/>
          </a:ln>
        </p:spPr>
        <p:txBody>
          <a:bodyPr/>
          <a:lstStyle/>
          <a:p>
            <a:endParaRPr lang="uk-UA"/>
          </a:p>
        </p:txBody>
      </p:sp>
      <p:sp>
        <p:nvSpPr>
          <p:cNvPr id="44" name="shape44"/>
          <p:cNvSpPr/>
          <p:nvPr/>
        </p:nvSpPr>
        <p:spPr>
          <a:xfrm>
            <a:off x="1788490" y="1633118"/>
            <a:ext cx="83591" cy="263347"/>
          </a:xfrm>
          <a:prstGeom prst="rect">
            <a:avLst/>
          </a:prstGeom>
          <a:solidFill>
            <a:srgbClr val="C4C4C4"/>
          </a:solidFill>
          <a:ln>
            <a:noFill/>
          </a:ln>
        </p:spPr>
        <p:txBody>
          <a:bodyPr/>
          <a:lstStyle/>
          <a:p>
            <a:endParaRPr lang="uk-UA"/>
          </a:p>
        </p:txBody>
      </p:sp>
      <p:sp>
        <p:nvSpPr>
          <p:cNvPr id="45" name="shape45"/>
          <p:cNvSpPr/>
          <p:nvPr/>
        </p:nvSpPr>
        <p:spPr>
          <a:xfrm>
            <a:off x="1788490" y="1894637"/>
            <a:ext cx="83591" cy="667512"/>
          </a:xfrm>
          <a:prstGeom prst="rect">
            <a:avLst/>
          </a:prstGeom>
          <a:solidFill>
            <a:srgbClr val="161616"/>
          </a:solidFill>
          <a:ln>
            <a:noFill/>
          </a:ln>
        </p:spPr>
        <p:txBody>
          <a:bodyPr/>
          <a:lstStyle/>
          <a:p>
            <a:endParaRPr lang="uk-UA"/>
          </a:p>
        </p:txBody>
      </p:sp>
      <p:sp>
        <p:nvSpPr>
          <p:cNvPr id="46" name="shape46"/>
          <p:cNvSpPr/>
          <p:nvPr/>
        </p:nvSpPr>
        <p:spPr>
          <a:xfrm>
            <a:off x="1870253" y="1371600"/>
            <a:ext cx="83591" cy="263347"/>
          </a:xfrm>
          <a:prstGeom prst="rect">
            <a:avLst/>
          </a:prstGeom>
          <a:solidFill>
            <a:srgbClr val="DCDCDC"/>
          </a:solidFill>
          <a:ln>
            <a:noFill/>
          </a:ln>
        </p:spPr>
        <p:txBody>
          <a:bodyPr/>
          <a:lstStyle/>
          <a:p>
            <a:endParaRPr lang="uk-UA"/>
          </a:p>
        </p:txBody>
      </p:sp>
      <p:sp>
        <p:nvSpPr>
          <p:cNvPr id="47" name="shape47"/>
          <p:cNvSpPr/>
          <p:nvPr/>
        </p:nvSpPr>
        <p:spPr>
          <a:xfrm>
            <a:off x="1870253" y="1633118"/>
            <a:ext cx="83591" cy="263347"/>
          </a:xfrm>
          <a:prstGeom prst="rect">
            <a:avLst/>
          </a:prstGeom>
          <a:solidFill>
            <a:srgbClr val="8E8E8E"/>
          </a:solidFill>
          <a:ln>
            <a:noFill/>
          </a:ln>
        </p:spPr>
        <p:txBody>
          <a:bodyPr/>
          <a:lstStyle/>
          <a:p>
            <a:endParaRPr lang="uk-UA"/>
          </a:p>
        </p:txBody>
      </p:sp>
      <p:sp>
        <p:nvSpPr>
          <p:cNvPr id="48" name="shape48"/>
          <p:cNvSpPr/>
          <p:nvPr/>
        </p:nvSpPr>
        <p:spPr>
          <a:xfrm>
            <a:off x="1870253" y="1894637"/>
            <a:ext cx="83591" cy="667512"/>
          </a:xfrm>
          <a:prstGeom prst="rect">
            <a:avLst/>
          </a:prstGeom>
          <a:solidFill>
            <a:srgbClr val="515151"/>
          </a:solidFill>
          <a:ln>
            <a:noFill/>
          </a:ln>
        </p:spPr>
        <p:txBody>
          <a:bodyPr/>
          <a:lstStyle/>
          <a:p>
            <a:endParaRPr lang="uk-UA"/>
          </a:p>
        </p:txBody>
      </p:sp>
      <p:sp>
        <p:nvSpPr>
          <p:cNvPr id="49" name="shape49"/>
          <p:cNvSpPr/>
          <p:nvPr/>
        </p:nvSpPr>
        <p:spPr>
          <a:xfrm>
            <a:off x="1952015" y="1371600"/>
            <a:ext cx="83591" cy="263347"/>
          </a:xfrm>
          <a:prstGeom prst="rect">
            <a:avLst/>
          </a:prstGeom>
          <a:solidFill>
            <a:srgbClr val="4C4C4C"/>
          </a:solidFill>
          <a:ln>
            <a:noFill/>
          </a:ln>
        </p:spPr>
        <p:txBody>
          <a:bodyPr/>
          <a:lstStyle/>
          <a:p>
            <a:endParaRPr lang="uk-UA"/>
          </a:p>
        </p:txBody>
      </p:sp>
      <p:sp>
        <p:nvSpPr>
          <p:cNvPr id="50" name="shape50"/>
          <p:cNvSpPr/>
          <p:nvPr/>
        </p:nvSpPr>
        <p:spPr>
          <a:xfrm>
            <a:off x="1952015" y="1633118"/>
            <a:ext cx="83591" cy="263347"/>
          </a:xfrm>
          <a:prstGeom prst="rect">
            <a:avLst/>
          </a:prstGeom>
          <a:solidFill>
            <a:srgbClr val="515151"/>
          </a:solidFill>
          <a:ln>
            <a:noFill/>
          </a:ln>
        </p:spPr>
        <p:txBody>
          <a:bodyPr/>
          <a:lstStyle/>
          <a:p>
            <a:endParaRPr lang="uk-UA"/>
          </a:p>
        </p:txBody>
      </p:sp>
      <p:sp>
        <p:nvSpPr>
          <p:cNvPr id="51" name="shape51"/>
          <p:cNvSpPr/>
          <p:nvPr/>
        </p:nvSpPr>
        <p:spPr>
          <a:xfrm>
            <a:off x="1952015" y="1894637"/>
            <a:ext cx="83591" cy="667512"/>
          </a:xfrm>
          <a:prstGeom prst="rect">
            <a:avLst/>
          </a:prstGeom>
          <a:solidFill>
            <a:srgbClr val="4A4A4A"/>
          </a:solidFill>
          <a:ln>
            <a:noFill/>
          </a:ln>
        </p:spPr>
        <p:txBody>
          <a:bodyPr/>
          <a:lstStyle/>
          <a:p>
            <a:endParaRPr lang="uk-UA"/>
          </a:p>
        </p:txBody>
      </p:sp>
      <p:sp>
        <p:nvSpPr>
          <p:cNvPr id="52" name="shape52"/>
          <p:cNvSpPr/>
          <p:nvPr/>
        </p:nvSpPr>
        <p:spPr>
          <a:xfrm>
            <a:off x="2033778" y="1371600"/>
            <a:ext cx="83591" cy="263347"/>
          </a:xfrm>
          <a:prstGeom prst="rect">
            <a:avLst/>
          </a:prstGeom>
          <a:solidFill>
            <a:srgbClr val="141414"/>
          </a:solidFill>
          <a:ln>
            <a:noFill/>
          </a:ln>
        </p:spPr>
        <p:txBody>
          <a:bodyPr/>
          <a:lstStyle/>
          <a:p>
            <a:endParaRPr lang="uk-UA"/>
          </a:p>
        </p:txBody>
      </p:sp>
      <p:sp>
        <p:nvSpPr>
          <p:cNvPr id="53" name="shape53"/>
          <p:cNvSpPr/>
          <p:nvPr/>
        </p:nvSpPr>
        <p:spPr>
          <a:xfrm>
            <a:off x="2033778" y="1633118"/>
            <a:ext cx="83591" cy="263347"/>
          </a:xfrm>
          <a:prstGeom prst="rect">
            <a:avLst/>
          </a:prstGeom>
          <a:solidFill>
            <a:srgbClr val="141414"/>
          </a:solidFill>
          <a:ln>
            <a:noFill/>
          </a:ln>
        </p:spPr>
        <p:txBody>
          <a:bodyPr/>
          <a:lstStyle/>
          <a:p>
            <a:endParaRPr lang="uk-UA"/>
          </a:p>
        </p:txBody>
      </p:sp>
      <p:sp>
        <p:nvSpPr>
          <p:cNvPr id="54" name="shape54"/>
          <p:cNvSpPr/>
          <p:nvPr/>
        </p:nvSpPr>
        <p:spPr>
          <a:xfrm>
            <a:off x="2033778" y="1894637"/>
            <a:ext cx="83591" cy="667512"/>
          </a:xfrm>
          <a:prstGeom prst="rect">
            <a:avLst/>
          </a:prstGeom>
          <a:solidFill>
            <a:srgbClr val="343434"/>
          </a:solidFill>
          <a:ln>
            <a:noFill/>
          </a:ln>
        </p:spPr>
        <p:txBody>
          <a:bodyPr/>
          <a:lstStyle/>
          <a:p>
            <a:endParaRPr lang="uk-UA"/>
          </a:p>
        </p:txBody>
      </p:sp>
      <p:sp>
        <p:nvSpPr>
          <p:cNvPr id="55" name="shape55"/>
          <p:cNvSpPr/>
          <p:nvPr/>
        </p:nvSpPr>
        <p:spPr>
          <a:xfrm>
            <a:off x="2115541" y="1371600"/>
            <a:ext cx="83591" cy="263347"/>
          </a:xfrm>
          <a:prstGeom prst="rect">
            <a:avLst/>
          </a:prstGeom>
          <a:solidFill>
            <a:srgbClr val="141414"/>
          </a:solidFill>
          <a:ln>
            <a:noFill/>
          </a:ln>
        </p:spPr>
        <p:txBody>
          <a:bodyPr/>
          <a:lstStyle/>
          <a:p>
            <a:endParaRPr lang="uk-UA"/>
          </a:p>
        </p:txBody>
      </p:sp>
      <p:sp>
        <p:nvSpPr>
          <p:cNvPr id="56" name="shape56"/>
          <p:cNvSpPr/>
          <p:nvPr/>
        </p:nvSpPr>
        <p:spPr>
          <a:xfrm>
            <a:off x="2115541" y="1633118"/>
            <a:ext cx="83591" cy="263347"/>
          </a:xfrm>
          <a:prstGeom prst="rect">
            <a:avLst/>
          </a:prstGeom>
          <a:solidFill>
            <a:srgbClr val="141414"/>
          </a:solidFill>
          <a:ln>
            <a:noFill/>
          </a:ln>
        </p:spPr>
        <p:txBody>
          <a:bodyPr/>
          <a:lstStyle/>
          <a:p>
            <a:endParaRPr lang="uk-UA"/>
          </a:p>
        </p:txBody>
      </p:sp>
      <p:sp>
        <p:nvSpPr>
          <p:cNvPr id="57" name="shape57"/>
          <p:cNvSpPr/>
          <p:nvPr/>
        </p:nvSpPr>
        <p:spPr>
          <a:xfrm>
            <a:off x="2115541" y="1894637"/>
            <a:ext cx="83591" cy="667512"/>
          </a:xfrm>
          <a:prstGeom prst="rect">
            <a:avLst/>
          </a:prstGeom>
          <a:solidFill>
            <a:srgbClr val="5E5E5E"/>
          </a:solidFill>
          <a:ln>
            <a:noFill/>
          </a:ln>
        </p:spPr>
        <p:txBody>
          <a:bodyPr/>
          <a:lstStyle/>
          <a:p>
            <a:endParaRPr lang="uk-UA"/>
          </a:p>
        </p:txBody>
      </p:sp>
      <p:sp>
        <p:nvSpPr>
          <p:cNvPr id="58" name="shape58"/>
          <p:cNvSpPr/>
          <p:nvPr/>
        </p:nvSpPr>
        <p:spPr>
          <a:xfrm>
            <a:off x="2197303" y="1371600"/>
            <a:ext cx="83591" cy="263347"/>
          </a:xfrm>
          <a:prstGeom prst="rect">
            <a:avLst/>
          </a:prstGeom>
          <a:solidFill>
            <a:srgbClr val="141414"/>
          </a:solidFill>
          <a:ln>
            <a:noFill/>
          </a:ln>
        </p:spPr>
        <p:txBody>
          <a:bodyPr/>
          <a:lstStyle/>
          <a:p>
            <a:endParaRPr lang="uk-UA"/>
          </a:p>
        </p:txBody>
      </p:sp>
      <p:sp>
        <p:nvSpPr>
          <p:cNvPr id="59" name="shape59"/>
          <p:cNvSpPr/>
          <p:nvPr/>
        </p:nvSpPr>
        <p:spPr>
          <a:xfrm>
            <a:off x="2197303" y="1633118"/>
            <a:ext cx="83591" cy="263347"/>
          </a:xfrm>
          <a:prstGeom prst="rect">
            <a:avLst/>
          </a:prstGeom>
          <a:solidFill>
            <a:srgbClr val="1D1D1D"/>
          </a:solidFill>
          <a:ln>
            <a:noFill/>
          </a:ln>
        </p:spPr>
        <p:txBody>
          <a:bodyPr/>
          <a:lstStyle/>
          <a:p>
            <a:endParaRPr lang="uk-UA"/>
          </a:p>
        </p:txBody>
      </p:sp>
      <p:sp>
        <p:nvSpPr>
          <p:cNvPr id="60" name="shape60"/>
          <p:cNvSpPr/>
          <p:nvPr/>
        </p:nvSpPr>
        <p:spPr>
          <a:xfrm>
            <a:off x="2197303" y="1894637"/>
            <a:ext cx="83591" cy="667512"/>
          </a:xfrm>
          <a:prstGeom prst="rect">
            <a:avLst/>
          </a:prstGeom>
          <a:solidFill>
            <a:srgbClr val="7C7C7C"/>
          </a:solidFill>
          <a:ln>
            <a:noFill/>
          </a:ln>
        </p:spPr>
        <p:txBody>
          <a:bodyPr/>
          <a:lstStyle/>
          <a:p>
            <a:endParaRPr lang="uk-UA"/>
          </a:p>
        </p:txBody>
      </p:sp>
      <p:sp>
        <p:nvSpPr>
          <p:cNvPr id="61" name="shape61"/>
          <p:cNvSpPr/>
          <p:nvPr/>
        </p:nvSpPr>
        <p:spPr>
          <a:xfrm>
            <a:off x="2279066" y="1371600"/>
            <a:ext cx="83591" cy="263347"/>
          </a:xfrm>
          <a:prstGeom prst="rect">
            <a:avLst/>
          </a:prstGeom>
          <a:solidFill>
            <a:srgbClr val="141414"/>
          </a:solidFill>
          <a:ln>
            <a:noFill/>
          </a:ln>
        </p:spPr>
        <p:txBody>
          <a:bodyPr/>
          <a:lstStyle/>
          <a:p>
            <a:endParaRPr lang="uk-UA"/>
          </a:p>
        </p:txBody>
      </p:sp>
      <p:sp>
        <p:nvSpPr>
          <p:cNvPr id="62" name="shape62"/>
          <p:cNvSpPr/>
          <p:nvPr/>
        </p:nvSpPr>
        <p:spPr>
          <a:xfrm>
            <a:off x="2279066" y="1633118"/>
            <a:ext cx="83591" cy="263347"/>
          </a:xfrm>
          <a:prstGeom prst="rect">
            <a:avLst/>
          </a:prstGeom>
          <a:solidFill>
            <a:srgbClr val="141414"/>
          </a:solidFill>
          <a:ln>
            <a:noFill/>
          </a:ln>
        </p:spPr>
        <p:txBody>
          <a:bodyPr/>
          <a:lstStyle/>
          <a:p>
            <a:endParaRPr lang="uk-UA"/>
          </a:p>
        </p:txBody>
      </p:sp>
      <p:sp>
        <p:nvSpPr>
          <p:cNvPr id="63" name="shape63"/>
          <p:cNvSpPr/>
          <p:nvPr/>
        </p:nvSpPr>
        <p:spPr>
          <a:xfrm>
            <a:off x="2279066" y="1894637"/>
            <a:ext cx="83591" cy="667512"/>
          </a:xfrm>
          <a:prstGeom prst="rect">
            <a:avLst/>
          </a:prstGeom>
          <a:solidFill>
            <a:srgbClr val="737373"/>
          </a:solidFill>
          <a:ln>
            <a:noFill/>
          </a:ln>
        </p:spPr>
        <p:txBody>
          <a:bodyPr/>
          <a:lstStyle/>
          <a:p>
            <a:endParaRPr lang="uk-UA"/>
          </a:p>
        </p:txBody>
      </p:sp>
      <p:sp>
        <p:nvSpPr>
          <p:cNvPr id="64" name="shape64"/>
          <p:cNvSpPr/>
          <p:nvPr/>
        </p:nvSpPr>
        <p:spPr>
          <a:xfrm>
            <a:off x="2360828" y="1371600"/>
            <a:ext cx="83591" cy="263347"/>
          </a:xfrm>
          <a:prstGeom prst="rect">
            <a:avLst/>
          </a:prstGeom>
          <a:solidFill>
            <a:srgbClr val="141414"/>
          </a:solidFill>
          <a:ln>
            <a:noFill/>
          </a:ln>
        </p:spPr>
        <p:txBody>
          <a:bodyPr/>
          <a:lstStyle/>
          <a:p>
            <a:endParaRPr lang="uk-UA"/>
          </a:p>
        </p:txBody>
      </p:sp>
      <p:sp>
        <p:nvSpPr>
          <p:cNvPr id="65" name="shape65"/>
          <p:cNvSpPr/>
          <p:nvPr/>
        </p:nvSpPr>
        <p:spPr>
          <a:xfrm>
            <a:off x="2360828" y="1633118"/>
            <a:ext cx="83591" cy="263347"/>
          </a:xfrm>
          <a:prstGeom prst="rect">
            <a:avLst/>
          </a:prstGeom>
          <a:solidFill>
            <a:srgbClr val="141414"/>
          </a:solidFill>
          <a:ln>
            <a:noFill/>
          </a:ln>
        </p:spPr>
        <p:txBody>
          <a:bodyPr/>
          <a:lstStyle/>
          <a:p>
            <a:endParaRPr lang="uk-UA"/>
          </a:p>
        </p:txBody>
      </p:sp>
      <p:sp>
        <p:nvSpPr>
          <p:cNvPr id="66" name="shape66"/>
          <p:cNvSpPr/>
          <p:nvPr/>
        </p:nvSpPr>
        <p:spPr>
          <a:xfrm>
            <a:off x="2360828" y="1894637"/>
            <a:ext cx="83591" cy="667512"/>
          </a:xfrm>
          <a:prstGeom prst="rect">
            <a:avLst/>
          </a:prstGeom>
          <a:solidFill>
            <a:srgbClr val="C6C6C6"/>
          </a:solidFill>
          <a:ln>
            <a:noFill/>
          </a:ln>
        </p:spPr>
        <p:txBody>
          <a:bodyPr/>
          <a:lstStyle/>
          <a:p>
            <a:endParaRPr lang="uk-UA"/>
          </a:p>
        </p:txBody>
      </p:sp>
      <p:sp>
        <p:nvSpPr>
          <p:cNvPr id="67" name="shape67"/>
          <p:cNvSpPr/>
          <p:nvPr/>
        </p:nvSpPr>
        <p:spPr>
          <a:xfrm>
            <a:off x="2442591" y="1371600"/>
            <a:ext cx="83591" cy="263347"/>
          </a:xfrm>
          <a:prstGeom prst="rect">
            <a:avLst/>
          </a:prstGeom>
          <a:solidFill>
            <a:srgbClr val="141414"/>
          </a:solidFill>
          <a:ln>
            <a:noFill/>
          </a:ln>
        </p:spPr>
        <p:txBody>
          <a:bodyPr/>
          <a:lstStyle/>
          <a:p>
            <a:endParaRPr lang="uk-UA"/>
          </a:p>
        </p:txBody>
      </p:sp>
      <p:sp>
        <p:nvSpPr>
          <p:cNvPr id="68" name="shape68"/>
          <p:cNvSpPr/>
          <p:nvPr/>
        </p:nvSpPr>
        <p:spPr>
          <a:xfrm>
            <a:off x="2442591" y="1633118"/>
            <a:ext cx="83591" cy="263347"/>
          </a:xfrm>
          <a:prstGeom prst="rect">
            <a:avLst/>
          </a:prstGeom>
          <a:solidFill>
            <a:srgbClr val="141414"/>
          </a:solidFill>
          <a:ln>
            <a:noFill/>
          </a:ln>
        </p:spPr>
        <p:txBody>
          <a:bodyPr/>
          <a:lstStyle/>
          <a:p>
            <a:endParaRPr lang="uk-UA"/>
          </a:p>
        </p:txBody>
      </p:sp>
      <p:sp>
        <p:nvSpPr>
          <p:cNvPr id="69" name="shape69"/>
          <p:cNvSpPr/>
          <p:nvPr/>
        </p:nvSpPr>
        <p:spPr>
          <a:xfrm>
            <a:off x="2442591" y="1894637"/>
            <a:ext cx="83591" cy="667512"/>
          </a:xfrm>
          <a:prstGeom prst="rect">
            <a:avLst/>
          </a:prstGeom>
          <a:solidFill>
            <a:srgbClr val="F3F3F3"/>
          </a:solidFill>
          <a:ln>
            <a:noFill/>
          </a:ln>
        </p:spPr>
        <p:txBody>
          <a:bodyPr/>
          <a:lstStyle/>
          <a:p>
            <a:endParaRPr lang="uk-UA"/>
          </a:p>
        </p:txBody>
      </p:sp>
      <p:sp>
        <p:nvSpPr>
          <p:cNvPr id="70" name="shape70"/>
          <p:cNvSpPr/>
          <p:nvPr/>
        </p:nvSpPr>
        <p:spPr>
          <a:xfrm>
            <a:off x="2524354" y="1371600"/>
            <a:ext cx="83591" cy="263347"/>
          </a:xfrm>
          <a:prstGeom prst="rect">
            <a:avLst/>
          </a:prstGeom>
          <a:solidFill>
            <a:srgbClr val="141414"/>
          </a:solidFill>
          <a:ln>
            <a:noFill/>
          </a:ln>
        </p:spPr>
        <p:txBody>
          <a:bodyPr/>
          <a:lstStyle/>
          <a:p>
            <a:endParaRPr lang="uk-UA"/>
          </a:p>
        </p:txBody>
      </p:sp>
      <p:sp>
        <p:nvSpPr>
          <p:cNvPr id="71" name="shape71"/>
          <p:cNvSpPr/>
          <p:nvPr/>
        </p:nvSpPr>
        <p:spPr>
          <a:xfrm>
            <a:off x="2524354" y="1633118"/>
            <a:ext cx="83591" cy="263347"/>
          </a:xfrm>
          <a:prstGeom prst="rect">
            <a:avLst/>
          </a:prstGeom>
          <a:solidFill>
            <a:srgbClr val="191919"/>
          </a:solidFill>
          <a:ln>
            <a:noFill/>
          </a:ln>
        </p:spPr>
        <p:txBody>
          <a:bodyPr/>
          <a:lstStyle/>
          <a:p>
            <a:endParaRPr lang="uk-UA"/>
          </a:p>
        </p:txBody>
      </p:sp>
      <p:sp>
        <p:nvSpPr>
          <p:cNvPr id="72" name="shape72"/>
          <p:cNvSpPr/>
          <p:nvPr/>
        </p:nvSpPr>
        <p:spPr>
          <a:xfrm>
            <a:off x="2524354" y="1894637"/>
            <a:ext cx="83591" cy="667512"/>
          </a:xfrm>
          <a:prstGeom prst="rect">
            <a:avLst/>
          </a:prstGeom>
          <a:solidFill>
            <a:srgbClr val="A6A6A6"/>
          </a:solidFill>
          <a:ln>
            <a:noFill/>
          </a:ln>
        </p:spPr>
        <p:txBody>
          <a:bodyPr/>
          <a:lstStyle/>
          <a:p>
            <a:endParaRPr lang="uk-UA"/>
          </a:p>
        </p:txBody>
      </p:sp>
      <p:sp>
        <p:nvSpPr>
          <p:cNvPr id="73" name="shape73"/>
          <p:cNvSpPr/>
          <p:nvPr/>
        </p:nvSpPr>
        <p:spPr>
          <a:xfrm>
            <a:off x="2606116" y="1371600"/>
            <a:ext cx="83591" cy="263347"/>
          </a:xfrm>
          <a:prstGeom prst="rect">
            <a:avLst/>
          </a:prstGeom>
          <a:solidFill>
            <a:srgbClr val="141414"/>
          </a:solidFill>
          <a:ln>
            <a:noFill/>
          </a:ln>
        </p:spPr>
        <p:txBody>
          <a:bodyPr/>
          <a:lstStyle/>
          <a:p>
            <a:endParaRPr lang="uk-UA"/>
          </a:p>
        </p:txBody>
      </p:sp>
      <p:sp>
        <p:nvSpPr>
          <p:cNvPr id="74" name="shape74"/>
          <p:cNvSpPr/>
          <p:nvPr/>
        </p:nvSpPr>
        <p:spPr>
          <a:xfrm>
            <a:off x="2606116" y="1633118"/>
            <a:ext cx="83591" cy="263347"/>
          </a:xfrm>
          <a:prstGeom prst="rect">
            <a:avLst/>
          </a:prstGeom>
          <a:solidFill>
            <a:srgbClr val="999999"/>
          </a:solidFill>
          <a:ln>
            <a:noFill/>
          </a:ln>
        </p:spPr>
        <p:txBody>
          <a:bodyPr/>
          <a:lstStyle/>
          <a:p>
            <a:endParaRPr lang="uk-UA"/>
          </a:p>
        </p:txBody>
      </p:sp>
      <p:sp>
        <p:nvSpPr>
          <p:cNvPr id="75" name="shape75"/>
          <p:cNvSpPr/>
          <p:nvPr/>
        </p:nvSpPr>
        <p:spPr>
          <a:xfrm>
            <a:off x="2606116" y="1894637"/>
            <a:ext cx="83591" cy="667512"/>
          </a:xfrm>
          <a:prstGeom prst="rect">
            <a:avLst/>
          </a:prstGeom>
          <a:solidFill>
            <a:srgbClr val="808080"/>
          </a:solidFill>
          <a:ln>
            <a:noFill/>
          </a:ln>
        </p:spPr>
        <p:txBody>
          <a:bodyPr/>
          <a:lstStyle/>
          <a:p>
            <a:endParaRPr lang="uk-UA"/>
          </a:p>
        </p:txBody>
      </p:sp>
      <p:sp>
        <p:nvSpPr>
          <p:cNvPr id="76" name="shape76"/>
          <p:cNvSpPr/>
          <p:nvPr/>
        </p:nvSpPr>
        <p:spPr>
          <a:xfrm>
            <a:off x="2687879" y="1371600"/>
            <a:ext cx="83591" cy="263347"/>
          </a:xfrm>
          <a:prstGeom prst="rect">
            <a:avLst/>
          </a:prstGeom>
          <a:solidFill>
            <a:srgbClr val="141414"/>
          </a:solidFill>
          <a:ln>
            <a:noFill/>
          </a:ln>
        </p:spPr>
        <p:txBody>
          <a:bodyPr/>
          <a:lstStyle/>
          <a:p>
            <a:endParaRPr lang="uk-UA"/>
          </a:p>
        </p:txBody>
      </p:sp>
      <p:sp>
        <p:nvSpPr>
          <p:cNvPr id="77" name="shape77"/>
          <p:cNvSpPr/>
          <p:nvPr/>
        </p:nvSpPr>
        <p:spPr>
          <a:xfrm>
            <a:off x="2687879" y="1633118"/>
            <a:ext cx="83591" cy="263347"/>
          </a:xfrm>
          <a:prstGeom prst="rect">
            <a:avLst/>
          </a:prstGeom>
          <a:solidFill>
            <a:srgbClr val="878787"/>
          </a:solidFill>
          <a:ln>
            <a:noFill/>
          </a:ln>
        </p:spPr>
        <p:txBody>
          <a:bodyPr/>
          <a:lstStyle/>
          <a:p>
            <a:endParaRPr lang="uk-UA"/>
          </a:p>
        </p:txBody>
      </p:sp>
      <p:sp>
        <p:nvSpPr>
          <p:cNvPr id="78" name="shape78"/>
          <p:cNvSpPr/>
          <p:nvPr/>
        </p:nvSpPr>
        <p:spPr>
          <a:xfrm>
            <a:off x="2687879" y="1894637"/>
            <a:ext cx="83591" cy="667512"/>
          </a:xfrm>
          <a:prstGeom prst="rect">
            <a:avLst/>
          </a:prstGeom>
          <a:solidFill>
            <a:srgbClr val="7C7C7C"/>
          </a:solidFill>
          <a:ln>
            <a:noFill/>
          </a:ln>
        </p:spPr>
        <p:txBody>
          <a:bodyPr/>
          <a:lstStyle/>
          <a:p>
            <a:endParaRPr lang="uk-UA"/>
          </a:p>
        </p:txBody>
      </p:sp>
      <p:sp>
        <p:nvSpPr>
          <p:cNvPr id="79" name="shape79"/>
          <p:cNvSpPr/>
          <p:nvPr/>
        </p:nvSpPr>
        <p:spPr>
          <a:xfrm>
            <a:off x="2769641" y="1371600"/>
            <a:ext cx="83591" cy="263347"/>
          </a:xfrm>
          <a:prstGeom prst="rect">
            <a:avLst/>
          </a:prstGeom>
          <a:solidFill>
            <a:srgbClr val="141414"/>
          </a:solidFill>
          <a:ln>
            <a:noFill/>
          </a:ln>
        </p:spPr>
        <p:txBody>
          <a:bodyPr/>
          <a:lstStyle/>
          <a:p>
            <a:endParaRPr lang="uk-UA"/>
          </a:p>
        </p:txBody>
      </p:sp>
      <p:sp>
        <p:nvSpPr>
          <p:cNvPr id="80" name="shape80"/>
          <p:cNvSpPr/>
          <p:nvPr/>
        </p:nvSpPr>
        <p:spPr>
          <a:xfrm>
            <a:off x="2769641" y="1633118"/>
            <a:ext cx="83591" cy="263347"/>
          </a:xfrm>
          <a:prstGeom prst="rect">
            <a:avLst/>
          </a:prstGeom>
          <a:solidFill>
            <a:srgbClr val="2D2D2D"/>
          </a:solidFill>
          <a:ln>
            <a:noFill/>
          </a:ln>
        </p:spPr>
        <p:txBody>
          <a:bodyPr/>
          <a:lstStyle/>
          <a:p>
            <a:endParaRPr lang="uk-UA"/>
          </a:p>
        </p:txBody>
      </p:sp>
      <p:sp>
        <p:nvSpPr>
          <p:cNvPr id="81" name="shape81"/>
          <p:cNvSpPr/>
          <p:nvPr/>
        </p:nvSpPr>
        <p:spPr>
          <a:xfrm>
            <a:off x="2769641" y="1894637"/>
            <a:ext cx="83591" cy="667512"/>
          </a:xfrm>
          <a:prstGeom prst="rect">
            <a:avLst/>
          </a:prstGeom>
          <a:solidFill>
            <a:srgbClr val="656565"/>
          </a:solidFill>
          <a:ln>
            <a:noFill/>
          </a:ln>
        </p:spPr>
        <p:txBody>
          <a:bodyPr/>
          <a:lstStyle/>
          <a:p>
            <a:endParaRPr lang="uk-UA"/>
          </a:p>
        </p:txBody>
      </p:sp>
      <p:sp>
        <p:nvSpPr>
          <p:cNvPr id="82" name="shape82"/>
          <p:cNvSpPr/>
          <p:nvPr/>
        </p:nvSpPr>
        <p:spPr>
          <a:xfrm>
            <a:off x="2851404" y="1371600"/>
            <a:ext cx="83591" cy="263347"/>
          </a:xfrm>
          <a:prstGeom prst="rect">
            <a:avLst/>
          </a:prstGeom>
          <a:solidFill>
            <a:srgbClr val="141414"/>
          </a:solidFill>
          <a:ln>
            <a:noFill/>
          </a:ln>
        </p:spPr>
        <p:txBody>
          <a:bodyPr/>
          <a:lstStyle/>
          <a:p>
            <a:endParaRPr lang="uk-UA"/>
          </a:p>
        </p:txBody>
      </p:sp>
      <p:sp>
        <p:nvSpPr>
          <p:cNvPr id="83" name="shape83"/>
          <p:cNvSpPr/>
          <p:nvPr/>
        </p:nvSpPr>
        <p:spPr>
          <a:xfrm>
            <a:off x="2851404" y="1633118"/>
            <a:ext cx="83591" cy="263347"/>
          </a:xfrm>
          <a:prstGeom prst="rect">
            <a:avLst/>
          </a:prstGeom>
          <a:solidFill>
            <a:srgbClr val="828282"/>
          </a:solidFill>
          <a:ln>
            <a:noFill/>
          </a:ln>
        </p:spPr>
        <p:txBody>
          <a:bodyPr/>
          <a:lstStyle/>
          <a:p>
            <a:endParaRPr lang="uk-UA"/>
          </a:p>
        </p:txBody>
      </p:sp>
      <p:sp>
        <p:nvSpPr>
          <p:cNvPr id="84" name="shape84"/>
          <p:cNvSpPr/>
          <p:nvPr/>
        </p:nvSpPr>
        <p:spPr>
          <a:xfrm>
            <a:off x="2851404" y="1894637"/>
            <a:ext cx="83591" cy="667512"/>
          </a:xfrm>
          <a:prstGeom prst="rect">
            <a:avLst/>
          </a:prstGeom>
          <a:solidFill>
            <a:srgbClr val="737373"/>
          </a:solidFill>
          <a:ln>
            <a:noFill/>
          </a:ln>
        </p:spPr>
        <p:txBody>
          <a:bodyPr/>
          <a:lstStyle/>
          <a:p>
            <a:endParaRPr lang="uk-UA"/>
          </a:p>
        </p:txBody>
      </p:sp>
      <p:sp>
        <p:nvSpPr>
          <p:cNvPr id="85" name="shape85"/>
          <p:cNvSpPr/>
          <p:nvPr/>
        </p:nvSpPr>
        <p:spPr>
          <a:xfrm>
            <a:off x="2933167" y="1371600"/>
            <a:ext cx="83591" cy="263347"/>
          </a:xfrm>
          <a:prstGeom prst="rect">
            <a:avLst/>
          </a:prstGeom>
          <a:solidFill>
            <a:srgbClr val="141414"/>
          </a:solidFill>
          <a:ln>
            <a:noFill/>
          </a:ln>
        </p:spPr>
        <p:txBody>
          <a:bodyPr/>
          <a:lstStyle/>
          <a:p>
            <a:endParaRPr lang="uk-UA"/>
          </a:p>
        </p:txBody>
      </p:sp>
      <p:sp>
        <p:nvSpPr>
          <p:cNvPr id="86" name="shape86"/>
          <p:cNvSpPr/>
          <p:nvPr/>
        </p:nvSpPr>
        <p:spPr>
          <a:xfrm>
            <a:off x="2933167" y="1633118"/>
            <a:ext cx="83591" cy="263347"/>
          </a:xfrm>
          <a:prstGeom prst="rect">
            <a:avLst/>
          </a:prstGeom>
          <a:solidFill>
            <a:srgbClr val="191919"/>
          </a:solidFill>
          <a:ln>
            <a:noFill/>
          </a:ln>
        </p:spPr>
        <p:txBody>
          <a:bodyPr/>
          <a:lstStyle/>
          <a:p>
            <a:endParaRPr lang="uk-UA"/>
          </a:p>
        </p:txBody>
      </p:sp>
      <p:sp>
        <p:nvSpPr>
          <p:cNvPr id="87" name="shape87"/>
          <p:cNvSpPr/>
          <p:nvPr/>
        </p:nvSpPr>
        <p:spPr>
          <a:xfrm>
            <a:off x="2933167" y="1894637"/>
            <a:ext cx="83591" cy="667512"/>
          </a:xfrm>
          <a:prstGeom prst="rect">
            <a:avLst/>
          </a:prstGeom>
          <a:solidFill>
            <a:srgbClr val="4F4F4F"/>
          </a:solidFill>
          <a:ln>
            <a:noFill/>
          </a:ln>
        </p:spPr>
        <p:txBody>
          <a:bodyPr/>
          <a:lstStyle/>
          <a:p>
            <a:endParaRPr lang="uk-UA"/>
          </a:p>
        </p:txBody>
      </p:sp>
      <p:sp>
        <p:nvSpPr>
          <p:cNvPr id="88" name="shape88"/>
          <p:cNvSpPr/>
          <p:nvPr/>
        </p:nvSpPr>
        <p:spPr>
          <a:xfrm>
            <a:off x="3014929" y="1371600"/>
            <a:ext cx="83591" cy="263347"/>
          </a:xfrm>
          <a:prstGeom prst="rect">
            <a:avLst/>
          </a:prstGeom>
          <a:solidFill>
            <a:srgbClr val="141414"/>
          </a:solidFill>
          <a:ln>
            <a:noFill/>
          </a:ln>
        </p:spPr>
        <p:txBody>
          <a:bodyPr/>
          <a:lstStyle/>
          <a:p>
            <a:endParaRPr lang="uk-UA"/>
          </a:p>
        </p:txBody>
      </p:sp>
      <p:sp>
        <p:nvSpPr>
          <p:cNvPr id="89" name="shape89"/>
          <p:cNvSpPr/>
          <p:nvPr/>
        </p:nvSpPr>
        <p:spPr>
          <a:xfrm>
            <a:off x="3014929" y="1633118"/>
            <a:ext cx="83591" cy="263347"/>
          </a:xfrm>
          <a:prstGeom prst="rect">
            <a:avLst/>
          </a:prstGeom>
          <a:solidFill>
            <a:srgbClr val="1D1D1D"/>
          </a:solidFill>
          <a:ln>
            <a:noFill/>
          </a:ln>
        </p:spPr>
        <p:txBody>
          <a:bodyPr/>
          <a:lstStyle/>
          <a:p>
            <a:endParaRPr lang="uk-UA"/>
          </a:p>
        </p:txBody>
      </p:sp>
      <p:sp>
        <p:nvSpPr>
          <p:cNvPr id="90" name="shape90"/>
          <p:cNvSpPr/>
          <p:nvPr/>
        </p:nvSpPr>
        <p:spPr>
          <a:xfrm>
            <a:off x="3014929" y="1894637"/>
            <a:ext cx="83591" cy="667512"/>
          </a:xfrm>
          <a:prstGeom prst="rect">
            <a:avLst/>
          </a:prstGeom>
          <a:solidFill>
            <a:srgbClr val="616161"/>
          </a:solidFill>
          <a:ln>
            <a:noFill/>
          </a:ln>
        </p:spPr>
        <p:txBody>
          <a:bodyPr/>
          <a:lstStyle/>
          <a:p>
            <a:endParaRPr lang="uk-UA"/>
          </a:p>
        </p:txBody>
      </p:sp>
      <p:sp>
        <p:nvSpPr>
          <p:cNvPr id="91" name="shape91"/>
          <p:cNvSpPr/>
          <p:nvPr/>
        </p:nvSpPr>
        <p:spPr>
          <a:xfrm>
            <a:off x="3096692" y="1371600"/>
            <a:ext cx="83591" cy="263347"/>
          </a:xfrm>
          <a:prstGeom prst="rect">
            <a:avLst/>
          </a:prstGeom>
          <a:solidFill>
            <a:srgbClr val="141414"/>
          </a:solidFill>
          <a:ln>
            <a:noFill/>
          </a:ln>
        </p:spPr>
        <p:txBody>
          <a:bodyPr/>
          <a:lstStyle/>
          <a:p>
            <a:endParaRPr lang="uk-UA"/>
          </a:p>
        </p:txBody>
      </p:sp>
      <p:sp>
        <p:nvSpPr>
          <p:cNvPr id="92" name="shape92"/>
          <p:cNvSpPr/>
          <p:nvPr/>
        </p:nvSpPr>
        <p:spPr>
          <a:xfrm>
            <a:off x="3096692" y="1633118"/>
            <a:ext cx="83591" cy="263347"/>
          </a:xfrm>
          <a:prstGeom prst="rect">
            <a:avLst/>
          </a:prstGeom>
          <a:solidFill>
            <a:srgbClr val="191919"/>
          </a:solidFill>
          <a:ln>
            <a:noFill/>
          </a:ln>
        </p:spPr>
        <p:txBody>
          <a:bodyPr/>
          <a:lstStyle/>
          <a:p>
            <a:endParaRPr lang="uk-UA"/>
          </a:p>
        </p:txBody>
      </p:sp>
      <p:sp>
        <p:nvSpPr>
          <p:cNvPr id="93" name="shape93"/>
          <p:cNvSpPr/>
          <p:nvPr/>
        </p:nvSpPr>
        <p:spPr>
          <a:xfrm>
            <a:off x="3096692" y="1894637"/>
            <a:ext cx="83591" cy="667512"/>
          </a:xfrm>
          <a:prstGeom prst="rect">
            <a:avLst/>
          </a:prstGeom>
          <a:solidFill>
            <a:srgbClr val="1B1B1B"/>
          </a:solidFill>
          <a:ln>
            <a:noFill/>
          </a:ln>
        </p:spPr>
        <p:txBody>
          <a:bodyPr/>
          <a:lstStyle/>
          <a:p>
            <a:endParaRPr lang="uk-UA"/>
          </a:p>
        </p:txBody>
      </p:sp>
      <p:sp>
        <p:nvSpPr>
          <p:cNvPr id="94" name="shape94"/>
          <p:cNvSpPr/>
          <p:nvPr/>
        </p:nvSpPr>
        <p:spPr>
          <a:xfrm>
            <a:off x="3178454" y="1371600"/>
            <a:ext cx="83591" cy="263347"/>
          </a:xfrm>
          <a:prstGeom prst="rect">
            <a:avLst/>
          </a:prstGeom>
          <a:solidFill>
            <a:srgbClr val="141414"/>
          </a:solidFill>
          <a:ln>
            <a:noFill/>
          </a:ln>
        </p:spPr>
        <p:txBody>
          <a:bodyPr/>
          <a:lstStyle/>
          <a:p>
            <a:endParaRPr lang="uk-UA"/>
          </a:p>
        </p:txBody>
      </p:sp>
      <p:sp>
        <p:nvSpPr>
          <p:cNvPr id="95" name="shape95"/>
          <p:cNvSpPr/>
          <p:nvPr/>
        </p:nvSpPr>
        <p:spPr>
          <a:xfrm>
            <a:off x="3178454" y="1633118"/>
            <a:ext cx="83591" cy="263347"/>
          </a:xfrm>
          <a:prstGeom prst="rect">
            <a:avLst/>
          </a:prstGeom>
          <a:solidFill>
            <a:srgbClr val="6A6A6A"/>
          </a:solidFill>
          <a:ln>
            <a:noFill/>
          </a:ln>
        </p:spPr>
        <p:txBody>
          <a:bodyPr/>
          <a:lstStyle/>
          <a:p>
            <a:endParaRPr lang="uk-UA"/>
          </a:p>
        </p:txBody>
      </p:sp>
      <p:sp>
        <p:nvSpPr>
          <p:cNvPr id="96" name="shape96"/>
          <p:cNvSpPr/>
          <p:nvPr/>
        </p:nvSpPr>
        <p:spPr>
          <a:xfrm>
            <a:off x="3178454" y="1894637"/>
            <a:ext cx="83591" cy="667512"/>
          </a:xfrm>
          <a:prstGeom prst="rect">
            <a:avLst/>
          </a:prstGeom>
          <a:solidFill>
            <a:srgbClr val="141414"/>
          </a:solidFill>
          <a:ln>
            <a:noFill/>
          </a:ln>
        </p:spPr>
        <p:txBody>
          <a:bodyPr/>
          <a:lstStyle/>
          <a:p>
            <a:endParaRPr lang="uk-UA"/>
          </a:p>
        </p:txBody>
      </p:sp>
      <p:sp>
        <p:nvSpPr>
          <p:cNvPr id="97" name="shape97"/>
          <p:cNvSpPr/>
          <p:nvPr/>
        </p:nvSpPr>
        <p:spPr>
          <a:xfrm>
            <a:off x="3260217" y="1371600"/>
            <a:ext cx="83591" cy="263347"/>
          </a:xfrm>
          <a:prstGeom prst="rect">
            <a:avLst/>
          </a:prstGeom>
          <a:solidFill>
            <a:srgbClr val="141414"/>
          </a:solidFill>
          <a:ln>
            <a:noFill/>
          </a:ln>
        </p:spPr>
        <p:txBody>
          <a:bodyPr/>
          <a:lstStyle/>
          <a:p>
            <a:endParaRPr lang="uk-UA"/>
          </a:p>
        </p:txBody>
      </p:sp>
      <p:sp>
        <p:nvSpPr>
          <p:cNvPr id="98" name="shape98"/>
          <p:cNvSpPr/>
          <p:nvPr/>
        </p:nvSpPr>
        <p:spPr>
          <a:xfrm>
            <a:off x="3260217" y="1633118"/>
            <a:ext cx="83591" cy="263347"/>
          </a:xfrm>
          <a:prstGeom prst="rect">
            <a:avLst/>
          </a:prstGeom>
          <a:solidFill>
            <a:srgbClr val="636363"/>
          </a:solidFill>
          <a:ln>
            <a:noFill/>
          </a:ln>
        </p:spPr>
        <p:txBody>
          <a:bodyPr/>
          <a:lstStyle/>
          <a:p>
            <a:endParaRPr lang="uk-UA"/>
          </a:p>
        </p:txBody>
      </p:sp>
      <p:sp>
        <p:nvSpPr>
          <p:cNvPr id="99" name="shape99"/>
          <p:cNvSpPr/>
          <p:nvPr/>
        </p:nvSpPr>
        <p:spPr>
          <a:xfrm>
            <a:off x="3260217" y="1894637"/>
            <a:ext cx="83591" cy="667512"/>
          </a:xfrm>
          <a:prstGeom prst="rect">
            <a:avLst/>
          </a:prstGeom>
          <a:solidFill>
            <a:srgbClr val="161616"/>
          </a:solidFill>
          <a:ln>
            <a:noFill/>
          </a:ln>
        </p:spPr>
        <p:txBody>
          <a:bodyPr/>
          <a:lstStyle/>
          <a:p>
            <a:endParaRPr lang="uk-UA"/>
          </a:p>
        </p:txBody>
      </p:sp>
      <p:sp>
        <p:nvSpPr>
          <p:cNvPr id="100" name="shape100"/>
          <p:cNvSpPr/>
          <p:nvPr/>
        </p:nvSpPr>
        <p:spPr>
          <a:xfrm>
            <a:off x="3341980" y="1371600"/>
            <a:ext cx="83591" cy="263347"/>
          </a:xfrm>
          <a:prstGeom prst="rect">
            <a:avLst/>
          </a:prstGeom>
          <a:solidFill>
            <a:srgbClr val="191919"/>
          </a:solidFill>
          <a:ln>
            <a:noFill/>
          </a:ln>
        </p:spPr>
        <p:txBody>
          <a:bodyPr/>
          <a:lstStyle/>
          <a:p>
            <a:endParaRPr lang="uk-UA"/>
          </a:p>
        </p:txBody>
      </p:sp>
      <p:sp>
        <p:nvSpPr>
          <p:cNvPr id="101" name="shape101"/>
          <p:cNvSpPr/>
          <p:nvPr/>
        </p:nvSpPr>
        <p:spPr>
          <a:xfrm>
            <a:off x="3341980" y="1633118"/>
            <a:ext cx="83591" cy="263347"/>
          </a:xfrm>
          <a:prstGeom prst="rect">
            <a:avLst/>
          </a:prstGeom>
          <a:solidFill>
            <a:srgbClr val="515151"/>
          </a:solidFill>
          <a:ln>
            <a:noFill/>
          </a:ln>
        </p:spPr>
        <p:txBody>
          <a:bodyPr/>
          <a:lstStyle/>
          <a:p>
            <a:endParaRPr lang="uk-UA"/>
          </a:p>
        </p:txBody>
      </p:sp>
      <p:sp>
        <p:nvSpPr>
          <p:cNvPr id="102" name="shape102"/>
          <p:cNvSpPr/>
          <p:nvPr/>
        </p:nvSpPr>
        <p:spPr>
          <a:xfrm>
            <a:off x="3341980" y="1894637"/>
            <a:ext cx="83591" cy="667512"/>
          </a:xfrm>
          <a:prstGeom prst="rect">
            <a:avLst/>
          </a:prstGeom>
          <a:solidFill>
            <a:srgbClr val="141414"/>
          </a:solidFill>
          <a:ln>
            <a:noFill/>
          </a:ln>
        </p:spPr>
        <p:txBody>
          <a:bodyPr/>
          <a:lstStyle/>
          <a:p>
            <a:endParaRPr lang="uk-UA"/>
          </a:p>
        </p:txBody>
      </p:sp>
      <p:sp>
        <p:nvSpPr>
          <p:cNvPr id="103" name="shape103"/>
          <p:cNvSpPr/>
          <p:nvPr/>
        </p:nvSpPr>
        <p:spPr>
          <a:xfrm>
            <a:off x="3423742" y="1371600"/>
            <a:ext cx="83591" cy="263347"/>
          </a:xfrm>
          <a:prstGeom prst="rect">
            <a:avLst/>
          </a:prstGeom>
          <a:solidFill>
            <a:srgbClr val="141414"/>
          </a:solidFill>
          <a:ln>
            <a:noFill/>
          </a:ln>
        </p:spPr>
        <p:txBody>
          <a:bodyPr/>
          <a:lstStyle/>
          <a:p>
            <a:endParaRPr lang="uk-UA"/>
          </a:p>
        </p:txBody>
      </p:sp>
      <p:sp>
        <p:nvSpPr>
          <p:cNvPr id="104" name="shape104"/>
          <p:cNvSpPr/>
          <p:nvPr/>
        </p:nvSpPr>
        <p:spPr>
          <a:xfrm>
            <a:off x="3423742" y="1633118"/>
            <a:ext cx="83591" cy="263347"/>
          </a:xfrm>
          <a:prstGeom prst="rect">
            <a:avLst/>
          </a:prstGeom>
          <a:solidFill>
            <a:srgbClr val="3A3A3A"/>
          </a:solidFill>
          <a:ln>
            <a:noFill/>
          </a:ln>
        </p:spPr>
        <p:txBody>
          <a:bodyPr/>
          <a:lstStyle/>
          <a:p>
            <a:endParaRPr lang="uk-UA"/>
          </a:p>
        </p:txBody>
      </p:sp>
      <p:sp>
        <p:nvSpPr>
          <p:cNvPr id="105" name="shape105"/>
          <p:cNvSpPr/>
          <p:nvPr/>
        </p:nvSpPr>
        <p:spPr>
          <a:xfrm>
            <a:off x="3423742" y="1894637"/>
            <a:ext cx="83591" cy="667512"/>
          </a:xfrm>
          <a:prstGeom prst="rect">
            <a:avLst/>
          </a:prstGeom>
          <a:solidFill>
            <a:srgbClr val="141414"/>
          </a:solidFill>
          <a:ln>
            <a:noFill/>
          </a:ln>
        </p:spPr>
        <p:txBody>
          <a:bodyPr/>
          <a:lstStyle/>
          <a:p>
            <a:endParaRPr lang="uk-UA"/>
          </a:p>
        </p:txBody>
      </p:sp>
      <p:sp>
        <p:nvSpPr>
          <p:cNvPr id="106" name="shape106"/>
          <p:cNvSpPr/>
          <p:nvPr/>
        </p:nvSpPr>
        <p:spPr>
          <a:xfrm>
            <a:off x="3505505" y="1371600"/>
            <a:ext cx="83591" cy="263347"/>
          </a:xfrm>
          <a:prstGeom prst="rect">
            <a:avLst/>
          </a:prstGeom>
          <a:solidFill>
            <a:srgbClr val="141414"/>
          </a:solidFill>
          <a:ln>
            <a:noFill/>
          </a:ln>
        </p:spPr>
        <p:txBody>
          <a:bodyPr/>
          <a:lstStyle/>
          <a:p>
            <a:endParaRPr lang="uk-UA"/>
          </a:p>
        </p:txBody>
      </p:sp>
      <p:sp>
        <p:nvSpPr>
          <p:cNvPr id="107" name="shape107"/>
          <p:cNvSpPr/>
          <p:nvPr/>
        </p:nvSpPr>
        <p:spPr>
          <a:xfrm>
            <a:off x="3505505" y="1633118"/>
            <a:ext cx="83591" cy="263347"/>
          </a:xfrm>
          <a:prstGeom prst="rect">
            <a:avLst/>
          </a:prstGeom>
          <a:solidFill>
            <a:srgbClr val="141414"/>
          </a:solidFill>
          <a:ln>
            <a:noFill/>
          </a:ln>
        </p:spPr>
        <p:txBody>
          <a:bodyPr/>
          <a:lstStyle/>
          <a:p>
            <a:endParaRPr lang="uk-UA"/>
          </a:p>
        </p:txBody>
      </p:sp>
      <p:sp>
        <p:nvSpPr>
          <p:cNvPr id="108" name="shape108"/>
          <p:cNvSpPr/>
          <p:nvPr/>
        </p:nvSpPr>
        <p:spPr>
          <a:xfrm>
            <a:off x="3505505" y="1894637"/>
            <a:ext cx="83591" cy="667512"/>
          </a:xfrm>
          <a:prstGeom prst="rect">
            <a:avLst/>
          </a:prstGeom>
          <a:solidFill>
            <a:srgbClr val="141414"/>
          </a:solidFill>
          <a:ln>
            <a:noFill/>
          </a:ln>
        </p:spPr>
        <p:txBody>
          <a:bodyPr/>
          <a:lstStyle/>
          <a:p>
            <a:endParaRPr lang="uk-UA"/>
          </a:p>
        </p:txBody>
      </p:sp>
      <p:sp>
        <p:nvSpPr>
          <p:cNvPr id="109" name="shape109"/>
          <p:cNvSpPr/>
          <p:nvPr/>
        </p:nvSpPr>
        <p:spPr>
          <a:xfrm>
            <a:off x="3587267" y="1371600"/>
            <a:ext cx="83591" cy="263347"/>
          </a:xfrm>
          <a:prstGeom prst="rect">
            <a:avLst/>
          </a:prstGeom>
          <a:solidFill>
            <a:srgbClr val="141414"/>
          </a:solidFill>
          <a:ln>
            <a:noFill/>
          </a:ln>
        </p:spPr>
        <p:txBody>
          <a:bodyPr/>
          <a:lstStyle/>
          <a:p>
            <a:endParaRPr lang="uk-UA"/>
          </a:p>
        </p:txBody>
      </p:sp>
      <p:sp>
        <p:nvSpPr>
          <p:cNvPr id="110" name="shape110"/>
          <p:cNvSpPr/>
          <p:nvPr/>
        </p:nvSpPr>
        <p:spPr>
          <a:xfrm>
            <a:off x="3587267" y="1633118"/>
            <a:ext cx="83591" cy="263347"/>
          </a:xfrm>
          <a:prstGeom prst="rect">
            <a:avLst/>
          </a:prstGeom>
          <a:solidFill>
            <a:srgbClr val="161616"/>
          </a:solidFill>
          <a:ln>
            <a:noFill/>
          </a:ln>
        </p:spPr>
        <p:txBody>
          <a:bodyPr/>
          <a:lstStyle/>
          <a:p>
            <a:endParaRPr lang="uk-UA"/>
          </a:p>
        </p:txBody>
      </p:sp>
      <p:sp>
        <p:nvSpPr>
          <p:cNvPr id="111" name="shape111"/>
          <p:cNvSpPr/>
          <p:nvPr/>
        </p:nvSpPr>
        <p:spPr>
          <a:xfrm>
            <a:off x="3587267" y="1894637"/>
            <a:ext cx="83591" cy="667512"/>
          </a:xfrm>
          <a:prstGeom prst="rect">
            <a:avLst/>
          </a:prstGeom>
          <a:solidFill>
            <a:srgbClr val="141414"/>
          </a:solidFill>
          <a:ln>
            <a:noFill/>
          </a:ln>
        </p:spPr>
        <p:txBody>
          <a:bodyPr/>
          <a:lstStyle/>
          <a:p>
            <a:endParaRPr lang="uk-UA"/>
          </a:p>
        </p:txBody>
      </p:sp>
      <p:sp>
        <p:nvSpPr>
          <p:cNvPr id="112" name="shape112"/>
          <p:cNvSpPr/>
          <p:nvPr/>
        </p:nvSpPr>
        <p:spPr>
          <a:xfrm>
            <a:off x="3669030" y="1371600"/>
            <a:ext cx="83591" cy="263347"/>
          </a:xfrm>
          <a:prstGeom prst="rect">
            <a:avLst/>
          </a:prstGeom>
          <a:solidFill>
            <a:srgbClr val="141414"/>
          </a:solidFill>
          <a:ln>
            <a:noFill/>
          </a:ln>
        </p:spPr>
        <p:txBody>
          <a:bodyPr/>
          <a:lstStyle/>
          <a:p>
            <a:endParaRPr lang="uk-UA"/>
          </a:p>
        </p:txBody>
      </p:sp>
      <p:sp>
        <p:nvSpPr>
          <p:cNvPr id="113" name="shape113"/>
          <p:cNvSpPr/>
          <p:nvPr/>
        </p:nvSpPr>
        <p:spPr>
          <a:xfrm>
            <a:off x="3669030" y="1633118"/>
            <a:ext cx="83591" cy="263347"/>
          </a:xfrm>
          <a:prstGeom prst="rect">
            <a:avLst/>
          </a:prstGeom>
          <a:solidFill>
            <a:srgbClr val="222222"/>
          </a:solidFill>
          <a:ln>
            <a:noFill/>
          </a:ln>
        </p:spPr>
        <p:txBody>
          <a:bodyPr/>
          <a:lstStyle/>
          <a:p>
            <a:endParaRPr lang="uk-UA"/>
          </a:p>
        </p:txBody>
      </p:sp>
      <p:sp>
        <p:nvSpPr>
          <p:cNvPr id="114" name="shape114"/>
          <p:cNvSpPr/>
          <p:nvPr/>
        </p:nvSpPr>
        <p:spPr>
          <a:xfrm>
            <a:off x="3669030" y="1894637"/>
            <a:ext cx="83591" cy="667512"/>
          </a:xfrm>
          <a:prstGeom prst="rect">
            <a:avLst/>
          </a:prstGeom>
          <a:solidFill>
            <a:srgbClr val="7E7E7E"/>
          </a:solidFill>
          <a:ln>
            <a:noFill/>
          </a:ln>
        </p:spPr>
        <p:txBody>
          <a:bodyPr/>
          <a:lstStyle/>
          <a:p>
            <a:endParaRPr lang="uk-UA"/>
          </a:p>
        </p:txBody>
      </p:sp>
      <p:sp>
        <p:nvSpPr>
          <p:cNvPr id="115" name="shape115"/>
          <p:cNvSpPr/>
          <p:nvPr/>
        </p:nvSpPr>
        <p:spPr>
          <a:xfrm>
            <a:off x="3750793" y="1371600"/>
            <a:ext cx="83591" cy="263347"/>
          </a:xfrm>
          <a:prstGeom prst="rect">
            <a:avLst/>
          </a:prstGeom>
          <a:solidFill>
            <a:srgbClr val="141414"/>
          </a:solidFill>
          <a:ln>
            <a:noFill/>
          </a:ln>
        </p:spPr>
        <p:txBody>
          <a:bodyPr/>
          <a:lstStyle/>
          <a:p>
            <a:endParaRPr lang="uk-UA"/>
          </a:p>
        </p:txBody>
      </p:sp>
      <p:sp>
        <p:nvSpPr>
          <p:cNvPr id="116" name="shape116"/>
          <p:cNvSpPr/>
          <p:nvPr/>
        </p:nvSpPr>
        <p:spPr>
          <a:xfrm>
            <a:off x="3750793" y="1633118"/>
            <a:ext cx="83591" cy="263347"/>
          </a:xfrm>
          <a:prstGeom prst="rect">
            <a:avLst/>
          </a:prstGeom>
          <a:solidFill>
            <a:srgbClr val="3D3D3D"/>
          </a:solidFill>
          <a:ln>
            <a:noFill/>
          </a:ln>
        </p:spPr>
        <p:txBody>
          <a:bodyPr/>
          <a:lstStyle/>
          <a:p>
            <a:endParaRPr lang="uk-UA"/>
          </a:p>
        </p:txBody>
      </p:sp>
      <p:sp>
        <p:nvSpPr>
          <p:cNvPr id="117" name="shape117"/>
          <p:cNvSpPr/>
          <p:nvPr/>
        </p:nvSpPr>
        <p:spPr>
          <a:xfrm>
            <a:off x="3750793" y="1894637"/>
            <a:ext cx="83591" cy="667512"/>
          </a:xfrm>
          <a:prstGeom prst="rect">
            <a:avLst/>
          </a:prstGeom>
          <a:solidFill>
            <a:srgbClr val="191919"/>
          </a:solidFill>
          <a:ln>
            <a:noFill/>
          </a:ln>
        </p:spPr>
        <p:txBody>
          <a:bodyPr/>
          <a:lstStyle/>
          <a:p>
            <a:endParaRPr lang="uk-UA"/>
          </a:p>
        </p:txBody>
      </p:sp>
      <p:sp>
        <p:nvSpPr>
          <p:cNvPr id="118" name="shape118"/>
          <p:cNvSpPr/>
          <p:nvPr/>
        </p:nvSpPr>
        <p:spPr>
          <a:xfrm>
            <a:off x="3832555" y="1371600"/>
            <a:ext cx="83591" cy="263347"/>
          </a:xfrm>
          <a:prstGeom prst="rect">
            <a:avLst/>
          </a:prstGeom>
          <a:solidFill>
            <a:srgbClr val="141414"/>
          </a:solidFill>
          <a:ln>
            <a:noFill/>
          </a:ln>
        </p:spPr>
        <p:txBody>
          <a:bodyPr/>
          <a:lstStyle/>
          <a:p>
            <a:endParaRPr lang="uk-UA"/>
          </a:p>
        </p:txBody>
      </p:sp>
      <p:sp>
        <p:nvSpPr>
          <p:cNvPr id="119" name="shape119"/>
          <p:cNvSpPr/>
          <p:nvPr/>
        </p:nvSpPr>
        <p:spPr>
          <a:xfrm>
            <a:off x="3832555" y="1633118"/>
            <a:ext cx="83591" cy="263347"/>
          </a:xfrm>
          <a:prstGeom prst="rect">
            <a:avLst/>
          </a:prstGeom>
          <a:solidFill>
            <a:srgbClr val="313131"/>
          </a:solidFill>
          <a:ln>
            <a:noFill/>
          </a:ln>
        </p:spPr>
        <p:txBody>
          <a:bodyPr/>
          <a:lstStyle/>
          <a:p>
            <a:endParaRPr lang="uk-UA"/>
          </a:p>
        </p:txBody>
      </p:sp>
      <p:sp>
        <p:nvSpPr>
          <p:cNvPr id="120" name="shape120"/>
          <p:cNvSpPr/>
          <p:nvPr/>
        </p:nvSpPr>
        <p:spPr>
          <a:xfrm>
            <a:off x="3832555" y="1894637"/>
            <a:ext cx="83591" cy="667512"/>
          </a:xfrm>
          <a:prstGeom prst="rect">
            <a:avLst/>
          </a:prstGeom>
          <a:solidFill>
            <a:srgbClr val="191919"/>
          </a:solidFill>
          <a:ln>
            <a:noFill/>
          </a:ln>
        </p:spPr>
        <p:txBody>
          <a:bodyPr/>
          <a:lstStyle/>
          <a:p>
            <a:endParaRPr lang="uk-UA"/>
          </a:p>
        </p:txBody>
      </p:sp>
      <p:sp>
        <p:nvSpPr>
          <p:cNvPr id="121" name="shape121"/>
          <p:cNvSpPr/>
          <p:nvPr/>
        </p:nvSpPr>
        <p:spPr>
          <a:xfrm>
            <a:off x="3914318" y="1371600"/>
            <a:ext cx="83591" cy="263347"/>
          </a:xfrm>
          <a:prstGeom prst="rect">
            <a:avLst/>
          </a:prstGeom>
          <a:solidFill>
            <a:srgbClr val="2B2B2B"/>
          </a:solidFill>
          <a:ln>
            <a:noFill/>
          </a:ln>
        </p:spPr>
        <p:txBody>
          <a:bodyPr/>
          <a:lstStyle/>
          <a:p>
            <a:endParaRPr lang="uk-UA"/>
          </a:p>
        </p:txBody>
      </p:sp>
      <p:sp>
        <p:nvSpPr>
          <p:cNvPr id="122" name="shape122"/>
          <p:cNvSpPr/>
          <p:nvPr/>
        </p:nvSpPr>
        <p:spPr>
          <a:xfrm>
            <a:off x="3914318" y="1633118"/>
            <a:ext cx="83591" cy="263347"/>
          </a:xfrm>
          <a:prstGeom prst="rect">
            <a:avLst/>
          </a:prstGeom>
          <a:solidFill>
            <a:srgbClr val="141414"/>
          </a:solidFill>
          <a:ln>
            <a:noFill/>
          </a:ln>
        </p:spPr>
        <p:txBody>
          <a:bodyPr/>
          <a:lstStyle/>
          <a:p>
            <a:endParaRPr lang="uk-UA"/>
          </a:p>
        </p:txBody>
      </p:sp>
      <p:sp>
        <p:nvSpPr>
          <p:cNvPr id="123" name="shape123"/>
          <p:cNvSpPr/>
          <p:nvPr/>
        </p:nvSpPr>
        <p:spPr>
          <a:xfrm>
            <a:off x="3914318" y="1894637"/>
            <a:ext cx="83591" cy="667512"/>
          </a:xfrm>
          <a:prstGeom prst="rect">
            <a:avLst/>
          </a:prstGeom>
          <a:solidFill>
            <a:srgbClr val="262626"/>
          </a:solidFill>
          <a:ln>
            <a:noFill/>
          </a:ln>
        </p:spPr>
        <p:txBody>
          <a:bodyPr/>
          <a:lstStyle/>
          <a:p>
            <a:endParaRPr lang="uk-UA"/>
          </a:p>
        </p:txBody>
      </p:sp>
      <p:sp>
        <p:nvSpPr>
          <p:cNvPr id="124" name="shape124"/>
          <p:cNvSpPr/>
          <p:nvPr/>
        </p:nvSpPr>
        <p:spPr>
          <a:xfrm>
            <a:off x="3996080" y="1371600"/>
            <a:ext cx="83591" cy="263347"/>
          </a:xfrm>
          <a:prstGeom prst="rect">
            <a:avLst/>
          </a:prstGeom>
          <a:solidFill>
            <a:srgbClr val="141414"/>
          </a:solidFill>
          <a:ln>
            <a:noFill/>
          </a:ln>
        </p:spPr>
        <p:txBody>
          <a:bodyPr/>
          <a:lstStyle/>
          <a:p>
            <a:endParaRPr lang="uk-UA"/>
          </a:p>
        </p:txBody>
      </p:sp>
      <p:sp>
        <p:nvSpPr>
          <p:cNvPr id="125" name="shape125"/>
          <p:cNvSpPr/>
          <p:nvPr/>
        </p:nvSpPr>
        <p:spPr>
          <a:xfrm>
            <a:off x="3996080" y="1633118"/>
            <a:ext cx="83591" cy="263347"/>
          </a:xfrm>
          <a:prstGeom prst="rect">
            <a:avLst/>
          </a:prstGeom>
          <a:solidFill>
            <a:srgbClr val="141414"/>
          </a:solidFill>
          <a:ln>
            <a:noFill/>
          </a:ln>
        </p:spPr>
        <p:txBody>
          <a:bodyPr/>
          <a:lstStyle/>
          <a:p>
            <a:endParaRPr lang="uk-UA"/>
          </a:p>
        </p:txBody>
      </p:sp>
      <p:sp>
        <p:nvSpPr>
          <p:cNvPr id="126" name="shape126"/>
          <p:cNvSpPr/>
          <p:nvPr/>
        </p:nvSpPr>
        <p:spPr>
          <a:xfrm>
            <a:off x="3996080" y="1894637"/>
            <a:ext cx="83591" cy="667512"/>
          </a:xfrm>
          <a:prstGeom prst="rect">
            <a:avLst/>
          </a:prstGeom>
          <a:solidFill>
            <a:srgbClr val="141414"/>
          </a:solidFill>
          <a:ln>
            <a:noFill/>
          </a:ln>
        </p:spPr>
        <p:txBody>
          <a:bodyPr/>
          <a:lstStyle/>
          <a:p>
            <a:endParaRPr lang="uk-UA"/>
          </a:p>
        </p:txBody>
      </p:sp>
      <p:sp>
        <p:nvSpPr>
          <p:cNvPr id="127" name="shape127"/>
          <p:cNvSpPr/>
          <p:nvPr/>
        </p:nvSpPr>
        <p:spPr>
          <a:xfrm>
            <a:off x="4077843" y="1371600"/>
            <a:ext cx="83591" cy="263347"/>
          </a:xfrm>
          <a:prstGeom prst="rect">
            <a:avLst/>
          </a:prstGeom>
          <a:solidFill>
            <a:srgbClr val="141414"/>
          </a:solidFill>
          <a:ln>
            <a:noFill/>
          </a:ln>
        </p:spPr>
        <p:txBody>
          <a:bodyPr/>
          <a:lstStyle/>
          <a:p>
            <a:endParaRPr lang="uk-UA"/>
          </a:p>
        </p:txBody>
      </p:sp>
      <p:sp>
        <p:nvSpPr>
          <p:cNvPr id="128" name="shape128"/>
          <p:cNvSpPr/>
          <p:nvPr/>
        </p:nvSpPr>
        <p:spPr>
          <a:xfrm>
            <a:off x="4077843" y="1633118"/>
            <a:ext cx="83591" cy="263347"/>
          </a:xfrm>
          <a:prstGeom prst="rect">
            <a:avLst/>
          </a:prstGeom>
          <a:solidFill>
            <a:srgbClr val="141414"/>
          </a:solidFill>
          <a:ln>
            <a:noFill/>
          </a:ln>
        </p:spPr>
        <p:txBody>
          <a:bodyPr/>
          <a:lstStyle/>
          <a:p>
            <a:endParaRPr lang="uk-UA"/>
          </a:p>
        </p:txBody>
      </p:sp>
      <p:sp>
        <p:nvSpPr>
          <p:cNvPr id="129" name="shape129"/>
          <p:cNvSpPr/>
          <p:nvPr/>
        </p:nvSpPr>
        <p:spPr>
          <a:xfrm>
            <a:off x="4077843" y="1894637"/>
            <a:ext cx="83591" cy="667512"/>
          </a:xfrm>
          <a:prstGeom prst="rect">
            <a:avLst/>
          </a:prstGeom>
          <a:solidFill>
            <a:srgbClr val="242424"/>
          </a:solidFill>
          <a:ln>
            <a:noFill/>
          </a:ln>
        </p:spPr>
        <p:txBody>
          <a:bodyPr/>
          <a:lstStyle/>
          <a:p>
            <a:endParaRPr lang="uk-UA"/>
          </a:p>
        </p:txBody>
      </p:sp>
      <p:sp>
        <p:nvSpPr>
          <p:cNvPr id="130" name="shape130"/>
          <p:cNvSpPr/>
          <p:nvPr/>
        </p:nvSpPr>
        <p:spPr>
          <a:xfrm>
            <a:off x="4159606" y="1371600"/>
            <a:ext cx="83591" cy="263347"/>
          </a:xfrm>
          <a:prstGeom prst="rect">
            <a:avLst/>
          </a:prstGeom>
          <a:solidFill>
            <a:srgbClr val="141414"/>
          </a:solidFill>
          <a:ln>
            <a:noFill/>
          </a:ln>
        </p:spPr>
        <p:txBody>
          <a:bodyPr/>
          <a:lstStyle/>
          <a:p>
            <a:endParaRPr lang="uk-UA"/>
          </a:p>
        </p:txBody>
      </p:sp>
      <p:sp>
        <p:nvSpPr>
          <p:cNvPr id="131" name="shape131"/>
          <p:cNvSpPr/>
          <p:nvPr/>
        </p:nvSpPr>
        <p:spPr>
          <a:xfrm>
            <a:off x="4159606" y="1633118"/>
            <a:ext cx="83591" cy="263347"/>
          </a:xfrm>
          <a:prstGeom prst="rect">
            <a:avLst/>
          </a:prstGeom>
          <a:solidFill>
            <a:srgbClr val="141414"/>
          </a:solidFill>
          <a:ln>
            <a:noFill/>
          </a:ln>
        </p:spPr>
        <p:txBody>
          <a:bodyPr/>
          <a:lstStyle/>
          <a:p>
            <a:endParaRPr lang="uk-UA"/>
          </a:p>
        </p:txBody>
      </p:sp>
      <p:sp>
        <p:nvSpPr>
          <p:cNvPr id="132" name="shape132"/>
          <p:cNvSpPr/>
          <p:nvPr/>
        </p:nvSpPr>
        <p:spPr>
          <a:xfrm>
            <a:off x="4159606" y="1894637"/>
            <a:ext cx="83591" cy="667512"/>
          </a:xfrm>
          <a:prstGeom prst="rect">
            <a:avLst/>
          </a:prstGeom>
          <a:solidFill>
            <a:srgbClr val="9D9D9D"/>
          </a:solidFill>
          <a:ln>
            <a:noFill/>
          </a:ln>
        </p:spPr>
        <p:txBody>
          <a:bodyPr/>
          <a:lstStyle/>
          <a:p>
            <a:endParaRPr lang="uk-UA"/>
          </a:p>
        </p:txBody>
      </p:sp>
      <p:sp>
        <p:nvSpPr>
          <p:cNvPr id="133" name="shape133"/>
          <p:cNvSpPr/>
          <p:nvPr/>
        </p:nvSpPr>
        <p:spPr>
          <a:xfrm>
            <a:off x="4241368" y="1371600"/>
            <a:ext cx="83591" cy="263347"/>
          </a:xfrm>
          <a:prstGeom prst="rect">
            <a:avLst/>
          </a:prstGeom>
          <a:solidFill>
            <a:srgbClr val="141414"/>
          </a:solidFill>
          <a:ln>
            <a:noFill/>
          </a:ln>
        </p:spPr>
        <p:txBody>
          <a:bodyPr/>
          <a:lstStyle/>
          <a:p>
            <a:endParaRPr lang="uk-UA"/>
          </a:p>
        </p:txBody>
      </p:sp>
      <p:sp>
        <p:nvSpPr>
          <p:cNvPr id="134" name="shape134"/>
          <p:cNvSpPr/>
          <p:nvPr/>
        </p:nvSpPr>
        <p:spPr>
          <a:xfrm>
            <a:off x="4241368" y="1633118"/>
            <a:ext cx="83591" cy="263347"/>
          </a:xfrm>
          <a:prstGeom prst="rect">
            <a:avLst/>
          </a:prstGeom>
          <a:solidFill>
            <a:srgbClr val="141414"/>
          </a:solidFill>
          <a:ln>
            <a:noFill/>
          </a:ln>
        </p:spPr>
        <p:txBody>
          <a:bodyPr/>
          <a:lstStyle/>
          <a:p>
            <a:endParaRPr lang="uk-UA"/>
          </a:p>
        </p:txBody>
      </p:sp>
      <p:sp>
        <p:nvSpPr>
          <p:cNvPr id="135" name="shape135"/>
          <p:cNvSpPr/>
          <p:nvPr/>
        </p:nvSpPr>
        <p:spPr>
          <a:xfrm>
            <a:off x="4241368" y="1894637"/>
            <a:ext cx="83591" cy="667512"/>
          </a:xfrm>
          <a:prstGeom prst="rect">
            <a:avLst/>
          </a:prstGeom>
          <a:solidFill>
            <a:srgbClr val="7C7C7C"/>
          </a:solidFill>
          <a:ln>
            <a:noFill/>
          </a:ln>
        </p:spPr>
        <p:txBody>
          <a:bodyPr/>
          <a:lstStyle/>
          <a:p>
            <a:endParaRPr lang="uk-UA"/>
          </a:p>
        </p:txBody>
      </p:sp>
      <p:sp>
        <p:nvSpPr>
          <p:cNvPr id="136" name="shape136"/>
          <p:cNvSpPr/>
          <p:nvPr/>
        </p:nvSpPr>
        <p:spPr>
          <a:xfrm>
            <a:off x="4323131" y="1371600"/>
            <a:ext cx="83591" cy="263347"/>
          </a:xfrm>
          <a:prstGeom prst="rect">
            <a:avLst/>
          </a:prstGeom>
          <a:solidFill>
            <a:srgbClr val="161616"/>
          </a:solidFill>
          <a:ln>
            <a:noFill/>
          </a:ln>
        </p:spPr>
        <p:txBody>
          <a:bodyPr/>
          <a:lstStyle/>
          <a:p>
            <a:endParaRPr lang="uk-UA"/>
          </a:p>
        </p:txBody>
      </p:sp>
      <p:sp>
        <p:nvSpPr>
          <p:cNvPr id="137" name="shape137"/>
          <p:cNvSpPr/>
          <p:nvPr/>
        </p:nvSpPr>
        <p:spPr>
          <a:xfrm>
            <a:off x="4323131" y="1633118"/>
            <a:ext cx="83591" cy="263347"/>
          </a:xfrm>
          <a:prstGeom prst="rect">
            <a:avLst/>
          </a:prstGeom>
          <a:solidFill>
            <a:srgbClr val="141414"/>
          </a:solidFill>
          <a:ln>
            <a:noFill/>
          </a:ln>
        </p:spPr>
        <p:txBody>
          <a:bodyPr/>
          <a:lstStyle/>
          <a:p>
            <a:endParaRPr lang="uk-UA"/>
          </a:p>
        </p:txBody>
      </p:sp>
      <p:sp>
        <p:nvSpPr>
          <p:cNvPr id="138" name="shape138"/>
          <p:cNvSpPr/>
          <p:nvPr/>
        </p:nvSpPr>
        <p:spPr>
          <a:xfrm>
            <a:off x="4323131" y="1894637"/>
            <a:ext cx="83591" cy="667512"/>
          </a:xfrm>
          <a:prstGeom prst="rect">
            <a:avLst/>
          </a:prstGeom>
          <a:solidFill>
            <a:srgbClr val="2B2B2B"/>
          </a:solidFill>
          <a:ln>
            <a:noFill/>
          </a:ln>
        </p:spPr>
        <p:txBody>
          <a:bodyPr/>
          <a:lstStyle/>
          <a:p>
            <a:endParaRPr lang="uk-UA"/>
          </a:p>
        </p:txBody>
      </p:sp>
      <p:sp>
        <p:nvSpPr>
          <p:cNvPr id="139" name="shape139"/>
          <p:cNvSpPr/>
          <p:nvPr/>
        </p:nvSpPr>
        <p:spPr>
          <a:xfrm>
            <a:off x="4404893" y="1371600"/>
            <a:ext cx="83591" cy="263347"/>
          </a:xfrm>
          <a:prstGeom prst="rect">
            <a:avLst/>
          </a:prstGeom>
          <a:solidFill>
            <a:srgbClr val="141414"/>
          </a:solidFill>
          <a:ln>
            <a:noFill/>
          </a:ln>
        </p:spPr>
        <p:txBody>
          <a:bodyPr/>
          <a:lstStyle/>
          <a:p>
            <a:endParaRPr lang="uk-UA"/>
          </a:p>
        </p:txBody>
      </p:sp>
      <p:sp>
        <p:nvSpPr>
          <p:cNvPr id="140" name="shape140"/>
          <p:cNvSpPr/>
          <p:nvPr/>
        </p:nvSpPr>
        <p:spPr>
          <a:xfrm>
            <a:off x="4404893" y="1633118"/>
            <a:ext cx="83591" cy="263347"/>
          </a:xfrm>
          <a:prstGeom prst="rect">
            <a:avLst/>
          </a:prstGeom>
          <a:solidFill>
            <a:srgbClr val="141414"/>
          </a:solidFill>
          <a:ln>
            <a:noFill/>
          </a:ln>
        </p:spPr>
        <p:txBody>
          <a:bodyPr/>
          <a:lstStyle/>
          <a:p>
            <a:endParaRPr lang="uk-UA"/>
          </a:p>
        </p:txBody>
      </p:sp>
      <p:sp>
        <p:nvSpPr>
          <p:cNvPr id="141" name="shape141"/>
          <p:cNvSpPr/>
          <p:nvPr/>
        </p:nvSpPr>
        <p:spPr>
          <a:xfrm>
            <a:off x="4404893" y="1894637"/>
            <a:ext cx="83591" cy="667512"/>
          </a:xfrm>
          <a:prstGeom prst="rect">
            <a:avLst/>
          </a:prstGeom>
          <a:solidFill>
            <a:srgbClr val="1B1B1B"/>
          </a:solidFill>
          <a:ln>
            <a:noFill/>
          </a:ln>
        </p:spPr>
        <p:txBody>
          <a:bodyPr/>
          <a:lstStyle/>
          <a:p>
            <a:endParaRPr lang="uk-UA"/>
          </a:p>
        </p:txBody>
      </p:sp>
      <p:sp>
        <p:nvSpPr>
          <p:cNvPr id="142" name="shape142"/>
          <p:cNvSpPr/>
          <p:nvPr/>
        </p:nvSpPr>
        <p:spPr>
          <a:xfrm>
            <a:off x="4486656" y="1371600"/>
            <a:ext cx="83591" cy="263347"/>
          </a:xfrm>
          <a:prstGeom prst="rect">
            <a:avLst/>
          </a:prstGeom>
          <a:solidFill>
            <a:srgbClr val="141414"/>
          </a:solidFill>
          <a:ln>
            <a:noFill/>
          </a:ln>
        </p:spPr>
        <p:txBody>
          <a:bodyPr/>
          <a:lstStyle/>
          <a:p>
            <a:endParaRPr lang="uk-UA"/>
          </a:p>
        </p:txBody>
      </p:sp>
      <p:sp>
        <p:nvSpPr>
          <p:cNvPr id="143" name="shape143"/>
          <p:cNvSpPr/>
          <p:nvPr/>
        </p:nvSpPr>
        <p:spPr>
          <a:xfrm>
            <a:off x="4486656" y="1633118"/>
            <a:ext cx="83591" cy="263347"/>
          </a:xfrm>
          <a:prstGeom prst="rect">
            <a:avLst/>
          </a:prstGeom>
          <a:solidFill>
            <a:srgbClr val="141414"/>
          </a:solidFill>
          <a:ln>
            <a:noFill/>
          </a:ln>
        </p:spPr>
        <p:txBody>
          <a:bodyPr/>
          <a:lstStyle/>
          <a:p>
            <a:endParaRPr lang="uk-UA"/>
          </a:p>
        </p:txBody>
      </p:sp>
      <p:sp>
        <p:nvSpPr>
          <p:cNvPr id="144" name="shape144"/>
          <p:cNvSpPr/>
          <p:nvPr/>
        </p:nvSpPr>
        <p:spPr>
          <a:xfrm>
            <a:off x="4486656" y="1894637"/>
            <a:ext cx="83591" cy="667512"/>
          </a:xfrm>
          <a:prstGeom prst="rect">
            <a:avLst/>
          </a:prstGeom>
          <a:solidFill>
            <a:srgbClr val="141414"/>
          </a:solidFill>
          <a:ln>
            <a:noFill/>
          </a:ln>
        </p:spPr>
        <p:txBody>
          <a:bodyPr/>
          <a:lstStyle/>
          <a:p>
            <a:endParaRPr lang="uk-UA"/>
          </a:p>
        </p:txBody>
      </p:sp>
      <p:sp>
        <p:nvSpPr>
          <p:cNvPr id="145" name="shape145"/>
          <p:cNvSpPr/>
          <p:nvPr/>
        </p:nvSpPr>
        <p:spPr>
          <a:xfrm>
            <a:off x="4568419" y="1371600"/>
            <a:ext cx="83591" cy="263347"/>
          </a:xfrm>
          <a:prstGeom prst="rect">
            <a:avLst/>
          </a:prstGeom>
          <a:solidFill>
            <a:srgbClr val="141414"/>
          </a:solidFill>
          <a:ln>
            <a:noFill/>
          </a:ln>
        </p:spPr>
        <p:txBody>
          <a:bodyPr/>
          <a:lstStyle/>
          <a:p>
            <a:endParaRPr lang="uk-UA"/>
          </a:p>
        </p:txBody>
      </p:sp>
      <p:sp>
        <p:nvSpPr>
          <p:cNvPr id="146" name="shape146"/>
          <p:cNvSpPr/>
          <p:nvPr/>
        </p:nvSpPr>
        <p:spPr>
          <a:xfrm>
            <a:off x="4568419" y="1633118"/>
            <a:ext cx="83591" cy="263347"/>
          </a:xfrm>
          <a:prstGeom prst="rect">
            <a:avLst/>
          </a:prstGeom>
          <a:solidFill>
            <a:srgbClr val="141414"/>
          </a:solidFill>
          <a:ln>
            <a:noFill/>
          </a:ln>
        </p:spPr>
        <p:txBody>
          <a:bodyPr/>
          <a:lstStyle/>
          <a:p>
            <a:endParaRPr lang="uk-UA"/>
          </a:p>
        </p:txBody>
      </p:sp>
      <p:sp>
        <p:nvSpPr>
          <p:cNvPr id="147" name="shape147"/>
          <p:cNvSpPr/>
          <p:nvPr/>
        </p:nvSpPr>
        <p:spPr>
          <a:xfrm>
            <a:off x="4568419" y="1894637"/>
            <a:ext cx="83591" cy="667512"/>
          </a:xfrm>
          <a:prstGeom prst="rect">
            <a:avLst/>
          </a:prstGeom>
          <a:solidFill>
            <a:srgbClr val="4F4F4F"/>
          </a:solidFill>
          <a:ln>
            <a:noFill/>
          </a:ln>
        </p:spPr>
        <p:txBody>
          <a:bodyPr/>
          <a:lstStyle/>
          <a:p>
            <a:endParaRPr lang="uk-UA"/>
          </a:p>
        </p:txBody>
      </p:sp>
      <p:sp>
        <p:nvSpPr>
          <p:cNvPr id="148" name="shape148"/>
          <p:cNvSpPr/>
          <p:nvPr/>
        </p:nvSpPr>
        <p:spPr>
          <a:xfrm>
            <a:off x="4650181" y="1371600"/>
            <a:ext cx="83591" cy="263347"/>
          </a:xfrm>
          <a:prstGeom prst="rect">
            <a:avLst/>
          </a:prstGeom>
          <a:solidFill>
            <a:srgbClr val="141414"/>
          </a:solidFill>
          <a:ln>
            <a:noFill/>
          </a:ln>
        </p:spPr>
        <p:txBody>
          <a:bodyPr/>
          <a:lstStyle/>
          <a:p>
            <a:endParaRPr lang="uk-UA"/>
          </a:p>
        </p:txBody>
      </p:sp>
      <p:sp>
        <p:nvSpPr>
          <p:cNvPr id="149" name="shape149"/>
          <p:cNvSpPr/>
          <p:nvPr/>
        </p:nvSpPr>
        <p:spPr>
          <a:xfrm>
            <a:off x="4650181" y="1633118"/>
            <a:ext cx="83591" cy="263347"/>
          </a:xfrm>
          <a:prstGeom prst="rect">
            <a:avLst/>
          </a:prstGeom>
          <a:solidFill>
            <a:srgbClr val="141414"/>
          </a:solidFill>
          <a:ln>
            <a:noFill/>
          </a:ln>
        </p:spPr>
        <p:txBody>
          <a:bodyPr/>
          <a:lstStyle/>
          <a:p>
            <a:endParaRPr lang="uk-UA"/>
          </a:p>
        </p:txBody>
      </p:sp>
      <p:sp>
        <p:nvSpPr>
          <p:cNvPr id="150" name="shape150"/>
          <p:cNvSpPr/>
          <p:nvPr/>
        </p:nvSpPr>
        <p:spPr>
          <a:xfrm>
            <a:off x="4650181" y="1894637"/>
            <a:ext cx="83591" cy="667512"/>
          </a:xfrm>
          <a:prstGeom prst="rect">
            <a:avLst/>
          </a:prstGeom>
          <a:solidFill>
            <a:srgbClr val="5A5A5A"/>
          </a:solidFill>
          <a:ln>
            <a:noFill/>
          </a:ln>
        </p:spPr>
        <p:txBody>
          <a:bodyPr/>
          <a:lstStyle/>
          <a:p>
            <a:endParaRPr lang="uk-UA"/>
          </a:p>
        </p:txBody>
      </p:sp>
      <p:sp>
        <p:nvSpPr>
          <p:cNvPr id="151" name="shape151"/>
          <p:cNvSpPr/>
          <p:nvPr/>
        </p:nvSpPr>
        <p:spPr>
          <a:xfrm>
            <a:off x="4731944" y="1371600"/>
            <a:ext cx="83591" cy="263347"/>
          </a:xfrm>
          <a:prstGeom prst="rect">
            <a:avLst/>
          </a:prstGeom>
          <a:solidFill>
            <a:srgbClr val="141414"/>
          </a:solidFill>
          <a:ln>
            <a:noFill/>
          </a:ln>
        </p:spPr>
        <p:txBody>
          <a:bodyPr/>
          <a:lstStyle/>
          <a:p>
            <a:endParaRPr lang="uk-UA"/>
          </a:p>
        </p:txBody>
      </p:sp>
      <p:sp>
        <p:nvSpPr>
          <p:cNvPr id="152" name="shape152"/>
          <p:cNvSpPr/>
          <p:nvPr/>
        </p:nvSpPr>
        <p:spPr>
          <a:xfrm>
            <a:off x="4731944" y="1633118"/>
            <a:ext cx="83591" cy="263347"/>
          </a:xfrm>
          <a:prstGeom prst="rect">
            <a:avLst/>
          </a:prstGeom>
          <a:solidFill>
            <a:srgbClr val="141414"/>
          </a:solidFill>
          <a:ln>
            <a:noFill/>
          </a:ln>
        </p:spPr>
        <p:txBody>
          <a:bodyPr/>
          <a:lstStyle/>
          <a:p>
            <a:endParaRPr lang="uk-UA"/>
          </a:p>
        </p:txBody>
      </p:sp>
      <p:sp>
        <p:nvSpPr>
          <p:cNvPr id="153" name="shape153"/>
          <p:cNvSpPr/>
          <p:nvPr/>
        </p:nvSpPr>
        <p:spPr>
          <a:xfrm>
            <a:off x="4731944" y="1894637"/>
            <a:ext cx="83591" cy="667512"/>
          </a:xfrm>
          <a:prstGeom prst="rect">
            <a:avLst/>
          </a:prstGeom>
          <a:solidFill>
            <a:srgbClr val="5E5E5E"/>
          </a:solidFill>
          <a:ln>
            <a:noFill/>
          </a:ln>
        </p:spPr>
        <p:txBody>
          <a:bodyPr/>
          <a:lstStyle/>
          <a:p>
            <a:endParaRPr lang="uk-UA"/>
          </a:p>
        </p:txBody>
      </p:sp>
      <p:sp>
        <p:nvSpPr>
          <p:cNvPr id="154" name="shape154"/>
          <p:cNvSpPr/>
          <p:nvPr/>
        </p:nvSpPr>
        <p:spPr>
          <a:xfrm>
            <a:off x="4813706" y="1371600"/>
            <a:ext cx="83591" cy="263347"/>
          </a:xfrm>
          <a:prstGeom prst="rect">
            <a:avLst/>
          </a:prstGeom>
          <a:solidFill>
            <a:srgbClr val="262626"/>
          </a:solidFill>
          <a:ln>
            <a:noFill/>
          </a:ln>
        </p:spPr>
        <p:txBody>
          <a:bodyPr/>
          <a:lstStyle/>
          <a:p>
            <a:endParaRPr lang="uk-UA"/>
          </a:p>
        </p:txBody>
      </p:sp>
      <p:sp>
        <p:nvSpPr>
          <p:cNvPr id="155" name="shape155"/>
          <p:cNvSpPr/>
          <p:nvPr/>
        </p:nvSpPr>
        <p:spPr>
          <a:xfrm>
            <a:off x="4813706" y="1633118"/>
            <a:ext cx="83591" cy="263347"/>
          </a:xfrm>
          <a:prstGeom prst="rect">
            <a:avLst/>
          </a:prstGeom>
          <a:solidFill>
            <a:srgbClr val="141414"/>
          </a:solidFill>
          <a:ln>
            <a:noFill/>
          </a:ln>
        </p:spPr>
        <p:txBody>
          <a:bodyPr/>
          <a:lstStyle/>
          <a:p>
            <a:endParaRPr lang="uk-UA"/>
          </a:p>
        </p:txBody>
      </p:sp>
      <p:sp>
        <p:nvSpPr>
          <p:cNvPr id="156" name="shape156"/>
          <p:cNvSpPr/>
          <p:nvPr/>
        </p:nvSpPr>
        <p:spPr>
          <a:xfrm>
            <a:off x="4813706" y="1894637"/>
            <a:ext cx="83591" cy="667512"/>
          </a:xfrm>
          <a:prstGeom prst="rect">
            <a:avLst/>
          </a:prstGeom>
          <a:solidFill>
            <a:srgbClr val="464646"/>
          </a:solidFill>
          <a:ln>
            <a:noFill/>
          </a:ln>
        </p:spPr>
        <p:txBody>
          <a:bodyPr/>
          <a:lstStyle/>
          <a:p>
            <a:endParaRPr lang="uk-UA"/>
          </a:p>
        </p:txBody>
      </p:sp>
      <p:sp>
        <p:nvSpPr>
          <p:cNvPr id="157" name="shape157"/>
          <p:cNvSpPr/>
          <p:nvPr/>
        </p:nvSpPr>
        <p:spPr>
          <a:xfrm>
            <a:off x="4895469" y="1371600"/>
            <a:ext cx="83591" cy="263347"/>
          </a:xfrm>
          <a:prstGeom prst="rect">
            <a:avLst/>
          </a:prstGeom>
          <a:solidFill>
            <a:srgbClr val="141414"/>
          </a:solidFill>
          <a:ln>
            <a:noFill/>
          </a:ln>
        </p:spPr>
        <p:txBody>
          <a:bodyPr/>
          <a:lstStyle/>
          <a:p>
            <a:endParaRPr lang="uk-UA"/>
          </a:p>
        </p:txBody>
      </p:sp>
      <p:sp>
        <p:nvSpPr>
          <p:cNvPr id="158" name="shape158"/>
          <p:cNvSpPr/>
          <p:nvPr/>
        </p:nvSpPr>
        <p:spPr>
          <a:xfrm>
            <a:off x="4895469" y="1633118"/>
            <a:ext cx="83591" cy="263347"/>
          </a:xfrm>
          <a:prstGeom prst="rect">
            <a:avLst/>
          </a:prstGeom>
          <a:solidFill>
            <a:srgbClr val="141414"/>
          </a:solidFill>
          <a:ln>
            <a:noFill/>
          </a:ln>
        </p:spPr>
        <p:txBody>
          <a:bodyPr/>
          <a:lstStyle/>
          <a:p>
            <a:endParaRPr lang="uk-UA"/>
          </a:p>
        </p:txBody>
      </p:sp>
      <p:sp>
        <p:nvSpPr>
          <p:cNvPr id="159" name="shape159"/>
          <p:cNvSpPr/>
          <p:nvPr/>
        </p:nvSpPr>
        <p:spPr>
          <a:xfrm>
            <a:off x="4895469" y="1894637"/>
            <a:ext cx="83591" cy="667512"/>
          </a:xfrm>
          <a:prstGeom prst="rect">
            <a:avLst/>
          </a:prstGeom>
          <a:solidFill>
            <a:srgbClr val="555555"/>
          </a:solidFill>
          <a:ln>
            <a:noFill/>
          </a:ln>
        </p:spPr>
        <p:txBody>
          <a:bodyPr/>
          <a:lstStyle/>
          <a:p>
            <a:endParaRPr lang="uk-UA"/>
          </a:p>
        </p:txBody>
      </p:sp>
      <p:sp>
        <p:nvSpPr>
          <p:cNvPr id="160" name="shape160"/>
          <p:cNvSpPr/>
          <p:nvPr/>
        </p:nvSpPr>
        <p:spPr>
          <a:xfrm>
            <a:off x="4977232" y="1371600"/>
            <a:ext cx="83591" cy="263347"/>
          </a:xfrm>
          <a:prstGeom prst="rect">
            <a:avLst/>
          </a:prstGeom>
          <a:solidFill>
            <a:srgbClr val="141414"/>
          </a:solidFill>
          <a:ln>
            <a:noFill/>
          </a:ln>
        </p:spPr>
        <p:txBody>
          <a:bodyPr/>
          <a:lstStyle/>
          <a:p>
            <a:endParaRPr lang="uk-UA"/>
          </a:p>
        </p:txBody>
      </p:sp>
      <p:sp>
        <p:nvSpPr>
          <p:cNvPr id="161" name="shape161"/>
          <p:cNvSpPr/>
          <p:nvPr/>
        </p:nvSpPr>
        <p:spPr>
          <a:xfrm>
            <a:off x="4977232" y="1633118"/>
            <a:ext cx="83591" cy="263347"/>
          </a:xfrm>
          <a:prstGeom prst="rect">
            <a:avLst/>
          </a:prstGeom>
          <a:solidFill>
            <a:srgbClr val="141414"/>
          </a:solidFill>
          <a:ln>
            <a:noFill/>
          </a:ln>
        </p:spPr>
        <p:txBody>
          <a:bodyPr/>
          <a:lstStyle/>
          <a:p>
            <a:endParaRPr lang="uk-UA"/>
          </a:p>
        </p:txBody>
      </p:sp>
      <p:sp>
        <p:nvSpPr>
          <p:cNvPr id="162" name="shape162"/>
          <p:cNvSpPr/>
          <p:nvPr/>
        </p:nvSpPr>
        <p:spPr>
          <a:xfrm>
            <a:off x="4977232" y="1894637"/>
            <a:ext cx="83591" cy="667512"/>
          </a:xfrm>
          <a:prstGeom prst="rect">
            <a:avLst/>
          </a:prstGeom>
          <a:solidFill>
            <a:srgbClr val="5C5C5C"/>
          </a:solidFill>
          <a:ln>
            <a:noFill/>
          </a:ln>
        </p:spPr>
        <p:txBody>
          <a:bodyPr/>
          <a:lstStyle/>
          <a:p>
            <a:endParaRPr lang="uk-UA"/>
          </a:p>
        </p:txBody>
      </p:sp>
      <p:sp>
        <p:nvSpPr>
          <p:cNvPr id="163" name="shape163"/>
          <p:cNvSpPr/>
          <p:nvPr/>
        </p:nvSpPr>
        <p:spPr>
          <a:xfrm>
            <a:off x="5058994" y="1371600"/>
            <a:ext cx="83591" cy="263347"/>
          </a:xfrm>
          <a:prstGeom prst="rect">
            <a:avLst/>
          </a:prstGeom>
          <a:solidFill>
            <a:srgbClr val="141414"/>
          </a:solidFill>
          <a:ln>
            <a:noFill/>
          </a:ln>
        </p:spPr>
        <p:txBody>
          <a:bodyPr/>
          <a:lstStyle/>
          <a:p>
            <a:endParaRPr lang="uk-UA"/>
          </a:p>
        </p:txBody>
      </p:sp>
      <p:sp>
        <p:nvSpPr>
          <p:cNvPr id="164" name="shape164"/>
          <p:cNvSpPr/>
          <p:nvPr/>
        </p:nvSpPr>
        <p:spPr>
          <a:xfrm>
            <a:off x="5058994" y="1633118"/>
            <a:ext cx="83591" cy="263347"/>
          </a:xfrm>
          <a:prstGeom prst="rect">
            <a:avLst/>
          </a:prstGeom>
          <a:solidFill>
            <a:srgbClr val="141414"/>
          </a:solidFill>
          <a:ln>
            <a:noFill/>
          </a:ln>
        </p:spPr>
        <p:txBody>
          <a:bodyPr/>
          <a:lstStyle/>
          <a:p>
            <a:endParaRPr lang="uk-UA"/>
          </a:p>
        </p:txBody>
      </p:sp>
      <p:sp>
        <p:nvSpPr>
          <p:cNvPr id="165" name="shape165"/>
          <p:cNvSpPr/>
          <p:nvPr/>
        </p:nvSpPr>
        <p:spPr>
          <a:xfrm>
            <a:off x="5058994" y="1894637"/>
            <a:ext cx="83591" cy="667512"/>
          </a:xfrm>
          <a:prstGeom prst="rect">
            <a:avLst/>
          </a:prstGeom>
          <a:solidFill>
            <a:srgbClr val="313131"/>
          </a:solidFill>
          <a:ln>
            <a:noFill/>
          </a:ln>
        </p:spPr>
        <p:txBody>
          <a:bodyPr/>
          <a:lstStyle/>
          <a:p>
            <a:endParaRPr lang="uk-UA"/>
          </a:p>
        </p:txBody>
      </p:sp>
      <p:sp>
        <p:nvSpPr>
          <p:cNvPr id="166" name="shape166"/>
          <p:cNvSpPr/>
          <p:nvPr/>
        </p:nvSpPr>
        <p:spPr>
          <a:xfrm>
            <a:off x="5140757" y="1371600"/>
            <a:ext cx="83591" cy="263347"/>
          </a:xfrm>
          <a:prstGeom prst="rect">
            <a:avLst/>
          </a:prstGeom>
          <a:solidFill>
            <a:srgbClr val="141414"/>
          </a:solidFill>
          <a:ln>
            <a:noFill/>
          </a:ln>
        </p:spPr>
        <p:txBody>
          <a:bodyPr/>
          <a:lstStyle/>
          <a:p>
            <a:endParaRPr lang="uk-UA"/>
          </a:p>
        </p:txBody>
      </p:sp>
      <p:sp>
        <p:nvSpPr>
          <p:cNvPr id="167" name="shape167"/>
          <p:cNvSpPr/>
          <p:nvPr/>
        </p:nvSpPr>
        <p:spPr>
          <a:xfrm>
            <a:off x="5140757" y="1633118"/>
            <a:ext cx="83591" cy="263347"/>
          </a:xfrm>
          <a:prstGeom prst="rect">
            <a:avLst/>
          </a:prstGeom>
          <a:solidFill>
            <a:srgbClr val="161616"/>
          </a:solidFill>
          <a:ln>
            <a:noFill/>
          </a:ln>
        </p:spPr>
        <p:txBody>
          <a:bodyPr/>
          <a:lstStyle/>
          <a:p>
            <a:endParaRPr lang="uk-UA"/>
          </a:p>
        </p:txBody>
      </p:sp>
      <p:sp>
        <p:nvSpPr>
          <p:cNvPr id="168" name="shape168"/>
          <p:cNvSpPr/>
          <p:nvPr/>
        </p:nvSpPr>
        <p:spPr>
          <a:xfrm>
            <a:off x="5140757" y="1894637"/>
            <a:ext cx="83591" cy="667512"/>
          </a:xfrm>
          <a:prstGeom prst="rect">
            <a:avLst/>
          </a:prstGeom>
          <a:solidFill>
            <a:srgbClr val="343434"/>
          </a:solidFill>
          <a:ln>
            <a:noFill/>
          </a:ln>
        </p:spPr>
        <p:txBody>
          <a:bodyPr/>
          <a:lstStyle/>
          <a:p>
            <a:endParaRPr lang="uk-UA"/>
          </a:p>
        </p:txBody>
      </p:sp>
      <p:sp>
        <p:nvSpPr>
          <p:cNvPr id="169" name="shape169"/>
          <p:cNvSpPr/>
          <p:nvPr/>
        </p:nvSpPr>
        <p:spPr>
          <a:xfrm>
            <a:off x="5222519" y="1371600"/>
            <a:ext cx="83591" cy="263347"/>
          </a:xfrm>
          <a:prstGeom prst="rect">
            <a:avLst/>
          </a:prstGeom>
          <a:solidFill>
            <a:srgbClr val="141414"/>
          </a:solidFill>
          <a:ln>
            <a:noFill/>
          </a:ln>
        </p:spPr>
        <p:txBody>
          <a:bodyPr/>
          <a:lstStyle/>
          <a:p>
            <a:endParaRPr lang="uk-UA"/>
          </a:p>
        </p:txBody>
      </p:sp>
      <p:sp>
        <p:nvSpPr>
          <p:cNvPr id="170" name="shape170"/>
          <p:cNvSpPr/>
          <p:nvPr/>
        </p:nvSpPr>
        <p:spPr>
          <a:xfrm>
            <a:off x="5222519" y="1633118"/>
            <a:ext cx="83591" cy="263347"/>
          </a:xfrm>
          <a:prstGeom prst="rect">
            <a:avLst/>
          </a:prstGeom>
          <a:solidFill>
            <a:srgbClr val="4A4A4A"/>
          </a:solidFill>
          <a:ln>
            <a:noFill/>
          </a:ln>
        </p:spPr>
        <p:txBody>
          <a:bodyPr/>
          <a:lstStyle/>
          <a:p>
            <a:endParaRPr lang="uk-UA"/>
          </a:p>
        </p:txBody>
      </p:sp>
      <p:sp>
        <p:nvSpPr>
          <p:cNvPr id="171" name="shape171"/>
          <p:cNvSpPr/>
          <p:nvPr/>
        </p:nvSpPr>
        <p:spPr>
          <a:xfrm>
            <a:off x="5222519" y="1894637"/>
            <a:ext cx="83591" cy="667512"/>
          </a:xfrm>
          <a:prstGeom prst="rect">
            <a:avLst/>
          </a:prstGeom>
          <a:solidFill>
            <a:srgbClr val="141414"/>
          </a:solidFill>
          <a:ln>
            <a:noFill/>
          </a:ln>
        </p:spPr>
        <p:txBody>
          <a:bodyPr/>
          <a:lstStyle/>
          <a:p>
            <a:endParaRPr lang="uk-UA"/>
          </a:p>
        </p:txBody>
      </p:sp>
      <p:sp>
        <p:nvSpPr>
          <p:cNvPr id="172" name="shape172"/>
          <p:cNvSpPr/>
          <p:nvPr/>
        </p:nvSpPr>
        <p:spPr>
          <a:xfrm>
            <a:off x="5304282" y="1371600"/>
            <a:ext cx="83591" cy="263347"/>
          </a:xfrm>
          <a:prstGeom prst="rect">
            <a:avLst/>
          </a:prstGeom>
          <a:solidFill>
            <a:srgbClr val="141414"/>
          </a:solidFill>
          <a:ln>
            <a:noFill/>
          </a:ln>
        </p:spPr>
        <p:txBody>
          <a:bodyPr/>
          <a:lstStyle/>
          <a:p>
            <a:endParaRPr lang="uk-UA"/>
          </a:p>
        </p:txBody>
      </p:sp>
      <p:sp>
        <p:nvSpPr>
          <p:cNvPr id="173" name="shape173"/>
          <p:cNvSpPr/>
          <p:nvPr/>
        </p:nvSpPr>
        <p:spPr>
          <a:xfrm>
            <a:off x="5304282" y="1633118"/>
            <a:ext cx="83591" cy="263347"/>
          </a:xfrm>
          <a:prstGeom prst="rect">
            <a:avLst/>
          </a:prstGeom>
          <a:solidFill>
            <a:srgbClr val="3F3F3F"/>
          </a:solidFill>
          <a:ln>
            <a:noFill/>
          </a:ln>
        </p:spPr>
        <p:txBody>
          <a:bodyPr/>
          <a:lstStyle/>
          <a:p>
            <a:endParaRPr lang="uk-UA"/>
          </a:p>
        </p:txBody>
      </p:sp>
      <p:sp>
        <p:nvSpPr>
          <p:cNvPr id="174" name="shape174"/>
          <p:cNvSpPr/>
          <p:nvPr/>
        </p:nvSpPr>
        <p:spPr>
          <a:xfrm>
            <a:off x="5304282" y="1894637"/>
            <a:ext cx="83591" cy="667512"/>
          </a:xfrm>
          <a:prstGeom prst="rect">
            <a:avLst/>
          </a:prstGeom>
          <a:solidFill>
            <a:srgbClr val="141414"/>
          </a:solidFill>
          <a:ln>
            <a:noFill/>
          </a:ln>
        </p:spPr>
        <p:txBody>
          <a:bodyPr/>
          <a:lstStyle/>
          <a:p>
            <a:endParaRPr lang="uk-UA"/>
          </a:p>
        </p:txBody>
      </p:sp>
      <p:sp>
        <p:nvSpPr>
          <p:cNvPr id="175" name="shape175"/>
          <p:cNvSpPr/>
          <p:nvPr/>
        </p:nvSpPr>
        <p:spPr>
          <a:xfrm>
            <a:off x="5386045" y="1371600"/>
            <a:ext cx="83591" cy="263347"/>
          </a:xfrm>
          <a:prstGeom prst="rect">
            <a:avLst/>
          </a:prstGeom>
          <a:solidFill>
            <a:srgbClr val="141414"/>
          </a:solidFill>
          <a:ln>
            <a:noFill/>
          </a:ln>
        </p:spPr>
        <p:txBody>
          <a:bodyPr/>
          <a:lstStyle/>
          <a:p>
            <a:endParaRPr lang="uk-UA"/>
          </a:p>
        </p:txBody>
      </p:sp>
      <p:sp>
        <p:nvSpPr>
          <p:cNvPr id="176" name="shape176"/>
          <p:cNvSpPr/>
          <p:nvPr/>
        </p:nvSpPr>
        <p:spPr>
          <a:xfrm>
            <a:off x="5386045" y="1633118"/>
            <a:ext cx="83591" cy="263347"/>
          </a:xfrm>
          <a:prstGeom prst="rect">
            <a:avLst/>
          </a:prstGeom>
          <a:solidFill>
            <a:srgbClr val="1B1B1B"/>
          </a:solidFill>
          <a:ln>
            <a:noFill/>
          </a:ln>
        </p:spPr>
        <p:txBody>
          <a:bodyPr/>
          <a:lstStyle/>
          <a:p>
            <a:endParaRPr lang="uk-UA"/>
          </a:p>
        </p:txBody>
      </p:sp>
      <p:sp>
        <p:nvSpPr>
          <p:cNvPr id="177" name="shape177"/>
          <p:cNvSpPr/>
          <p:nvPr/>
        </p:nvSpPr>
        <p:spPr>
          <a:xfrm>
            <a:off x="5386045" y="1894637"/>
            <a:ext cx="83591" cy="667512"/>
          </a:xfrm>
          <a:prstGeom prst="rect">
            <a:avLst/>
          </a:prstGeom>
          <a:solidFill>
            <a:srgbClr val="141414"/>
          </a:solidFill>
          <a:ln>
            <a:noFill/>
          </a:ln>
        </p:spPr>
        <p:txBody>
          <a:bodyPr/>
          <a:lstStyle/>
          <a:p>
            <a:endParaRPr lang="uk-UA"/>
          </a:p>
        </p:txBody>
      </p:sp>
      <p:sp>
        <p:nvSpPr>
          <p:cNvPr id="178" name="shape178"/>
          <p:cNvSpPr/>
          <p:nvPr/>
        </p:nvSpPr>
        <p:spPr>
          <a:xfrm>
            <a:off x="5467807" y="1371600"/>
            <a:ext cx="83591" cy="263347"/>
          </a:xfrm>
          <a:prstGeom prst="rect">
            <a:avLst/>
          </a:prstGeom>
          <a:solidFill>
            <a:srgbClr val="141414"/>
          </a:solidFill>
          <a:ln>
            <a:noFill/>
          </a:ln>
        </p:spPr>
        <p:txBody>
          <a:bodyPr/>
          <a:lstStyle/>
          <a:p>
            <a:endParaRPr lang="uk-UA"/>
          </a:p>
        </p:txBody>
      </p:sp>
      <p:sp>
        <p:nvSpPr>
          <p:cNvPr id="179" name="shape179"/>
          <p:cNvSpPr/>
          <p:nvPr/>
        </p:nvSpPr>
        <p:spPr>
          <a:xfrm>
            <a:off x="5467807" y="1633118"/>
            <a:ext cx="83591" cy="263347"/>
          </a:xfrm>
          <a:prstGeom prst="rect">
            <a:avLst/>
          </a:prstGeom>
          <a:solidFill>
            <a:srgbClr val="141414"/>
          </a:solidFill>
          <a:ln>
            <a:noFill/>
          </a:ln>
        </p:spPr>
        <p:txBody>
          <a:bodyPr/>
          <a:lstStyle/>
          <a:p>
            <a:endParaRPr lang="uk-UA"/>
          </a:p>
        </p:txBody>
      </p:sp>
      <p:sp>
        <p:nvSpPr>
          <p:cNvPr id="180" name="shape180"/>
          <p:cNvSpPr/>
          <p:nvPr/>
        </p:nvSpPr>
        <p:spPr>
          <a:xfrm>
            <a:off x="5467807" y="1894637"/>
            <a:ext cx="83591" cy="667512"/>
          </a:xfrm>
          <a:prstGeom prst="rect">
            <a:avLst/>
          </a:prstGeom>
          <a:solidFill>
            <a:srgbClr val="141414"/>
          </a:solidFill>
          <a:ln>
            <a:noFill/>
          </a:ln>
        </p:spPr>
        <p:txBody>
          <a:bodyPr/>
          <a:lstStyle/>
          <a:p>
            <a:endParaRPr lang="uk-UA"/>
          </a:p>
        </p:txBody>
      </p:sp>
      <p:sp>
        <p:nvSpPr>
          <p:cNvPr id="181" name="shape181"/>
          <p:cNvSpPr/>
          <p:nvPr/>
        </p:nvSpPr>
        <p:spPr>
          <a:xfrm>
            <a:off x="5549570" y="1371600"/>
            <a:ext cx="83591" cy="263347"/>
          </a:xfrm>
          <a:prstGeom prst="rect">
            <a:avLst/>
          </a:prstGeom>
          <a:solidFill>
            <a:srgbClr val="141414"/>
          </a:solidFill>
          <a:ln>
            <a:noFill/>
          </a:ln>
        </p:spPr>
        <p:txBody>
          <a:bodyPr/>
          <a:lstStyle/>
          <a:p>
            <a:endParaRPr lang="uk-UA"/>
          </a:p>
        </p:txBody>
      </p:sp>
      <p:sp>
        <p:nvSpPr>
          <p:cNvPr id="182" name="shape182"/>
          <p:cNvSpPr/>
          <p:nvPr/>
        </p:nvSpPr>
        <p:spPr>
          <a:xfrm>
            <a:off x="5549570" y="1633118"/>
            <a:ext cx="83591" cy="263347"/>
          </a:xfrm>
          <a:prstGeom prst="rect">
            <a:avLst/>
          </a:prstGeom>
          <a:solidFill>
            <a:srgbClr val="141414"/>
          </a:solidFill>
          <a:ln>
            <a:noFill/>
          </a:ln>
        </p:spPr>
        <p:txBody>
          <a:bodyPr/>
          <a:lstStyle/>
          <a:p>
            <a:endParaRPr lang="uk-UA"/>
          </a:p>
        </p:txBody>
      </p:sp>
      <p:sp>
        <p:nvSpPr>
          <p:cNvPr id="183" name="shape183"/>
          <p:cNvSpPr/>
          <p:nvPr/>
        </p:nvSpPr>
        <p:spPr>
          <a:xfrm>
            <a:off x="5549570" y="1894637"/>
            <a:ext cx="83591" cy="667512"/>
          </a:xfrm>
          <a:prstGeom prst="rect">
            <a:avLst/>
          </a:prstGeom>
          <a:solidFill>
            <a:srgbClr val="141414"/>
          </a:solidFill>
          <a:ln>
            <a:noFill/>
          </a:ln>
        </p:spPr>
        <p:txBody>
          <a:bodyPr/>
          <a:lstStyle/>
          <a:p>
            <a:endParaRPr lang="uk-UA"/>
          </a:p>
        </p:txBody>
      </p:sp>
      <p:sp>
        <p:nvSpPr>
          <p:cNvPr id="184" name="shape184"/>
          <p:cNvSpPr/>
          <p:nvPr/>
        </p:nvSpPr>
        <p:spPr>
          <a:xfrm>
            <a:off x="5631332" y="1371600"/>
            <a:ext cx="83591" cy="263347"/>
          </a:xfrm>
          <a:prstGeom prst="rect">
            <a:avLst/>
          </a:prstGeom>
          <a:solidFill>
            <a:srgbClr val="1D1D1D"/>
          </a:solidFill>
          <a:ln>
            <a:noFill/>
          </a:ln>
        </p:spPr>
        <p:txBody>
          <a:bodyPr/>
          <a:lstStyle/>
          <a:p>
            <a:endParaRPr lang="uk-UA"/>
          </a:p>
        </p:txBody>
      </p:sp>
      <p:sp>
        <p:nvSpPr>
          <p:cNvPr id="185" name="shape185"/>
          <p:cNvSpPr/>
          <p:nvPr/>
        </p:nvSpPr>
        <p:spPr>
          <a:xfrm>
            <a:off x="5631332" y="1633118"/>
            <a:ext cx="83591" cy="263347"/>
          </a:xfrm>
          <a:prstGeom prst="rect">
            <a:avLst/>
          </a:prstGeom>
          <a:solidFill>
            <a:srgbClr val="141414"/>
          </a:solidFill>
          <a:ln>
            <a:noFill/>
          </a:ln>
        </p:spPr>
        <p:txBody>
          <a:bodyPr/>
          <a:lstStyle/>
          <a:p>
            <a:endParaRPr lang="uk-UA"/>
          </a:p>
        </p:txBody>
      </p:sp>
      <p:sp>
        <p:nvSpPr>
          <p:cNvPr id="186" name="shape186"/>
          <p:cNvSpPr/>
          <p:nvPr/>
        </p:nvSpPr>
        <p:spPr>
          <a:xfrm>
            <a:off x="5631332" y="1894637"/>
            <a:ext cx="83591" cy="667512"/>
          </a:xfrm>
          <a:prstGeom prst="rect">
            <a:avLst/>
          </a:prstGeom>
          <a:solidFill>
            <a:srgbClr val="141414"/>
          </a:solidFill>
          <a:ln>
            <a:noFill/>
          </a:ln>
        </p:spPr>
        <p:txBody>
          <a:bodyPr/>
          <a:lstStyle/>
          <a:p>
            <a:endParaRPr lang="uk-UA"/>
          </a:p>
        </p:txBody>
      </p:sp>
      <p:sp>
        <p:nvSpPr>
          <p:cNvPr id="187" name="shape187"/>
          <p:cNvSpPr/>
          <p:nvPr/>
        </p:nvSpPr>
        <p:spPr>
          <a:xfrm>
            <a:off x="5713095" y="1371600"/>
            <a:ext cx="83591" cy="263347"/>
          </a:xfrm>
          <a:prstGeom prst="rect">
            <a:avLst/>
          </a:prstGeom>
          <a:solidFill>
            <a:srgbClr val="161616"/>
          </a:solidFill>
          <a:ln>
            <a:noFill/>
          </a:ln>
        </p:spPr>
        <p:txBody>
          <a:bodyPr/>
          <a:lstStyle/>
          <a:p>
            <a:endParaRPr lang="uk-UA"/>
          </a:p>
        </p:txBody>
      </p:sp>
      <p:sp>
        <p:nvSpPr>
          <p:cNvPr id="188" name="shape188"/>
          <p:cNvSpPr/>
          <p:nvPr/>
        </p:nvSpPr>
        <p:spPr>
          <a:xfrm>
            <a:off x="5713095" y="1633118"/>
            <a:ext cx="83591" cy="263347"/>
          </a:xfrm>
          <a:prstGeom prst="rect">
            <a:avLst/>
          </a:prstGeom>
          <a:solidFill>
            <a:srgbClr val="161616"/>
          </a:solidFill>
          <a:ln>
            <a:noFill/>
          </a:ln>
        </p:spPr>
        <p:txBody>
          <a:bodyPr/>
          <a:lstStyle/>
          <a:p>
            <a:endParaRPr lang="uk-UA"/>
          </a:p>
        </p:txBody>
      </p:sp>
      <p:sp>
        <p:nvSpPr>
          <p:cNvPr id="189" name="shape189"/>
          <p:cNvSpPr/>
          <p:nvPr/>
        </p:nvSpPr>
        <p:spPr>
          <a:xfrm>
            <a:off x="5713095" y="1894637"/>
            <a:ext cx="83591" cy="667512"/>
          </a:xfrm>
          <a:prstGeom prst="rect">
            <a:avLst/>
          </a:prstGeom>
          <a:solidFill>
            <a:srgbClr val="141414"/>
          </a:solidFill>
          <a:ln>
            <a:noFill/>
          </a:ln>
        </p:spPr>
        <p:txBody>
          <a:bodyPr/>
          <a:lstStyle/>
          <a:p>
            <a:endParaRPr lang="uk-UA"/>
          </a:p>
        </p:txBody>
      </p:sp>
      <p:sp>
        <p:nvSpPr>
          <p:cNvPr id="190" name="shape190"/>
          <p:cNvSpPr/>
          <p:nvPr/>
        </p:nvSpPr>
        <p:spPr>
          <a:xfrm>
            <a:off x="5794858" y="1371600"/>
            <a:ext cx="83591" cy="263347"/>
          </a:xfrm>
          <a:prstGeom prst="rect">
            <a:avLst/>
          </a:prstGeom>
          <a:solidFill>
            <a:srgbClr val="161616"/>
          </a:solidFill>
          <a:ln>
            <a:noFill/>
          </a:ln>
        </p:spPr>
        <p:txBody>
          <a:bodyPr/>
          <a:lstStyle/>
          <a:p>
            <a:endParaRPr lang="uk-UA"/>
          </a:p>
        </p:txBody>
      </p:sp>
      <p:sp>
        <p:nvSpPr>
          <p:cNvPr id="191" name="shape191"/>
          <p:cNvSpPr/>
          <p:nvPr/>
        </p:nvSpPr>
        <p:spPr>
          <a:xfrm>
            <a:off x="5794858" y="1633118"/>
            <a:ext cx="83591" cy="263347"/>
          </a:xfrm>
          <a:prstGeom prst="rect">
            <a:avLst/>
          </a:prstGeom>
          <a:solidFill>
            <a:srgbClr val="191919"/>
          </a:solidFill>
          <a:ln>
            <a:noFill/>
          </a:ln>
        </p:spPr>
        <p:txBody>
          <a:bodyPr/>
          <a:lstStyle/>
          <a:p>
            <a:endParaRPr lang="uk-UA"/>
          </a:p>
        </p:txBody>
      </p:sp>
      <p:sp>
        <p:nvSpPr>
          <p:cNvPr id="192" name="shape192"/>
          <p:cNvSpPr/>
          <p:nvPr/>
        </p:nvSpPr>
        <p:spPr>
          <a:xfrm>
            <a:off x="5794858" y="1894637"/>
            <a:ext cx="83591" cy="667512"/>
          </a:xfrm>
          <a:prstGeom prst="rect">
            <a:avLst/>
          </a:prstGeom>
          <a:solidFill>
            <a:srgbClr val="141414"/>
          </a:solidFill>
          <a:ln>
            <a:noFill/>
          </a:ln>
        </p:spPr>
        <p:txBody>
          <a:bodyPr/>
          <a:lstStyle/>
          <a:p>
            <a:endParaRPr lang="uk-UA"/>
          </a:p>
        </p:txBody>
      </p:sp>
      <p:sp>
        <p:nvSpPr>
          <p:cNvPr id="193" name="shape193"/>
          <p:cNvSpPr/>
          <p:nvPr/>
        </p:nvSpPr>
        <p:spPr>
          <a:xfrm>
            <a:off x="5876620" y="1371600"/>
            <a:ext cx="83591" cy="263347"/>
          </a:xfrm>
          <a:prstGeom prst="rect">
            <a:avLst/>
          </a:prstGeom>
          <a:solidFill>
            <a:srgbClr val="191919"/>
          </a:solidFill>
          <a:ln>
            <a:noFill/>
          </a:ln>
        </p:spPr>
        <p:txBody>
          <a:bodyPr/>
          <a:lstStyle/>
          <a:p>
            <a:endParaRPr lang="uk-UA"/>
          </a:p>
        </p:txBody>
      </p:sp>
      <p:sp>
        <p:nvSpPr>
          <p:cNvPr id="194" name="shape194"/>
          <p:cNvSpPr/>
          <p:nvPr/>
        </p:nvSpPr>
        <p:spPr>
          <a:xfrm>
            <a:off x="5876620" y="1633118"/>
            <a:ext cx="83591" cy="263347"/>
          </a:xfrm>
          <a:prstGeom prst="rect">
            <a:avLst/>
          </a:prstGeom>
          <a:solidFill>
            <a:srgbClr val="1B1B1B"/>
          </a:solidFill>
          <a:ln>
            <a:noFill/>
          </a:ln>
        </p:spPr>
        <p:txBody>
          <a:bodyPr/>
          <a:lstStyle/>
          <a:p>
            <a:endParaRPr lang="uk-UA"/>
          </a:p>
        </p:txBody>
      </p:sp>
      <p:sp>
        <p:nvSpPr>
          <p:cNvPr id="195" name="shape195"/>
          <p:cNvSpPr/>
          <p:nvPr/>
        </p:nvSpPr>
        <p:spPr>
          <a:xfrm>
            <a:off x="5876620" y="1894637"/>
            <a:ext cx="83591" cy="667512"/>
          </a:xfrm>
          <a:prstGeom prst="rect">
            <a:avLst/>
          </a:prstGeom>
          <a:solidFill>
            <a:srgbClr val="141414"/>
          </a:solidFill>
          <a:ln>
            <a:noFill/>
          </a:ln>
        </p:spPr>
        <p:txBody>
          <a:bodyPr/>
          <a:lstStyle/>
          <a:p>
            <a:endParaRPr lang="uk-UA"/>
          </a:p>
        </p:txBody>
      </p:sp>
      <p:sp>
        <p:nvSpPr>
          <p:cNvPr id="196" name="shape196"/>
          <p:cNvSpPr/>
          <p:nvPr/>
        </p:nvSpPr>
        <p:spPr>
          <a:xfrm>
            <a:off x="5958383" y="1371600"/>
            <a:ext cx="83591" cy="263347"/>
          </a:xfrm>
          <a:prstGeom prst="rect">
            <a:avLst/>
          </a:prstGeom>
          <a:solidFill>
            <a:srgbClr val="141414"/>
          </a:solidFill>
          <a:ln>
            <a:noFill/>
          </a:ln>
        </p:spPr>
        <p:txBody>
          <a:bodyPr/>
          <a:lstStyle/>
          <a:p>
            <a:endParaRPr lang="uk-UA"/>
          </a:p>
        </p:txBody>
      </p:sp>
      <p:sp>
        <p:nvSpPr>
          <p:cNvPr id="197" name="shape197"/>
          <p:cNvSpPr/>
          <p:nvPr/>
        </p:nvSpPr>
        <p:spPr>
          <a:xfrm>
            <a:off x="5958383" y="1633118"/>
            <a:ext cx="83591" cy="263347"/>
          </a:xfrm>
          <a:prstGeom prst="rect">
            <a:avLst/>
          </a:prstGeom>
          <a:solidFill>
            <a:srgbClr val="141414"/>
          </a:solidFill>
          <a:ln>
            <a:noFill/>
          </a:ln>
        </p:spPr>
        <p:txBody>
          <a:bodyPr/>
          <a:lstStyle/>
          <a:p>
            <a:endParaRPr lang="uk-UA"/>
          </a:p>
        </p:txBody>
      </p:sp>
      <p:sp>
        <p:nvSpPr>
          <p:cNvPr id="198" name="shape198"/>
          <p:cNvSpPr/>
          <p:nvPr/>
        </p:nvSpPr>
        <p:spPr>
          <a:xfrm>
            <a:off x="5958383" y="1894637"/>
            <a:ext cx="83591" cy="667512"/>
          </a:xfrm>
          <a:prstGeom prst="rect">
            <a:avLst/>
          </a:prstGeom>
          <a:solidFill>
            <a:srgbClr val="141414"/>
          </a:solidFill>
          <a:ln>
            <a:noFill/>
          </a:ln>
        </p:spPr>
        <p:txBody>
          <a:bodyPr/>
          <a:lstStyle/>
          <a:p>
            <a:endParaRPr lang="uk-UA"/>
          </a:p>
        </p:txBody>
      </p:sp>
      <p:sp>
        <p:nvSpPr>
          <p:cNvPr id="199" name="shape199"/>
          <p:cNvSpPr/>
          <p:nvPr/>
        </p:nvSpPr>
        <p:spPr>
          <a:xfrm>
            <a:off x="6040145" y="1371600"/>
            <a:ext cx="83591" cy="263347"/>
          </a:xfrm>
          <a:prstGeom prst="rect">
            <a:avLst/>
          </a:prstGeom>
          <a:solidFill>
            <a:srgbClr val="141414"/>
          </a:solidFill>
          <a:ln>
            <a:noFill/>
          </a:ln>
        </p:spPr>
        <p:txBody>
          <a:bodyPr/>
          <a:lstStyle/>
          <a:p>
            <a:endParaRPr lang="uk-UA"/>
          </a:p>
        </p:txBody>
      </p:sp>
      <p:sp>
        <p:nvSpPr>
          <p:cNvPr id="200" name="shape200"/>
          <p:cNvSpPr/>
          <p:nvPr/>
        </p:nvSpPr>
        <p:spPr>
          <a:xfrm>
            <a:off x="6040145" y="1633118"/>
            <a:ext cx="83591" cy="263347"/>
          </a:xfrm>
          <a:prstGeom prst="rect">
            <a:avLst/>
          </a:prstGeom>
          <a:solidFill>
            <a:srgbClr val="141414"/>
          </a:solidFill>
          <a:ln>
            <a:noFill/>
          </a:ln>
        </p:spPr>
        <p:txBody>
          <a:bodyPr/>
          <a:lstStyle/>
          <a:p>
            <a:endParaRPr lang="uk-UA"/>
          </a:p>
        </p:txBody>
      </p:sp>
      <p:sp>
        <p:nvSpPr>
          <p:cNvPr id="201" name="shape201"/>
          <p:cNvSpPr/>
          <p:nvPr/>
        </p:nvSpPr>
        <p:spPr>
          <a:xfrm>
            <a:off x="6040145" y="1894637"/>
            <a:ext cx="83591" cy="667512"/>
          </a:xfrm>
          <a:prstGeom prst="rect">
            <a:avLst/>
          </a:prstGeom>
          <a:solidFill>
            <a:srgbClr val="161616"/>
          </a:solidFill>
          <a:ln>
            <a:noFill/>
          </a:ln>
        </p:spPr>
        <p:txBody>
          <a:bodyPr/>
          <a:lstStyle/>
          <a:p>
            <a:endParaRPr lang="uk-UA"/>
          </a:p>
        </p:txBody>
      </p:sp>
      <p:sp>
        <p:nvSpPr>
          <p:cNvPr id="202" name="shape202"/>
          <p:cNvSpPr/>
          <p:nvPr/>
        </p:nvSpPr>
        <p:spPr>
          <a:xfrm>
            <a:off x="6121908" y="1371600"/>
            <a:ext cx="83591" cy="263347"/>
          </a:xfrm>
          <a:prstGeom prst="rect">
            <a:avLst/>
          </a:prstGeom>
          <a:solidFill>
            <a:srgbClr val="141414"/>
          </a:solidFill>
          <a:ln>
            <a:noFill/>
          </a:ln>
        </p:spPr>
        <p:txBody>
          <a:bodyPr/>
          <a:lstStyle/>
          <a:p>
            <a:endParaRPr lang="uk-UA"/>
          </a:p>
        </p:txBody>
      </p:sp>
      <p:sp>
        <p:nvSpPr>
          <p:cNvPr id="203" name="shape203"/>
          <p:cNvSpPr/>
          <p:nvPr/>
        </p:nvSpPr>
        <p:spPr>
          <a:xfrm>
            <a:off x="6121908" y="1633118"/>
            <a:ext cx="83591" cy="263347"/>
          </a:xfrm>
          <a:prstGeom prst="rect">
            <a:avLst/>
          </a:prstGeom>
          <a:solidFill>
            <a:srgbClr val="141414"/>
          </a:solidFill>
          <a:ln>
            <a:noFill/>
          </a:ln>
        </p:spPr>
        <p:txBody>
          <a:bodyPr/>
          <a:lstStyle/>
          <a:p>
            <a:endParaRPr lang="uk-UA"/>
          </a:p>
        </p:txBody>
      </p:sp>
      <p:sp>
        <p:nvSpPr>
          <p:cNvPr id="204" name="shape204"/>
          <p:cNvSpPr/>
          <p:nvPr/>
        </p:nvSpPr>
        <p:spPr>
          <a:xfrm>
            <a:off x="6121908" y="1894637"/>
            <a:ext cx="83591" cy="667512"/>
          </a:xfrm>
          <a:prstGeom prst="rect">
            <a:avLst/>
          </a:prstGeom>
          <a:solidFill>
            <a:srgbClr val="1F1F1F"/>
          </a:solidFill>
          <a:ln>
            <a:noFill/>
          </a:ln>
        </p:spPr>
        <p:txBody>
          <a:bodyPr/>
          <a:lstStyle/>
          <a:p>
            <a:endParaRPr lang="uk-UA"/>
          </a:p>
        </p:txBody>
      </p:sp>
      <p:sp>
        <p:nvSpPr>
          <p:cNvPr id="205" name="shape205"/>
          <p:cNvSpPr/>
          <p:nvPr/>
        </p:nvSpPr>
        <p:spPr>
          <a:xfrm>
            <a:off x="6203671" y="1371600"/>
            <a:ext cx="83591" cy="263347"/>
          </a:xfrm>
          <a:prstGeom prst="rect">
            <a:avLst/>
          </a:prstGeom>
          <a:solidFill>
            <a:srgbClr val="2F2F2F"/>
          </a:solidFill>
          <a:ln>
            <a:noFill/>
          </a:ln>
        </p:spPr>
        <p:txBody>
          <a:bodyPr/>
          <a:lstStyle/>
          <a:p>
            <a:endParaRPr lang="uk-UA"/>
          </a:p>
        </p:txBody>
      </p:sp>
      <p:sp>
        <p:nvSpPr>
          <p:cNvPr id="206" name="shape206"/>
          <p:cNvSpPr/>
          <p:nvPr/>
        </p:nvSpPr>
        <p:spPr>
          <a:xfrm>
            <a:off x="6203671" y="1633118"/>
            <a:ext cx="83591" cy="263347"/>
          </a:xfrm>
          <a:prstGeom prst="rect">
            <a:avLst/>
          </a:prstGeom>
          <a:solidFill>
            <a:srgbClr val="141414"/>
          </a:solidFill>
          <a:ln>
            <a:noFill/>
          </a:ln>
        </p:spPr>
        <p:txBody>
          <a:bodyPr/>
          <a:lstStyle/>
          <a:p>
            <a:endParaRPr lang="uk-UA"/>
          </a:p>
        </p:txBody>
      </p:sp>
      <p:sp>
        <p:nvSpPr>
          <p:cNvPr id="207" name="shape207"/>
          <p:cNvSpPr/>
          <p:nvPr/>
        </p:nvSpPr>
        <p:spPr>
          <a:xfrm>
            <a:off x="6203671" y="1894637"/>
            <a:ext cx="83591" cy="667512"/>
          </a:xfrm>
          <a:prstGeom prst="rect">
            <a:avLst/>
          </a:prstGeom>
          <a:solidFill>
            <a:srgbClr val="141414"/>
          </a:solidFill>
          <a:ln>
            <a:noFill/>
          </a:ln>
        </p:spPr>
        <p:txBody>
          <a:bodyPr/>
          <a:lstStyle/>
          <a:p>
            <a:endParaRPr lang="uk-UA"/>
          </a:p>
        </p:txBody>
      </p:sp>
      <p:sp>
        <p:nvSpPr>
          <p:cNvPr id="208" name="shape208"/>
          <p:cNvSpPr/>
          <p:nvPr/>
        </p:nvSpPr>
        <p:spPr>
          <a:xfrm>
            <a:off x="6285433" y="1371600"/>
            <a:ext cx="83591" cy="263347"/>
          </a:xfrm>
          <a:prstGeom prst="rect">
            <a:avLst/>
          </a:prstGeom>
          <a:solidFill>
            <a:srgbClr val="141414"/>
          </a:solidFill>
          <a:ln>
            <a:noFill/>
          </a:ln>
        </p:spPr>
        <p:txBody>
          <a:bodyPr/>
          <a:lstStyle/>
          <a:p>
            <a:endParaRPr lang="uk-UA"/>
          </a:p>
        </p:txBody>
      </p:sp>
      <p:sp>
        <p:nvSpPr>
          <p:cNvPr id="209" name="shape209"/>
          <p:cNvSpPr/>
          <p:nvPr/>
        </p:nvSpPr>
        <p:spPr>
          <a:xfrm>
            <a:off x="6285433" y="1633118"/>
            <a:ext cx="83591" cy="263347"/>
          </a:xfrm>
          <a:prstGeom prst="rect">
            <a:avLst/>
          </a:prstGeom>
          <a:solidFill>
            <a:srgbClr val="141414"/>
          </a:solidFill>
          <a:ln>
            <a:noFill/>
          </a:ln>
        </p:spPr>
        <p:txBody>
          <a:bodyPr/>
          <a:lstStyle/>
          <a:p>
            <a:endParaRPr lang="uk-UA"/>
          </a:p>
        </p:txBody>
      </p:sp>
      <p:sp>
        <p:nvSpPr>
          <p:cNvPr id="210" name="shape210"/>
          <p:cNvSpPr/>
          <p:nvPr/>
        </p:nvSpPr>
        <p:spPr>
          <a:xfrm>
            <a:off x="6285433" y="1894637"/>
            <a:ext cx="83591" cy="667512"/>
          </a:xfrm>
          <a:prstGeom prst="rect">
            <a:avLst/>
          </a:prstGeom>
          <a:solidFill>
            <a:srgbClr val="141414"/>
          </a:solidFill>
          <a:ln>
            <a:noFill/>
          </a:ln>
        </p:spPr>
        <p:txBody>
          <a:bodyPr/>
          <a:lstStyle/>
          <a:p>
            <a:endParaRPr lang="uk-UA"/>
          </a:p>
        </p:txBody>
      </p:sp>
      <p:sp>
        <p:nvSpPr>
          <p:cNvPr id="211" name="shape211"/>
          <p:cNvSpPr/>
          <p:nvPr/>
        </p:nvSpPr>
        <p:spPr>
          <a:xfrm>
            <a:off x="6367196" y="1371600"/>
            <a:ext cx="83591" cy="263347"/>
          </a:xfrm>
          <a:prstGeom prst="rect">
            <a:avLst/>
          </a:prstGeom>
          <a:solidFill>
            <a:srgbClr val="141414"/>
          </a:solidFill>
          <a:ln>
            <a:noFill/>
          </a:ln>
        </p:spPr>
        <p:txBody>
          <a:bodyPr/>
          <a:lstStyle/>
          <a:p>
            <a:endParaRPr lang="uk-UA"/>
          </a:p>
        </p:txBody>
      </p:sp>
      <p:sp>
        <p:nvSpPr>
          <p:cNvPr id="212" name="shape212"/>
          <p:cNvSpPr/>
          <p:nvPr/>
        </p:nvSpPr>
        <p:spPr>
          <a:xfrm>
            <a:off x="6367196" y="1633118"/>
            <a:ext cx="83591" cy="263347"/>
          </a:xfrm>
          <a:prstGeom prst="rect">
            <a:avLst/>
          </a:prstGeom>
          <a:solidFill>
            <a:srgbClr val="141414"/>
          </a:solidFill>
          <a:ln>
            <a:noFill/>
          </a:ln>
        </p:spPr>
        <p:txBody>
          <a:bodyPr/>
          <a:lstStyle/>
          <a:p>
            <a:endParaRPr lang="uk-UA"/>
          </a:p>
        </p:txBody>
      </p:sp>
      <p:sp>
        <p:nvSpPr>
          <p:cNvPr id="213" name="shape213"/>
          <p:cNvSpPr/>
          <p:nvPr/>
        </p:nvSpPr>
        <p:spPr>
          <a:xfrm>
            <a:off x="6367196" y="1894637"/>
            <a:ext cx="83591" cy="667512"/>
          </a:xfrm>
          <a:prstGeom prst="rect">
            <a:avLst/>
          </a:prstGeom>
          <a:solidFill>
            <a:srgbClr val="141414"/>
          </a:solidFill>
          <a:ln>
            <a:noFill/>
          </a:ln>
        </p:spPr>
        <p:txBody>
          <a:bodyPr/>
          <a:lstStyle/>
          <a:p>
            <a:endParaRPr lang="uk-UA"/>
          </a:p>
        </p:txBody>
      </p:sp>
      <p:sp>
        <p:nvSpPr>
          <p:cNvPr id="214" name="shape214"/>
          <p:cNvSpPr/>
          <p:nvPr/>
        </p:nvSpPr>
        <p:spPr>
          <a:xfrm>
            <a:off x="6448958" y="1371600"/>
            <a:ext cx="83591" cy="263347"/>
          </a:xfrm>
          <a:prstGeom prst="rect">
            <a:avLst/>
          </a:prstGeom>
          <a:solidFill>
            <a:srgbClr val="141414"/>
          </a:solidFill>
          <a:ln>
            <a:noFill/>
          </a:ln>
        </p:spPr>
        <p:txBody>
          <a:bodyPr/>
          <a:lstStyle/>
          <a:p>
            <a:endParaRPr lang="uk-UA"/>
          </a:p>
        </p:txBody>
      </p:sp>
      <p:sp>
        <p:nvSpPr>
          <p:cNvPr id="215" name="shape215"/>
          <p:cNvSpPr/>
          <p:nvPr/>
        </p:nvSpPr>
        <p:spPr>
          <a:xfrm>
            <a:off x="6448958" y="1633118"/>
            <a:ext cx="83591" cy="263347"/>
          </a:xfrm>
          <a:prstGeom prst="rect">
            <a:avLst/>
          </a:prstGeom>
          <a:solidFill>
            <a:srgbClr val="141414"/>
          </a:solidFill>
          <a:ln>
            <a:noFill/>
          </a:ln>
        </p:spPr>
        <p:txBody>
          <a:bodyPr/>
          <a:lstStyle/>
          <a:p>
            <a:endParaRPr lang="uk-UA"/>
          </a:p>
        </p:txBody>
      </p:sp>
      <p:sp>
        <p:nvSpPr>
          <p:cNvPr id="216" name="shape216"/>
          <p:cNvSpPr/>
          <p:nvPr/>
        </p:nvSpPr>
        <p:spPr>
          <a:xfrm>
            <a:off x="6448958" y="1894637"/>
            <a:ext cx="83591" cy="667512"/>
          </a:xfrm>
          <a:prstGeom prst="rect">
            <a:avLst/>
          </a:prstGeom>
          <a:solidFill>
            <a:srgbClr val="141414"/>
          </a:solidFill>
          <a:ln>
            <a:noFill/>
          </a:ln>
        </p:spPr>
        <p:txBody>
          <a:bodyPr/>
          <a:lstStyle/>
          <a:p>
            <a:endParaRPr lang="uk-UA"/>
          </a:p>
        </p:txBody>
      </p:sp>
      <p:sp>
        <p:nvSpPr>
          <p:cNvPr id="217" name="shape217"/>
          <p:cNvSpPr/>
          <p:nvPr/>
        </p:nvSpPr>
        <p:spPr>
          <a:xfrm>
            <a:off x="6530721" y="1371600"/>
            <a:ext cx="83591" cy="263347"/>
          </a:xfrm>
          <a:prstGeom prst="rect">
            <a:avLst/>
          </a:prstGeom>
          <a:solidFill>
            <a:srgbClr val="141414"/>
          </a:solidFill>
          <a:ln>
            <a:noFill/>
          </a:ln>
        </p:spPr>
        <p:txBody>
          <a:bodyPr/>
          <a:lstStyle/>
          <a:p>
            <a:endParaRPr lang="uk-UA"/>
          </a:p>
        </p:txBody>
      </p:sp>
      <p:sp>
        <p:nvSpPr>
          <p:cNvPr id="218" name="shape218"/>
          <p:cNvSpPr/>
          <p:nvPr/>
        </p:nvSpPr>
        <p:spPr>
          <a:xfrm>
            <a:off x="6530721" y="1633118"/>
            <a:ext cx="83591" cy="263347"/>
          </a:xfrm>
          <a:prstGeom prst="rect">
            <a:avLst/>
          </a:prstGeom>
          <a:solidFill>
            <a:srgbClr val="141414"/>
          </a:solidFill>
          <a:ln>
            <a:noFill/>
          </a:ln>
        </p:spPr>
        <p:txBody>
          <a:bodyPr/>
          <a:lstStyle/>
          <a:p>
            <a:endParaRPr lang="uk-UA"/>
          </a:p>
        </p:txBody>
      </p:sp>
      <p:sp>
        <p:nvSpPr>
          <p:cNvPr id="219" name="shape219"/>
          <p:cNvSpPr/>
          <p:nvPr/>
        </p:nvSpPr>
        <p:spPr>
          <a:xfrm>
            <a:off x="6530721" y="1894637"/>
            <a:ext cx="83591" cy="667512"/>
          </a:xfrm>
          <a:prstGeom prst="rect">
            <a:avLst/>
          </a:prstGeom>
          <a:solidFill>
            <a:srgbClr val="141414"/>
          </a:solidFill>
          <a:ln>
            <a:noFill/>
          </a:ln>
        </p:spPr>
        <p:txBody>
          <a:bodyPr/>
          <a:lstStyle/>
          <a:p>
            <a:endParaRPr lang="uk-UA"/>
          </a:p>
        </p:txBody>
      </p:sp>
      <p:sp>
        <p:nvSpPr>
          <p:cNvPr id="220" name="shape220"/>
          <p:cNvSpPr/>
          <p:nvPr/>
        </p:nvSpPr>
        <p:spPr>
          <a:xfrm>
            <a:off x="6612484" y="1371600"/>
            <a:ext cx="83591" cy="263347"/>
          </a:xfrm>
          <a:prstGeom prst="rect">
            <a:avLst/>
          </a:prstGeom>
          <a:solidFill>
            <a:srgbClr val="141414"/>
          </a:solidFill>
          <a:ln>
            <a:noFill/>
          </a:ln>
        </p:spPr>
        <p:txBody>
          <a:bodyPr/>
          <a:lstStyle/>
          <a:p>
            <a:endParaRPr lang="uk-UA"/>
          </a:p>
        </p:txBody>
      </p:sp>
      <p:sp>
        <p:nvSpPr>
          <p:cNvPr id="221" name="shape221"/>
          <p:cNvSpPr/>
          <p:nvPr/>
        </p:nvSpPr>
        <p:spPr>
          <a:xfrm>
            <a:off x="6612484" y="1633118"/>
            <a:ext cx="83591" cy="263347"/>
          </a:xfrm>
          <a:prstGeom prst="rect">
            <a:avLst/>
          </a:prstGeom>
          <a:solidFill>
            <a:srgbClr val="141414"/>
          </a:solidFill>
          <a:ln>
            <a:noFill/>
          </a:ln>
        </p:spPr>
        <p:txBody>
          <a:bodyPr/>
          <a:lstStyle/>
          <a:p>
            <a:endParaRPr lang="uk-UA"/>
          </a:p>
        </p:txBody>
      </p:sp>
      <p:sp>
        <p:nvSpPr>
          <p:cNvPr id="222" name="shape222"/>
          <p:cNvSpPr/>
          <p:nvPr/>
        </p:nvSpPr>
        <p:spPr>
          <a:xfrm>
            <a:off x="6612484" y="1894637"/>
            <a:ext cx="83591" cy="667512"/>
          </a:xfrm>
          <a:prstGeom prst="rect">
            <a:avLst/>
          </a:prstGeom>
          <a:solidFill>
            <a:srgbClr val="1B1B1B"/>
          </a:solidFill>
          <a:ln>
            <a:noFill/>
          </a:ln>
        </p:spPr>
        <p:txBody>
          <a:bodyPr/>
          <a:lstStyle/>
          <a:p>
            <a:endParaRPr lang="uk-UA"/>
          </a:p>
        </p:txBody>
      </p:sp>
      <p:sp>
        <p:nvSpPr>
          <p:cNvPr id="223" name="shape223"/>
          <p:cNvSpPr/>
          <p:nvPr/>
        </p:nvSpPr>
        <p:spPr>
          <a:xfrm>
            <a:off x="6694246" y="1371600"/>
            <a:ext cx="83591" cy="263347"/>
          </a:xfrm>
          <a:prstGeom prst="rect">
            <a:avLst/>
          </a:prstGeom>
          <a:solidFill>
            <a:srgbClr val="141414"/>
          </a:solidFill>
          <a:ln>
            <a:noFill/>
          </a:ln>
        </p:spPr>
        <p:txBody>
          <a:bodyPr/>
          <a:lstStyle/>
          <a:p>
            <a:endParaRPr lang="uk-UA"/>
          </a:p>
        </p:txBody>
      </p:sp>
      <p:sp>
        <p:nvSpPr>
          <p:cNvPr id="224" name="shape224"/>
          <p:cNvSpPr/>
          <p:nvPr/>
        </p:nvSpPr>
        <p:spPr>
          <a:xfrm>
            <a:off x="6694246" y="1633118"/>
            <a:ext cx="83591" cy="263347"/>
          </a:xfrm>
          <a:prstGeom prst="rect">
            <a:avLst/>
          </a:prstGeom>
          <a:solidFill>
            <a:srgbClr val="141414"/>
          </a:solidFill>
          <a:ln>
            <a:noFill/>
          </a:ln>
        </p:spPr>
        <p:txBody>
          <a:bodyPr/>
          <a:lstStyle/>
          <a:p>
            <a:endParaRPr lang="uk-UA"/>
          </a:p>
        </p:txBody>
      </p:sp>
      <p:sp>
        <p:nvSpPr>
          <p:cNvPr id="225" name="shape225"/>
          <p:cNvSpPr/>
          <p:nvPr/>
        </p:nvSpPr>
        <p:spPr>
          <a:xfrm>
            <a:off x="6694246" y="1894637"/>
            <a:ext cx="83591" cy="667512"/>
          </a:xfrm>
          <a:prstGeom prst="rect">
            <a:avLst/>
          </a:prstGeom>
          <a:solidFill>
            <a:srgbClr val="2F2F2F"/>
          </a:solidFill>
          <a:ln>
            <a:noFill/>
          </a:ln>
        </p:spPr>
        <p:txBody>
          <a:bodyPr/>
          <a:lstStyle/>
          <a:p>
            <a:endParaRPr lang="uk-UA"/>
          </a:p>
        </p:txBody>
      </p:sp>
      <p:sp>
        <p:nvSpPr>
          <p:cNvPr id="226" name="shape226"/>
          <p:cNvSpPr/>
          <p:nvPr/>
        </p:nvSpPr>
        <p:spPr>
          <a:xfrm>
            <a:off x="6776009" y="1371600"/>
            <a:ext cx="83591" cy="263347"/>
          </a:xfrm>
          <a:prstGeom prst="rect">
            <a:avLst/>
          </a:prstGeom>
          <a:solidFill>
            <a:srgbClr val="141414"/>
          </a:solidFill>
          <a:ln>
            <a:noFill/>
          </a:ln>
        </p:spPr>
        <p:txBody>
          <a:bodyPr/>
          <a:lstStyle/>
          <a:p>
            <a:endParaRPr lang="uk-UA"/>
          </a:p>
        </p:txBody>
      </p:sp>
      <p:sp>
        <p:nvSpPr>
          <p:cNvPr id="227" name="shape227"/>
          <p:cNvSpPr/>
          <p:nvPr/>
        </p:nvSpPr>
        <p:spPr>
          <a:xfrm>
            <a:off x="6776009" y="1633118"/>
            <a:ext cx="83591" cy="263347"/>
          </a:xfrm>
          <a:prstGeom prst="rect">
            <a:avLst/>
          </a:prstGeom>
          <a:solidFill>
            <a:srgbClr val="141414"/>
          </a:solidFill>
          <a:ln>
            <a:noFill/>
          </a:ln>
        </p:spPr>
        <p:txBody>
          <a:bodyPr/>
          <a:lstStyle/>
          <a:p>
            <a:endParaRPr lang="uk-UA"/>
          </a:p>
        </p:txBody>
      </p:sp>
      <p:sp>
        <p:nvSpPr>
          <p:cNvPr id="228" name="shape228"/>
          <p:cNvSpPr/>
          <p:nvPr/>
        </p:nvSpPr>
        <p:spPr>
          <a:xfrm>
            <a:off x="6776009" y="1894637"/>
            <a:ext cx="83591" cy="667512"/>
          </a:xfrm>
          <a:prstGeom prst="rect">
            <a:avLst/>
          </a:prstGeom>
          <a:solidFill>
            <a:srgbClr val="2D2D2D"/>
          </a:solidFill>
          <a:ln>
            <a:noFill/>
          </a:ln>
        </p:spPr>
        <p:txBody>
          <a:bodyPr/>
          <a:lstStyle/>
          <a:p>
            <a:endParaRPr lang="uk-UA"/>
          </a:p>
        </p:txBody>
      </p:sp>
      <p:sp>
        <p:nvSpPr>
          <p:cNvPr id="229" name="shape229"/>
          <p:cNvSpPr/>
          <p:nvPr/>
        </p:nvSpPr>
        <p:spPr>
          <a:xfrm>
            <a:off x="6857771" y="1371600"/>
            <a:ext cx="83591" cy="263347"/>
          </a:xfrm>
          <a:prstGeom prst="rect">
            <a:avLst/>
          </a:prstGeom>
          <a:solidFill>
            <a:srgbClr val="161616"/>
          </a:solidFill>
          <a:ln>
            <a:noFill/>
          </a:ln>
        </p:spPr>
        <p:txBody>
          <a:bodyPr/>
          <a:lstStyle/>
          <a:p>
            <a:endParaRPr lang="uk-UA"/>
          </a:p>
        </p:txBody>
      </p:sp>
      <p:sp>
        <p:nvSpPr>
          <p:cNvPr id="230" name="shape230"/>
          <p:cNvSpPr/>
          <p:nvPr/>
        </p:nvSpPr>
        <p:spPr>
          <a:xfrm>
            <a:off x="6857771" y="1633118"/>
            <a:ext cx="83591" cy="263347"/>
          </a:xfrm>
          <a:prstGeom prst="rect">
            <a:avLst/>
          </a:prstGeom>
          <a:solidFill>
            <a:srgbClr val="141414"/>
          </a:solidFill>
          <a:ln>
            <a:noFill/>
          </a:ln>
        </p:spPr>
        <p:txBody>
          <a:bodyPr/>
          <a:lstStyle/>
          <a:p>
            <a:endParaRPr lang="uk-UA"/>
          </a:p>
        </p:txBody>
      </p:sp>
      <p:sp>
        <p:nvSpPr>
          <p:cNvPr id="231" name="shape231"/>
          <p:cNvSpPr/>
          <p:nvPr/>
        </p:nvSpPr>
        <p:spPr>
          <a:xfrm>
            <a:off x="6857771" y="1894637"/>
            <a:ext cx="83591" cy="667512"/>
          </a:xfrm>
          <a:prstGeom prst="rect">
            <a:avLst/>
          </a:prstGeom>
          <a:solidFill>
            <a:srgbClr val="222222"/>
          </a:solidFill>
          <a:ln>
            <a:noFill/>
          </a:ln>
        </p:spPr>
        <p:txBody>
          <a:bodyPr/>
          <a:lstStyle/>
          <a:p>
            <a:endParaRPr lang="uk-UA"/>
          </a:p>
        </p:txBody>
      </p:sp>
      <p:sp>
        <p:nvSpPr>
          <p:cNvPr id="232" name="shape232"/>
          <p:cNvSpPr/>
          <p:nvPr/>
        </p:nvSpPr>
        <p:spPr>
          <a:xfrm>
            <a:off x="6939534" y="1371600"/>
            <a:ext cx="83591" cy="263347"/>
          </a:xfrm>
          <a:prstGeom prst="rect">
            <a:avLst/>
          </a:prstGeom>
          <a:solidFill>
            <a:srgbClr val="535353"/>
          </a:solidFill>
          <a:ln>
            <a:noFill/>
          </a:ln>
        </p:spPr>
        <p:txBody>
          <a:bodyPr/>
          <a:lstStyle/>
          <a:p>
            <a:endParaRPr lang="uk-UA"/>
          </a:p>
        </p:txBody>
      </p:sp>
      <p:sp>
        <p:nvSpPr>
          <p:cNvPr id="233" name="shape233"/>
          <p:cNvSpPr/>
          <p:nvPr/>
        </p:nvSpPr>
        <p:spPr>
          <a:xfrm>
            <a:off x="6939534" y="1633118"/>
            <a:ext cx="83591" cy="263347"/>
          </a:xfrm>
          <a:prstGeom prst="rect">
            <a:avLst/>
          </a:prstGeom>
          <a:solidFill>
            <a:srgbClr val="1D1D1D"/>
          </a:solidFill>
          <a:ln>
            <a:noFill/>
          </a:ln>
        </p:spPr>
        <p:txBody>
          <a:bodyPr/>
          <a:lstStyle/>
          <a:p>
            <a:endParaRPr lang="uk-UA"/>
          </a:p>
        </p:txBody>
      </p:sp>
      <p:sp>
        <p:nvSpPr>
          <p:cNvPr id="234" name="shape234"/>
          <p:cNvSpPr/>
          <p:nvPr/>
        </p:nvSpPr>
        <p:spPr>
          <a:xfrm>
            <a:off x="6939534" y="1894637"/>
            <a:ext cx="83591" cy="667512"/>
          </a:xfrm>
          <a:prstGeom prst="rect">
            <a:avLst/>
          </a:prstGeom>
          <a:solidFill>
            <a:srgbClr val="282828"/>
          </a:solidFill>
          <a:ln>
            <a:noFill/>
          </a:ln>
        </p:spPr>
        <p:txBody>
          <a:bodyPr/>
          <a:lstStyle/>
          <a:p>
            <a:endParaRPr lang="uk-UA"/>
          </a:p>
        </p:txBody>
      </p:sp>
      <p:sp>
        <p:nvSpPr>
          <p:cNvPr id="235" name="shape235"/>
          <p:cNvSpPr/>
          <p:nvPr/>
        </p:nvSpPr>
        <p:spPr>
          <a:xfrm>
            <a:off x="7021297" y="1371600"/>
            <a:ext cx="83591" cy="263347"/>
          </a:xfrm>
          <a:prstGeom prst="rect">
            <a:avLst/>
          </a:prstGeom>
          <a:solidFill>
            <a:srgbClr val="909090"/>
          </a:solidFill>
          <a:ln>
            <a:noFill/>
          </a:ln>
        </p:spPr>
        <p:txBody>
          <a:bodyPr/>
          <a:lstStyle/>
          <a:p>
            <a:endParaRPr lang="uk-UA"/>
          </a:p>
        </p:txBody>
      </p:sp>
      <p:sp>
        <p:nvSpPr>
          <p:cNvPr id="236" name="shape236"/>
          <p:cNvSpPr/>
          <p:nvPr/>
        </p:nvSpPr>
        <p:spPr>
          <a:xfrm>
            <a:off x="7021297" y="1633118"/>
            <a:ext cx="83591" cy="263347"/>
          </a:xfrm>
          <a:prstGeom prst="rect">
            <a:avLst/>
          </a:prstGeom>
          <a:solidFill>
            <a:srgbClr val="262626"/>
          </a:solidFill>
          <a:ln>
            <a:noFill/>
          </a:ln>
        </p:spPr>
        <p:txBody>
          <a:bodyPr/>
          <a:lstStyle/>
          <a:p>
            <a:endParaRPr lang="uk-UA"/>
          </a:p>
        </p:txBody>
      </p:sp>
      <p:sp>
        <p:nvSpPr>
          <p:cNvPr id="237" name="shape237"/>
          <p:cNvSpPr/>
          <p:nvPr/>
        </p:nvSpPr>
        <p:spPr>
          <a:xfrm>
            <a:off x="7021297" y="1894637"/>
            <a:ext cx="83591" cy="667512"/>
          </a:xfrm>
          <a:prstGeom prst="rect">
            <a:avLst/>
          </a:prstGeom>
          <a:solidFill>
            <a:srgbClr val="2F2F2F"/>
          </a:solidFill>
          <a:ln>
            <a:noFill/>
          </a:ln>
        </p:spPr>
        <p:txBody>
          <a:bodyPr/>
          <a:lstStyle/>
          <a:p>
            <a:endParaRPr lang="uk-UA"/>
          </a:p>
        </p:txBody>
      </p:sp>
      <p:sp>
        <p:nvSpPr>
          <p:cNvPr id="238" name="shape238"/>
          <p:cNvSpPr/>
          <p:nvPr/>
        </p:nvSpPr>
        <p:spPr>
          <a:xfrm>
            <a:off x="7103059" y="1371600"/>
            <a:ext cx="83591" cy="263347"/>
          </a:xfrm>
          <a:prstGeom prst="rect">
            <a:avLst/>
          </a:prstGeom>
          <a:solidFill>
            <a:srgbClr val="CDCDCD"/>
          </a:solidFill>
          <a:ln>
            <a:noFill/>
          </a:ln>
        </p:spPr>
        <p:txBody>
          <a:bodyPr/>
          <a:lstStyle/>
          <a:p>
            <a:endParaRPr lang="uk-UA"/>
          </a:p>
        </p:txBody>
      </p:sp>
      <p:sp>
        <p:nvSpPr>
          <p:cNvPr id="239" name="shape239"/>
          <p:cNvSpPr/>
          <p:nvPr/>
        </p:nvSpPr>
        <p:spPr>
          <a:xfrm>
            <a:off x="7103059" y="1633118"/>
            <a:ext cx="83591" cy="263347"/>
          </a:xfrm>
          <a:prstGeom prst="rect">
            <a:avLst/>
          </a:prstGeom>
          <a:solidFill>
            <a:srgbClr val="2F2F2F"/>
          </a:solidFill>
          <a:ln>
            <a:noFill/>
          </a:ln>
        </p:spPr>
        <p:txBody>
          <a:bodyPr/>
          <a:lstStyle/>
          <a:p>
            <a:endParaRPr lang="uk-UA"/>
          </a:p>
        </p:txBody>
      </p:sp>
      <p:sp>
        <p:nvSpPr>
          <p:cNvPr id="240" name="shape240"/>
          <p:cNvSpPr/>
          <p:nvPr/>
        </p:nvSpPr>
        <p:spPr>
          <a:xfrm>
            <a:off x="7103059" y="1894637"/>
            <a:ext cx="83591" cy="667512"/>
          </a:xfrm>
          <a:prstGeom prst="rect">
            <a:avLst/>
          </a:prstGeom>
          <a:solidFill>
            <a:srgbClr val="363636"/>
          </a:solidFill>
          <a:ln>
            <a:noFill/>
          </a:ln>
        </p:spPr>
        <p:txBody>
          <a:bodyPr/>
          <a:lstStyle/>
          <a:p>
            <a:endParaRPr lang="uk-UA"/>
          </a:p>
        </p:txBody>
      </p:sp>
      <p:sp>
        <p:nvSpPr>
          <p:cNvPr id="241" name="shape241"/>
          <p:cNvSpPr/>
          <p:nvPr/>
        </p:nvSpPr>
        <p:spPr>
          <a:xfrm>
            <a:off x="7184822" y="1371600"/>
            <a:ext cx="83591" cy="263347"/>
          </a:xfrm>
          <a:prstGeom prst="rect">
            <a:avLst/>
          </a:prstGeom>
          <a:solidFill>
            <a:srgbClr val="909090"/>
          </a:solidFill>
          <a:ln>
            <a:noFill/>
          </a:ln>
        </p:spPr>
        <p:txBody>
          <a:bodyPr/>
          <a:lstStyle/>
          <a:p>
            <a:endParaRPr lang="uk-UA"/>
          </a:p>
        </p:txBody>
      </p:sp>
      <p:sp>
        <p:nvSpPr>
          <p:cNvPr id="242" name="shape242"/>
          <p:cNvSpPr/>
          <p:nvPr/>
        </p:nvSpPr>
        <p:spPr>
          <a:xfrm>
            <a:off x="7184822" y="1633118"/>
            <a:ext cx="83591" cy="263347"/>
          </a:xfrm>
          <a:prstGeom prst="rect">
            <a:avLst/>
          </a:prstGeom>
          <a:solidFill>
            <a:srgbClr val="363636"/>
          </a:solidFill>
          <a:ln>
            <a:noFill/>
          </a:ln>
        </p:spPr>
        <p:txBody>
          <a:bodyPr/>
          <a:lstStyle/>
          <a:p>
            <a:endParaRPr lang="uk-UA"/>
          </a:p>
        </p:txBody>
      </p:sp>
      <p:sp>
        <p:nvSpPr>
          <p:cNvPr id="243" name="shape243"/>
          <p:cNvSpPr/>
          <p:nvPr/>
        </p:nvSpPr>
        <p:spPr>
          <a:xfrm>
            <a:off x="7184822" y="1894637"/>
            <a:ext cx="83591" cy="667512"/>
          </a:xfrm>
          <a:prstGeom prst="rect">
            <a:avLst/>
          </a:prstGeom>
          <a:solidFill>
            <a:srgbClr val="2B2B2B"/>
          </a:solidFill>
          <a:ln>
            <a:noFill/>
          </a:ln>
        </p:spPr>
        <p:txBody>
          <a:bodyPr/>
          <a:lstStyle/>
          <a:p>
            <a:endParaRPr lang="uk-UA"/>
          </a:p>
        </p:txBody>
      </p:sp>
      <p:sp>
        <p:nvSpPr>
          <p:cNvPr id="244" name="shape244"/>
          <p:cNvSpPr/>
          <p:nvPr/>
        </p:nvSpPr>
        <p:spPr>
          <a:xfrm>
            <a:off x="7266584" y="1371600"/>
            <a:ext cx="83591" cy="263347"/>
          </a:xfrm>
          <a:prstGeom prst="rect">
            <a:avLst/>
          </a:prstGeom>
          <a:solidFill>
            <a:srgbClr val="515151"/>
          </a:solidFill>
          <a:ln>
            <a:noFill/>
          </a:ln>
        </p:spPr>
        <p:txBody>
          <a:bodyPr/>
          <a:lstStyle/>
          <a:p>
            <a:endParaRPr lang="uk-UA"/>
          </a:p>
        </p:txBody>
      </p:sp>
      <p:sp>
        <p:nvSpPr>
          <p:cNvPr id="245" name="shape245"/>
          <p:cNvSpPr/>
          <p:nvPr/>
        </p:nvSpPr>
        <p:spPr>
          <a:xfrm>
            <a:off x="7266584" y="1633118"/>
            <a:ext cx="83591" cy="263347"/>
          </a:xfrm>
          <a:prstGeom prst="rect">
            <a:avLst/>
          </a:prstGeom>
          <a:solidFill>
            <a:srgbClr val="3A3A3A"/>
          </a:solidFill>
          <a:ln>
            <a:noFill/>
          </a:ln>
        </p:spPr>
        <p:txBody>
          <a:bodyPr/>
          <a:lstStyle/>
          <a:p>
            <a:endParaRPr lang="uk-UA"/>
          </a:p>
        </p:txBody>
      </p:sp>
      <p:sp>
        <p:nvSpPr>
          <p:cNvPr id="246" name="shape246"/>
          <p:cNvSpPr/>
          <p:nvPr/>
        </p:nvSpPr>
        <p:spPr>
          <a:xfrm>
            <a:off x="7266584" y="1894637"/>
            <a:ext cx="83591" cy="667512"/>
          </a:xfrm>
          <a:prstGeom prst="rect">
            <a:avLst/>
          </a:prstGeom>
          <a:solidFill>
            <a:srgbClr val="1F1F1F"/>
          </a:solidFill>
          <a:ln>
            <a:noFill/>
          </a:ln>
        </p:spPr>
        <p:txBody>
          <a:bodyPr/>
          <a:lstStyle/>
          <a:p>
            <a:endParaRPr lang="uk-UA"/>
          </a:p>
        </p:txBody>
      </p:sp>
      <p:sp>
        <p:nvSpPr>
          <p:cNvPr id="247" name="shape247"/>
          <p:cNvSpPr/>
          <p:nvPr/>
        </p:nvSpPr>
        <p:spPr>
          <a:xfrm>
            <a:off x="7348347" y="1371600"/>
            <a:ext cx="83591" cy="263347"/>
          </a:xfrm>
          <a:prstGeom prst="rect">
            <a:avLst/>
          </a:prstGeom>
          <a:solidFill>
            <a:srgbClr val="141414"/>
          </a:solidFill>
          <a:ln>
            <a:noFill/>
          </a:ln>
        </p:spPr>
        <p:txBody>
          <a:bodyPr/>
          <a:lstStyle/>
          <a:p>
            <a:endParaRPr lang="uk-UA"/>
          </a:p>
        </p:txBody>
      </p:sp>
      <p:sp>
        <p:nvSpPr>
          <p:cNvPr id="248" name="shape248"/>
          <p:cNvSpPr/>
          <p:nvPr/>
        </p:nvSpPr>
        <p:spPr>
          <a:xfrm>
            <a:off x="7348347" y="1633118"/>
            <a:ext cx="83591" cy="263347"/>
          </a:xfrm>
          <a:prstGeom prst="rect">
            <a:avLst/>
          </a:prstGeom>
          <a:solidFill>
            <a:srgbClr val="414141"/>
          </a:solidFill>
          <a:ln>
            <a:noFill/>
          </a:ln>
        </p:spPr>
        <p:txBody>
          <a:bodyPr/>
          <a:lstStyle/>
          <a:p>
            <a:endParaRPr lang="uk-UA"/>
          </a:p>
        </p:txBody>
      </p:sp>
      <p:sp>
        <p:nvSpPr>
          <p:cNvPr id="249" name="shape249"/>
          <p:cNvSpPr/>
          <p:nvPr/>
        </p:nvSpPr>
        <p:spPr>
          <a:xfrm>
            <a:off x="7348347" y="1894637"/>
            <a:ext cx="83591" cy="667512"/>
          </a:xfrm>
          <a:prstGeom prst="rect">
            <a:avLst/>
          </a:prstGeom>
          <a:solidFill>
            <a:srgbClr val="141414"/>
          </a:solidFill>
          <a:ln>
            <a:noFill/>
          </a:ln>
        </p:spPr>
        <p:txBody>
          <a:bodyPr/>
          <a:lstStyle/>
          <a:p>
            <a:endParaRPr lang="uk-UA"/>
          </a:p>
        </p:txBody>
      </p:sp>
      <p:sp>
        <p:nvSpPr>
          <p:cNvPr id="250" name="shape250"/>
          <p:cNvSpPr/>
          <p:nvPr/>
        </p:nvSpPr>
        <p:spPr>
          <a:xfrm>
            <a:off x="7430110" y="1371600"/>
            <a:ext cx="83591" cy="263347"/>
          </a:xfrm>
          <a:prstGeom prst="rect">
            <a:avLst/>
          </a:prstGeom>
          <a:solidFill>
            <a:srgbClr val="141414"/>
          </a:solidFill>
          <a:ln>
            <a:noFill/>
          </a:ln>
        </p:spPr>
        <p:txBody>
          <a:bodyPr/>
          <a:lstStyle/>
          <a:p>
            <a:endParaRPr lang="uk-UA"/>
          </a:p>
        </p:txBody>
      </p:sp>
      <p:sp>
        <p:nvSpPr>
          <p:cNvPr id="251" name="shape251"/>
          <p:cNvSpPr/>
          <p:nvPr/>
        </p:nvSpPr>
        <p:spPr>
          <a:xfrm>
            <a:off x="7430110" y="1633118"/>
            <a:ext cx="83591" cy="263347"/>
          </a:xfrm>
          <a:prstGeom prst="rect">
            <a:avLst/>
          </a:prstGeom>
          <a:solidFill>
            <a:srgbClr val="313131"/>
          </a:solidFill>
          <a:ln>
            <a:noFill/>
          </a:ln>
        </p:spPr>
        <p:txBody>
          <a:bodyPr/>
          <a:lstStyle/>
          <a:p>
            <a:endParaRPr lang="uk-UA"/>
          </a:p>
        </p:txBody>
      </p:sp>
      <p:sp>
        <p:nvSpPr>
          <p:cNvPr id="252" name="shape252"/>
          <p:cNvSpPr/>
          <p:nvPr/>
        </p:nvSpPr>
        <p:spPr>
          <a:xfrm>
            <a:off x="7430110" y="1894637"/>
            <a:ext cx="83591" cy="667512"/>
          </a:xfrm>
          <a:prstGeom prst="rect">
            <a:avLst/>
          </a:prstGeom>
          <a:solidFill>
            <a:srgbClr val="141414"/>
          </a:solidFill>
          <a:ln>
            <a:noFill/>
          </a:ln>
        </p:spPr>
        <p:txBody>
          <a:bodyPr/>
          <a:lstStyle/>
          <a:p>
            <a:endParaRPr lang="uk-UA"/>
          </a:p>
        </p:txBody>
      </p:sp>
      <p:sp>
        <p:nvSpPr>
          <p:cNvPr id="253" name="shape253"/>
          <p:cNvSpPr/>
          <p:nvPr/>
        </p:nvSpPr>
        <p:spPr>
          <a:xfrm>
            <a:off x="7511872" y="1371600"/>
            <a:ext cx="83591" cy="263347"/>
          </a:xfrm>
          <a:prstGeom prst="rect">
            <a:avLst/>
          </a:prstGeom>
          <a:solidFill>
            <a:srgbClr val="141414"/>
          </a:solidFill>
          <a:ln>
            <a:noFill/>
          </a:ln>
        </p:spPr>
        <p:txBody>
          <a:bodyPr/>
          <a:lstStyle/>
          <a:p>
            <a:endParaRPr lang="uk-UA"/>
          </a:p>
        </p:txBody>
      </p:sp>
      <p:sp>
        <p:nvSpPr>
          <p:cNvPr id="254" name="shape254"/>
          <p:cNvSpPr/>
          <p:nvPr/>
        </p:nvSpPr>
        <p:spPr>
          <a:xfrm>
            <a:off x="7511872" y="1633118"/>
            <a:ext cx="83591" cy="263347"/>
          </a:xfrm>
          <a:prstGeom prst="rect">
            <a:avLst/>
          </a:prstGeom>
          <a:solidFill>
            <a:srgbClr val="242424"/>
          </a:solidFill>
          <a:ln>
            <a:noFill/>
          </a:ln>
        </p:spPr>
        <p:txBody>
          <a:bodyPr/>
          <a:lstStyle/>
          <a:p>
            <a:endParaRPr lang="uk-UA"/>
          </a:p>
        </p:txBody>
      </p:sp>
      <p:sp>
        <p:nvSpPr>
          <p:cNvPr id="255" name="shape255"/>
          <p:cNvSpPr/>
          <p:nvPr/>
        </p:nvSpPr>
        <p:spPr>
          <a:xfrm>
            <a:off x="7511872" y="1894637"/>
            <a:ext cx="83591" cy="667512"/>
          </a:xfrm>
          <a:prstGeom prst="rect">
            <a:avLst/>
          </a:prstGeom>
          <a:solidFill>
            <a:srgbClr val="141414"/>
          </a:solidFill>
          <a:ln>
            <a:noFill/>
          </a:ln>
        </p:spPr>
        <p:txBody>
          <a:bodyPr/>
          <a:lstStyle/>
          <a:p>
            <a:endParaRPr lang="uk-UA"/>
          </a:p>
        </p:txBody>
      </p:sp>
      <p:sp>
        <p:nvSpPr>
          <p:cNvPr id="256" name="shape256"/>
          <p:cNvSpPr/>
          <p:nvPr/>
        </p:nvSpPr>
        <p:spPr>
          <a:xfrm>
            <a:off x="7593635" y="1371600"/>
            <a:ext cx="83591" cy="263347"/>
          </a:xfrm>
          <a:prstGeom prst="rect">
            <a:avLst/>
          </a:prstGeom>
          <a:solidFill>
            <a:srgbClr val="141414"/>
          </a:solidFill>
          <a:ln>
            <a:noFill/>
          </a:ln>
        </p:spPr>
        <p:txBody>
          <a:bodyPr/>
          <a:lstStyle/>
          <a:p>
            <a:endParaRPr lang="uk-UA"/>
          </a:p>
        </p:txBody>
      </p:sp>
      <p:sp>
        <p:nvSpPr>
          <p:cNvPr id="257" name="shape257"/>
          <p:cNvSpPr/>
          <p:nvPr/>
        </p:nvSpPr>
        <p:spPr>
          <a:xfrm>
            <a:off x="7593635" y="1633118"/>
            <a:ext cx="83591" cy="263347"/>
          </a:xfrm>
          <a:prstGeom prst="rect">
            <a:avLst/>
          </a:prstGeom>
          <a:solidFill>
            <a:srgbClr val="141414"/>
          </a:solidFill>
          <a:ln>
            <a:noFill/>
          </a:ln>
        </p:spPr>
        <p:txBody>
          <a:bodyPr/>
          <a:lstStyle/>
          <a:p>
            <a:endParaRPr lang="uk-UA"/>
          </a:p>
        </p:txBody>
      </p:sp>
      <p:sp>
        <p:nvSpPr>
          <p:cNvPr id="258" name="shape258"/>
          <p:cNvSpPr/>
          <p:nvPr/>
        </p:nvSpPr>
        <p:spPr>
          <a:xfrm>
            <a:off x="7593635" y="1894637"/>
            <a:ext cx="83591" cy="667512"/>
          </a:xfrm>
          <a:prstGeom prst="rect">
            <a:avLst/>
          </a:prstGeom>
          <a:solidFill>
            <a:srgbClr val="141414"/>
          </a:solidFill>
          <a:ln>
            <a:noFill/>
          </a:ln>
        </p:spPr>
        <p:txBody>
          <a:bodyPr/>
          <a:lstStyle/>
          <a:p>
            <a:endParaRPr lang="uk-UA"/>
          </a:p>
        </p:txBody>
      </p:sp>
      <p:sp>
        <p:nvSpPr>
          <p:cNvPr id="259" name="shape259"/>
          <p:cNvSpPr/>
          <p:nvPr/>
        </p:nvSpPr>
        <p:spPr>
          <a:xfrm>
            <a:off x="7675397" y="1371600"/>
            <a:ext cx="83591" cy="263347"/>
          </a:xfrm>
          <a:prstGeom prst="rect">
            <a:avLst/>
          </a:prstGeom>
          <a:solidFill>
            <a:srgbClr val="5E5E5E"/>
          </a:solidFill>
          <a:ln>
            <a:noFill/>
          </a:ln>
        </p:spPr>
        <p:txBody>
          <a:bodyPr/>
          <a:lstStyle/>
          <a:p>
            <a:endParaRPr lang="uk-UA"/>
          </a:p>
        </p:txBody>
      </p:sp>
      <p:sp>
        <p:nvSpPr>
          <p:cNvPr id="260" name="shape260"/>
          <p:cNvSpPr/>
          <p:nvPr/>
        </p:nvSpPr>
        <p:spPr>
          <a:xfrm>
            <a:off x="7675397" y="1633118"/>
            <a:ext cx="83591" cy="263347"/>
          </a:xfrm>
          <a:prstGeom prst="rect">
            <a:avLst/>
          </a:prstGeom>
          <a:solidFill>
            <a:srgbClr val="141414"/>
          </a:solidFill>
          <a:ln>
            <a:noFill/>
          </a:ln>
        </p:spPr>
        <p:txBody>
          <a:bodyPr/>
          <a:lstStyle/>
          <a:p>
            <a:endParaRPr lang="uk-UA"/>
          </a:p>
        </p:txBody>
      </p:sp>
      <p:sp>
        <p:nvSpPr>
          <p:cNvPr id="261" name="shape261"/>
          <p:cNvSpPr/>
          <p:nvPr/>
        </p:nvSpPr>
        <p:spPr>
          <a:xfrm>
            <a:off x="7675397" y="1894637"/>
            <a:ext cx="83591" cy="667512"/>
          </a:xfrm>
          <a:prstGeom prst="rect">
            <a:avLst/>
          </a:prstGeom>
          <a:solidFill>
            <a:srgbClr val="141414"/>
          </a:solidFill>
          <a:ln>
            <a:noFill/>
          </a:ln>
        </p:spPr>
        <p:txBody>
          <a:bodyPr/>
          <a:lstStyle/>
          <a:p>
            <a:endParaRPr lang="uk-UA"/>
          </a:p>
        </p:txBody>
      </p:sp>
      <p:sp>
        <p:nvSpPr>
          <p:cNvPr id="262" name="shape262"/>
          <p:cNvSpPr/>
          <p:nvPr/>
        </p:nvSpPr>
        <p:spPr>
          <a:xfrm>
            <a:off x="7757160" y="1371600"/>
            <a:ext cx="83591" cy="263347"/>
          </a:xfrm>
          <a:prstGeom prst="rect">
            <a:avLst/>
          </a:prstGeom>
          <a:solidFill>
            <a:srgbClr val="ABABAB"/>
          </a:solidFill>
          <a:ln>
            <a:noFill/>
          </a:ln>
        </p:spPr>
        <p:txBody>
          <a:bodyPr/>
          <a:lstStyle/>
          <a:p>
            <a:endParaRPr lang="uk-UA"/>
          </a:p>
        </p:txBody>
      </p:sp>
      <p:sp>
        <p:nvSpPr>
          <p:cNvPr id="263" name="shape263"/>
          <p:cNvSpPr/>
          <p:nvPr/>
        </p:nvSpPr>
        <p:spPr>
          <a:xfrm>
            <a:off x="7757160" y="1633118"/>
            <a:ext cx="83591" cy="263347"/>
          </a:xfrm>
          <a:prstGeom prst="rect">
            <a:avLst/>
          </a:prstGeom>
          <a:solidFill>
            <a:srgbClr val="141414"/>
          </a:solidFill>
          <a:ln>
            <a:noFill/>
          </a:ln>
        </p:spPr>
        <p:txBody>
          <a:bodyPr/>
          <a:lstStyle/>
          <a:p>
            <a:endParaRPr lang="uk-UA"/>
          </a:p>
        </p:txBody>
      </p:sp>
      <p:sp>
        <p:nvSpPr>
          <p:cNvPr id="264" name="shape264"/>
          <p:cNvSpPr/>
          <p:nvPr/>
        </p:nvSpPr>
        <p:spPr>
          <a:xfrm>
            <a:off x="7757160" y="1894637"/>
            <a:ext cx="83591" cy="667512"/>
          </a:xfrm>
          <a:prstGeom prst="rect">
            <a:avLst/>
          </a:prstGeom>
          <a:solidFill>
            <a:srgbClr val="141414"/>
          </a:solidFill>
          <a:ln>
            <a:noFill/>
          </a:ln>
        </p:spPr>
        <p:txBody>
          <a:bodyPr/>
          <a:lstStyle/>
          <a:p>
            <a:endParaRPr lang="uk-UA"/>
          </a:p>
        </p:txBody>
      </p:sp>
      <p:sp>
        <p:nvSpPr>
          <p:cNvPr id="265" name="shape265"/>
          <p:cNvSpPr/>
          <p:nvPr/>
        </p:nvSpPr>
        <p:spPr>
          <a:xfrm>
            <a:off x="7838923" y="1371600"/>
            <a:ext cx="83591" cy="263347"/>
          </a:xfrm>
          <a:prstGeom prst="rect">
            <a:avLst/>
          </a:prstGeom>
          <a:solidFill>
            <a:srgbClr val="F5F5F5"/>
          </a:solidFill>
          <a:ln>
            <a:noFill/>
          </a:ln>
        </p:spPr>
        <p:txBody>
          <a:bodyPr/>
          <a:lstStyle/>
          <a:p>
            <a:endParaRPr lang="uk-UA"/>
          </a:p>
        </p:txBody>
      </p:sp>
      <p:sp>
        <p:nvSpPr>
          <p:cNvPr id="266" name="shape266"/>
          <p:cNvSpPr/>
          <p:nvPr/>
        </p:nvSpPr>
        <p:spPr>
          <a:xfrm>
            <a:off x="7838923" y="1633118"/>
            <a:ext cx="83591" cy="263347"/>
          </a:xfrm>
          <a:prstGeom prst="rect">
            <a:avLst/>
          </a:prstGeom>
          <a:solidFill>
            <a:srgbClr val="141414"/>
          </a:solidFill>
          <a:ln>
            <a:noFill/>
          </a:ln>
        </p:spPr>
        <p:txBody>
          <a:bodyPr/>
          <a:lstStyle/>
          <a:p>
            <a:endParaRPr lang="uk-UA"/>
          </a:p>
        </p:txBody>
      </p:sp>
      <p:sp>
        <p:nvSpPr>
          <p:cNvPr id="267" name="shape267"/>
          <p:cNvSpPr/>
          <p:nvPr/>
        </p:nvSpPr>
        <p:spPr>
          <a:xfrm>
            <a:off x="7838923" y="1894637"/>
            <a:ext cx="83591" cy="667512"/>
          </a:xfrm>
          <a:prstGeom prst="rect">
            <a:avLst/>
          </a:prstGeom>
          <a:solidFill>
            <a:srgbClr val="141414"/>
          </a:solidFill>
          <a:ln>
            <a:noFill/>
          </a:ln>
        </p:spPr>
        <p:txBody>
          <a:bodyPr/>
          <a:lstStyle/>
          <a:p>
            <a:endParaRPr lang="uk-UA"/>
          </a:p>
        </p:txBody>
      </p:sp>
      <p:sp>
        <p:nvSpPr>
          <p:cNvPr id="268" name="shape268"/>
          <p:cNvSpPr/>
          <p:nvPr/>
        </p:nvSpPr>
        <p:spPr>
          <a:xfrm>
            <a:off x="7920685" y="1371600"/>
            <a:ext cx="83591" cy="263347"/>
          </a:xfrm>
          <a:prstGeom prst="rect">
            <a:avLst/>
          </a:prstGeom>
          <a:solidFill>
            <a:srgbClr val="ABABAB"/>
          </a:solidFill>
          <a:ln>
            <a:noFill/>
          </a:ln>
        </p:spPr>
        <p:txBody>
          <a:bodyPr/>
          <a:lstStyle/>
          <a:p>
            <a:endParaRPr lang="uk-UA"/>
          </a:p>
        </p:txBody>
      </p:sp>
      <p:sp>
        <p:nvSpPr>
          <p:cNvPr id="269" name="shape269"/>
          <p:cNvSpPr/>
          <p:nvPr/>
        </p:nvSpPr>
        <p:spPr>
          <a:xfrm>
            <a:off x="7920685" y="1633118"/>
            <a:ext cx="83591" cy="263347"/>
          </a:xfrm>
          <a:prstGeom prst="rect">
            <a:avLst/>
          </a:prstGeom>
          <a:solidFill>
            <a:srgbClr val="141414"/>
          </a:solidFill>
          <a:ln>
            <a:noFill/>
          </a:ln>
        </p:spPr>
        <p:txBody>
          <a:bodyPr/>
          <a:lstStyle/>
          <a:p>
            <a:endParaRPr lang="uk-UA"/>
          </a:p>
        </p:txBody>
      </p:sp>
      <p:sp>
        <p:nvSpPr>
          <p:cNvPr id="270" name="shape270"/>
          <p:cNvSpPr/>
          <p:nvPr/>
        </p:nvSpPr>
        <p:spPr>
          <a:xfrm>
            <a:off x="7920685" y="1894637"/>
            <a:ext cx="83591" cy="667512"/>
          </a:xfrm>
          <a:prstGeom prst="rect">
            <a:avLst/>
          </a:prstGeom>
          <a:solidFill>
            <a:srgbClr val="141414"/>
          </a:solidFill>
          <a:ln>
            <a:noFill/>
          </a:ln>
        </p:spPr>
        <p:txBody>
          <a:bodyPr/>
          <a:lstStyle/>
          <a:p>
            <a:endParaRPr lang="uk-UA"/>
          </a:p>
        </p:txBody>
      </p:sp>
      <p:sp>
        <p:nvSpPr>
          <p:cNvPr id="271" name="shape271"/>
          <p:cNvSpPr/>
          <p:nvPr/>
        </p:nvSpPr>
        <p:spPr>
          <a:xfrm>
            <a:off x="8002448" y="1371600"/>
            <a:ext cx="83591" cy="263347"/>
          </a:xfrm>
          <a:prstGeom prst="rect">
            <a:avLst/>
          </a:prstGeom>
          <a:solidFill>
            <a:srgbClr val="5E5E5E"/>
          </a:solidFill>
          <a:ln>
            <a:noFill/>
          </a:ln>
        </p:spPr>
        <p:txBody>
          <a:bodyPr/>
          <a:lstStyle/>
          <a:p>
            <a:endParaRPr lang="uk-UA"/>
          </a:p>
        </p:txBody>
      </p:sp>
      <p:sp>
        <p:nvSpPr>
          <p:cNvPr id="272" name="shape272"/>
          <p:cNvSpPr/>
          <p:nvPr/>
        </p:nvSpPr>
        <p:spPr>
          <a:xfrm>
            <a:off x="8002448" y="1633118"/>
            <a:ext cx="83591" cy="263347"/>
          </a:xfrm>
          <a:prstGeom prst="rect">
            <a:avLst/>
          </a:prstGeom>
          <a:solidFill>
            <a:srgbClr val="141414"/>
          </a:solidFill>
          <a:ln>
            <a:noFill/>
          </a:ln>
        </p:spPr>
        <p:txBody>
          <a:bodyPr/>
          <a:lstStyle/>
          <a:p>
            <a:endParaRPr lang="uk-UA"/>
          </a:p>
        </p:txBody>
      </p:sp>
      <p:sp>
        <p:nvSpPr>
          <p:cNvPr id="273" name="shape273"/>
          <p:cNvSpPr/>
          <p:nvPr/>
        </p:nvSpPr>
        <p:spPr>
          <a:xfrm>
            <a:off x="8002448" y="1894637"/>
            <a:ext cx="83591" cy="667512"/>
          </a:xfrm>
          <a:prstGeom prst="rect">
            <a:avLst/>
          </a:prstGeom>
          <a:solidFill>
            <a:srgbClr val="141414"/>
          </a:solidFill>
          <a:ln>
            <a:noFill/>
          </a:ln>
        </p:spPr>
        <p:txBody>
          <a:bodyPr/>
          <a:lstStyle/>
          <a:p>
            <a:endParaRPr lang="uk-UA"/>
          </a:p>
        </p:txBody>
      </p:sp>
      <p:sp>
        <p:nvSpPr>
          <p:cNvPr id="274" name="shape274"/>
          <p:cNvSpPr/>
          <p:nvPr/>
        </p:nvSpPr>
        <p:spPr>
          <a:xfrm>
            <a:off x="8084210" y="1371600"/>
            <a:ext cx="83591" cy="263347"/>
          </a:xfrm>
          <a:prstGeom prst="rect">
            <a:avLst/>
          </a:prstGeom>
          <a:solidFill>
            <a:srgbClr val="141414"/>
          </a:solidFill>
          <a:ln>
            <a:noFill/>
          </a:ln>
        </p:spPr>
        <p:txBody>
          <a:bodyPr/>
          <a:lstStyle/>
          <a:p>
            <a:endParaRPr lang="uk-UA"/>
          </a:p>
        </p:txBody>
      </p:sp>
      <p:sp>
        <p:nvSpPr>
          <p:cNvPr id="275" name="shape275"/>
          <p:cNvSpPr/>
          <p:nvPr/>
        </p:nvSpPr>
        <p:spPr>
          <a:xfrm>
            <a:off x="8084210" y="1633118"/>
            <a:ext cx="83591" cy="263347"/>
          </a:xfrm>
          <a:prstGeom prst="rect">
            <a:avLst/>
          </a:prstGeom>
          <a:solidFill>
            <a:srgbClr val="141414"/>
          </a:solidFill>
          <a:ln>
            <a:noFill/>
          </a:ln>
        </p:spPr>
        <p:txBody>
          <a:bodyPr/>
          <a:lstStyle/>
          <a:p>
            <a:endParaRPr lang="uk-UA"/>
          </a:p>
        </p:txBody>
      </p:sp>
      <p:sp>
        <p:nvSpPr>
          <p:cNvPr id="276" name="shape276"/>
          <p:cNvSpPr/>
          <p:nvPr/>
        </p:nvSpPr>
        <p:spPr>
          <a:xfrm>
            <a:off x="8084210" y="1894637"/>
            <a:ext cx="83591" cy="667512"/>
          </a:xfrm>
          <a:prstGeom prst="rect">
            <a:avLst/>
          </a:prstGeom>
          <a:solidFill>
            <a:srgbClr val="141414"/>
          </a:solidFill>
          <a:ln>
            <a:noFill/>
          </a:ln>
        </p:spPr>
        <p:txBody>
          <a:bodyPr/>
          <a:lstStyle/>
          <a:p>
            <a:endParaRPr lang="uk-UA"/>
          </a:p>
        </p:txBody>
      </p:sp>
      <p:sp>
        <p:nvSpPr>
          <p:cNvPr id="277" name="shape277"/>
          <p:cNvSpPr/>
          <p:nvPr/>
        </p:nvSpPr>
        <p:spPr>
          <a:xfrm>
            <a:off x="8165973" y="1371600"/>
            <a:ext cx="83591" cy="263347"/>
          </a:xfrm>
          <a:prstGeom prst="rect">
            <a:avLst/>
          </a:prstGeom>
          <a:solidFill>
            <a:srgbClr val="141414"/>
          </a:solidFill>
          <a:ln>
            <a:noFill/>
          </a:ln>
        </p:spPr>
        <p:txBody>
          <a:bodyPr/>
          <a:lstStyle/>
          <a:p>
            <a:endParaRPr lang="uk-UA"/>
          </a:p>
        </p:txBody>
      </p:sp>
      <p:sp>
        <p:nvSpPr>
          <p:cNvPr id="278" name="shape278"/>
          <p:cNvSpPr/>
          <p:nvPr/>
        </p:nvSpPr>
        <p:spPr>
          <a:xfrm>
            <a:off x="8165973" y="1633118"/>
            <a:ext cx="83591" cy="263347"/>
          </a:xfrm>
          <a:prstGeom prst="rect">
            <a:avLst/>
          </a:prstGeom>
          <a:solidFill>
            <a:srgbClr val="141414"/>
          </a:solidFill>
          <a:ln>
            <a:noFill/>
          </a:ln>
        </p:spPr>
        <p:txBody>
          <a:bodyPr/>
          <a:lstStyle/>
          <a:p>
            <a:endParaRPr lang="uk-UA"/>
          </a:p>
        </p:txBody>
      </p:sp>
      <p:sp>
        <p:nvSpPr>
          <p:cNvPr id="279" name="shape279"/>
          <p:cNvSpPr/>
          <p:nvPr/>
        </p:nvSpPr>
        <p:spPr>
          <a:xfrm>
            <a:off x="8165973" y="1894637"/>
            <a:ext cx="83591" cy="667512"/>
          </a:xfrm>
          <a:prstGeom prst="rect">
            <a:avLst/>
          </a:prstGeom>
          <a:solidFill>
            <a:srgbClr val="141414"/>
          </a:solidFill>
          <a:ln>
            <a:noFill/>
          </a:ln>
        </p:spPr>
        <p:txBody>
          <a:bodyPr/>
          <a:lstStyle/>
          <a:p>
            <a:endParaRPr lang="uk-UA"/>
          </a:p>
        </p:txBody>
      </p:sp>
      <p:sp>
        <p:nvSpPr>
          <p:cNvPr id="280" name="shape280"/>
          <p:cNvSpPr/>
          <p:nvPr/>
        </p:nvSpPr>
        <p:spPr>
          <a:xfrm>
            <a:off x="8247736" y="1371600"/>
            <a:ext cx="83591" cy="263347"/>
          </a:xfrm>
          <a:prstGeom prst="rect">
            <a:avLst/>
          </a:prstGeom>
          <a:solidFill>
            <a:srgbClr val="141414"/>
          </a:solidFill>
          <a:ln>
            <a:noFill/>
          </a:ln>
        </p:spPr>
        <p:txBody>
          <a:bodyPr/>
          <a:lstStyle/>
          <a:p>
            <a:endParaRPr lang="uk-UA"/>
          </a:p>
        </p:txBody>
      </p:sp>
      <p:sp>
        <p:nvSpPr>
          <p:cNvPr id="281" name="shape281"/>
          <p:cNvSpPr/>
          <p:nvPr/>
        </p:nvSpPr>
        <p:spPr>
          <a:xfrm>
            <a:off x="8247736" y="1633118"/>
            <a:ext cx="83591" cy="263347"/>
          </a:xfrm>
          <a:prstGeom prst="rect">
            <a:avLst/>
          </a:prstGeom>
          <a:solidFill>
            <a:srgbClr val="141414"/>
          </a:solidFill>
          <a:ln>
            <a:noFill/>
          </a:ln>
        </p:spPr>
        <p:txBody>
          <a:bodyPr/>
          <a:lstStyle/>
          <a:p>
            <a:endParaRPr lang="uk-UA"/>
          </a:p>
        </p:txBody>
      </p:sp>
      <p:sp>
        <p:nvSpPr>
          <p:cNvPr id="282" name="shape282"/>
          <p:cNvSpPr/>
          <p:nvPr/>
        </p:nvSpPr>
        <p:spPr>
          <a:xfrm>
            <a:off x="8247736" y="1894637"/>
            <a:ext cx="83591" cy="667512"/>
          </a:xfrm>
          <a:prstGeom prst="rect">
            <a:avLst/>
          </a:prstGeom>
          <a:solidFill>
            <a:srgbClr val="141414"/>
          </a:solidFill>
          <a:ln>
            <a:noFill/>
          </a:ln>
        </p:spPr>
        <p:txBody>
          <a:bodyPr/>
          <a:lstStyle/>
          <a:p>
            <a:endParaRPr lang="uk-UA"/>
          </a:p>
        </p:txBody>
      </p:sp>
      <p:sp>
        <p:nvSpPr>
          <p:cNvPr id="283" name="shape283"/>
          <p:cNvSpPr/>
          <p:nvPr/>
        </p:nvSpPr>
        <p:spPr>
          <a:xfrm>
            <a:off x="8329498" y="1371600"/>
            <a:ext cx="83591" cy="263347"/>
          </a:xfrm>
          <a:prstGeom prst="rect">
            <a:avLst/>
          </a:prstGeom>
          <a:solidFill>
            <a:srgbClr val="141414"/>
          </a:solidFill>
          <a:ln>
            <a:noFill/>
          </a:ln>
        </p:spPr>
        <p:txBody>
          <a:bodyPr/>
          <a:lstStyle/>
          <a:p>
            <a:endParaRPr lang="uk-UA"/>
          </a:p>
        </p:txBody>
      </p:sp>
      <p:sp>
        <p:nvSpPr>
          <p:cNvPr id="284" name="shape284"/>
          <p:cNvSpPr/>
          <p:nvPr/>
        </p:nvSpPr>
        <p:spPr>
          <a:xfrm>
            <a:off x="8329498" y="1633118"/>
            <a:ext cx="83591" cy="263347"/>
          </a:xfrm>
          <a:prstGeom prst="rect">
            <a:avLst/>
          </a:prstGeom>
          <a:solidFill>
            <a:srgbClr val="141414"/>
          </a:solidFill>
          <a:ln>
            <a:noFill/>
          </a:ln>
        </p:spPr>
        <p:txBody>
          <a:bodyPr/>
          <a:lstStyle/>
          <a:p>
            <a:endParaRPr lang="uk-UA"/>
          </a:p>
        </p:txBody>
      </p:sp>
      <p:sp>
        <p:nvSpPr>
          <p:cNvPr id="285" name="shape285"/>
          <p:cNvSpPr/>
          <p:nvPr/>
        </p:nvSpPr>
        <p:spPr>
          <a:xfrm>
            <a:off x="8329498" y="1894637"/>
            <a:ext cx="83591" cy="667512"/>
          </a:xfrm>
          <a:prstGeom prst="rect">
            <a:avLst/>
          </a:prstGeom>
          <a:solidFill>
            <a:srgbClr val="141414"/>
          </a:solidFill>
          <a:ln>
            <a:noFill/>
          </a:ln>
        </p:spPr>
        <p:txBody>
          <a:bodyPr/>
          <a:lstStyle/>
          <a:p>
            <a:endParaRPr lang="uk-UA"/>
          </a:p>
        </p:txBody>
      </p:sp>
      <p:sp>
        <p:nvSpPr>
          <p:cNvPr id="286" name="shape286"/>
          <p:cNvSpPr/>
          <p:nvPr/>
        </p:nvSpPr>
        <p:spPr>
          <a:xfrm>
            <a:off x="8411261" y="1371600"/>
            <a:ext cx="83591" cy="263347"/>
          </a:xfrm>
          <a:prstGeom prst="rect">
            <a:avLst/>
          </a:prstGeom>
          <a:solidFill>
            <a:srgbClr val="141414"/>
          </a:solidFill>
          <a:ln>
            <a:noFill/>
          </a:ln>
        </p:spPr>
        <p:txBody>
          <a:bodyPr/>
          <a:lstStyle/>
          <a:p>
            <a:endParaRPr lang="uk-UA"/>
          </a:p>
        </p:txBody>
      </p:sp>
      <p:sp>
        <p:nvSpPr>
          <p:cNvPr id="287" name="shape287"/>
          <p:cNvSpPr/>
          <p:nvPr/>
        </p:nvSpPr>
        <p:spPr>
          <a:xfrm>
            <a:off x="8411261" y="1633118"/>
            <a:ext cx="83591" cy="263347"/>
          </a:xfrm>
          <a:prstGeom prst="rect">
            <a:avLst/>
          </a:prstGeom>
          <a:solidFill>
            <a:srgbClr val="141414"/>
          </a:solidFill>
          <a:ln>
            <a:noFill/>
          </a:ln>
        </p:spPr>
        <p:txBody>
          <a:bodyPr/>
          <a:lstStyle/>
          <a:p>
            <a:endParaRPr lang="uk-UA"/>
          </a:p>
        </p:txBody>
      </p:sp>
      <p:sp>
        <p:nvSpPr>
          <p:cNvPr id="288" name="shape288"/>
          <p:cNvSpPr/>
          <p:nvPr/>
        </p:nvSpPr>
        <p:spPr>
          <a:xfrm>
            <a:off x="8411261" y="1894637"/>
            <a:ext cx="83591" cy="667512"/>
          </a:xfrm>
          <a:prstGeom prst="rect">
            <a:avLst/>
          </a:prstGeom>
          <a:solidFill>
            <a:srgbClr val="141414"/>
          </a:solidFill>
          <a:ln>
            <a:noFill/>
          </a:ln>
        </p:spPr>
        <p:txBody>
          <a:bodyPr/>
          <a:lstStyle/>
          <a:p>
            <a:endParaRPr lang="uk-UA"/>
          </a:p>
        </p:txBody>
      </p:sp>
      <p:sp>
        <p:nvSpPr>
          <p:cNvPr id="289" name="shape289"/>
          <p:cNvSpPr/>
          <p:nvPr/>
        </p:nvSpPr>
        <p:spPr>
          <a:xfrm>
            <a:off x="8493023" y="1371600"/>
            <a:ext cx="83591" cy="263347"/>
          </a:xfrm>
          <a:prstGeom prst="rect">
            <a:avLst/>
          </a:prstGeom>
          <a:solidFill>
            <a:srgbClr val="141414"/>
          </a:solidFill>
          <a:ln>
            <a:noFill/>
          </a:ln>
        </p:spPr>
        <p:txBody>
          <a:bodyPr/>
          <a:lstStyle/>
          <a:p>
            <a:endParaRPr lang="uk-UA"/>
          </a:p>
        </p:txBody>
      </p:sp>
      <p:sp>
        <p:nvSpPr>
          <p:cNvPr id="290" name="shape290"/>
          <p:cNvSpPr/>
          <p:nvPr/>
        </p:nvSpPr>
        <p:spPr>
          <a:xfrm>
            <a:off x="8493023" y="1633118"/>
            <a:ext cx="83591" cy="263347"/>
          </a:xfrm>
          <a:prstGeom prst="rect">
            <a:avLst/>
          </a:prstGeom>
          <a:solidFill>
            <a:srgbClr val="141414"/>
          </a:solidFill>
          <a:ln>
            <a:noFill/>
          </a:ln>
        </p:spPr>
        <p:txBody>
          <a:bodyPr/>
          <a:lstStyle/>
          <a:p>
            <a:endParaRPr lang="uk-UA"/>
          </a:p>
        </p:txBody>
      </p:sp>
      <p:sp>
        <p:nvSpPr>
          <p:cNvPr id="291" name="shape291"/>
          <p:cNvSpPr/>
          <p:nvPr/>
        </p:nvSpPr>
        <p:spPr>
          <a:xfrm>
            <a:off x="8493023" y="1894637"/>
            <a:ext cx="83591" cy="667512"/>
          </a:xfrm>
          <a:prstGeom prst="rect">
            <a:avLst/>
          </a:prstGeom>
          <a:solidFill>
            <a:srgbClr val="141414"/>
          </a:solidFill>
          <a:ln>
            <a:noFill/>
          </a:ln>
        </p:spPr>
        <p:txBody>
          <a:bodyPr/>
          <a:lstStyle/>
          <a:p>
            <a:endParaRPr lang="uk-UA"/>
          </a:p>
        </p:txBody>
      </p:sp>
      <p:sp>
        <p:nvSpPr>
          <p:cNvPr id="292" name="shape292"/>
          <p:cNvSpPr/>
          <p:nvPr/>
        </p:nvSpPr>
        <p:spPr>
          <a:xfrm>
            <a:off x="8574786" y="1371600"/>
            <a:ext cx="83591" cy="263347"/>
          </a:xfrm>
          <a:prstGeom prst="rect">
            <a:avLst/>
          </a:prstGeom>
          <a:solidFill>
            <a:srgbClr val="141414"/>
          </a:solidFill>
          <a:ln>
            <a:noFill/>
          </a:ln>
        </p:spPr>
        <p:txBody>
          <a:bodyPr/>
          <a:lstStyle/>
          <a:p>
            <a:endParaRPr lang="uk-UA"/>
          </a:p>
        </p:txBody>
      </p:sp>
      <p:sp>
        <p:nvSpPr>
          <p:cNvPr id="293" name="shape293"/>
          <p:cNvSpPr/>
          <p:nvPr/>
        </p:nvSpPr>
        <p:spPr>
          <a:xfrm>
            <a:off x="8574786" y="1633118"/>
            <a:ext cx="83591" cy="263347"/>
          </a:xfrm>
          <a:prstGeom prst="rect">
            <a:avLst/>
          </a:prstGeom>
          <a:solidFill>
            <a:srgbClr val="141414"/>
          </a:solidFill>
          <a:ln>
            <a:noFill/>
          </a:ln>
        </p:spPr>
        <p:txBody>
          <a:bodyPr/>
          <a:lstStyle/>
          <a:p>
            <a:endParaRPr lang="uk-UA"/>
          </a:p>
        </p:txBody>
      </p:sp>
      <p:sp>
        <p:nvSpPr>
          <p:cNvPr id="294" name="shape294"/>
          <p:cNvSpPr/>
          <p:nvPr/>
        </p:nvSpPr>
        <p:spPr>
          <a:xfrm>
            <a:off x="8574786" y="1894637"/>
            <a:ext cx="83591" cy="667512"/>
          </a:xfrm>
          <a:prstGeom prst="rect">
            <a:avLst/>
          </a:prstGeom>
          <a:solidFill>
            <a:srgbClr val="141414"/>
          </a:solidFill>
          <a:ln>
            <a:noFill/>
          </a:ln>
        </p:spPr>
        <p:txBody>
          <a:bodyPr/>
          <a:lstStyle/>
          <a:p>
            <a:endParaRPr lang="uk-UA"/>
          </a:p>
        </p:txBody>
      </p:sp>
      <p:sp>
        <p:nvSpPr>
          <p:cNvPr id="295" name="shape295"/>
          <p:cNvSpPr/>
          <p:nvPr/>
        </p:nvSpPr>
        <p:spPr>
          <a:xfrm>
            <a:off x="8656549" y="1371600"/>
            <a:ext cx="83591" cy="263347"/>
          </a:xfrm>
          <a:prstGeom prst="rect">
            <a:avLst/>
          </a:prstGeom>
          <a:solidFill>
            <a:srgbClr val="141414"/>
          </a:solidFill>
          <a:ln>
            <a:noFill/>
          </a:ln>
        </p:spPr>
        <p:txBody>
          <a:bodyPr/>
          <a:lstStyle/>
          <a:p>
            <a:endParaRPr lang="uk-UA"/>
          </a:p>
        </p:txBody>
      </p:sp>
      <p:sp>
        <p:nvSpPr>
          <p:cNvPr id="296" name="shape296"/>
          <p:cNvSpPr/>
          <p:nvPr/>
        </p:nvSpPr>
        <p:spPr>
          <a:xfrm>
            <a:off x="8656549" y="1633118"/>
            <a:ext cx="83591" cy="263347"/>
          </a:xfrm>
          <a:prstGeom prst="rect">
            <a:avLst/>
          </a:prstGeom>
          <a:solidFill>
            <a:srgbClr val="141414"/>
          </a:solidFill>
          <a:ln>
            <a:noFill/>
          </a:ln>
        </p:spPr>
        <p:txBody>
          <a:bodyPr/>
          <a:lstStyle/>
          <a:p>
            <a:endParaRPr lang="uk-UA"/>
          </a:p>
        </p:txBody>
      </p:sp>
      <p:sp>
        <p:nvSpPr>
          <p:cNvPr id="297" name="shape297"/>
          <p:cNvSpPr/>
          <p:nvPr/>
        </p:nvSpPr>
        <p:spPr>
          <a:xfrm>
            <a:off x="8656549" y="1894637"/>
            <a:ext cx="83591" cy="667512"/>
          </a:xfrm>
          <a:prstGeom prst="rect">
            <a:avLst/>
          </a:prstGeom>
          <a:solidFill>
            <a:srgbClr val="141414"/>
          </a:solidFill>
          <a:ln>
            <a:noFill/>
          </a:ln>
        </p:spPr>
        <p:txBody>
          <a:bodyPr/>
          <a:lstStyle/>
          <a:p>
            <a:endParaRPr lang="uk-UA"/>
          </a:p>
        </p:txBody>
      </p:sp>
      <p:sp>
        <p:nvSpPr>
          <p:cNvPr id="298" name="shape298"/>
          <p:cNvSpPr/>
          <p:nvPr/>
        </p:nvSpPr>
        <p:spPr>
          <a:xfrm>
            <a:off x="8738311" y="1371600"/>
            <a:ext cx="83591" cy="263347"/>
          </a:xfrm>
          <a:prstGeom prst="rect">
            <a:avLst/>
          </a:prstGeom>
          <a:solidFill>
            <a:srgbClr val="141414"/>
          </a:solidFill>
          <a:ln>
            <a:noFill/>
          </a:ln>
        </p:spPr>
        <p:txBody>
          <a:bodyPr/>
          <a:lstStyle/>
          <a:p>
            <a:endParaRPr lang="uk-UA"/>
          </a:p>
        </p:txBody>
      </p:sp>
      <p:sp>
        <p:nvSpPr>
          <p:cNvPr id="299" name="shape299"/>
          <p:cNvSpPr/>
          <p:nvPr/>
        </p:nvSpPr>
        <p:spPr>
          <a:xfrm>
            <a:off x="8738311" y="1633118"/>
            <a:ext cx="83591" cy="263347"/>
          </a:xfrm>
          <a:prstGeom prst="rect">
            <a:avLst/>
          </a:prstGeom>
          <a:solidFill>
            <a:srgbClr val="141414"/>
          </a:solidFill>
          <a:ln>
            <a:noFill/>
          </a:ln>
        </p:spPr>
        <p:txBody>
          <a:bodyPr/>
          <a:lstStyle/>
          <a:p>
            <a:endParaRPr lang="uk-UA"/>
          </a:p>
        </p:txBody>
      </p:sp>
      <p:sp>
        <p:nvSpPr>
          <p:cNvPr id="300" name="shape300"/>
          <p:cNvSpPr/>
          <p:nvPr/>
        </p:nvSpPr>
        <p:spPr>
          <a:xfrm>
            <a:off x="8738311" y="1894637"/>
            <a:ext cx="83591" cy="667512"/>
          </a:xfrm>
          <a:prstGeom prst="rect">
            <a:avLst/>
          </a:prstGeom>
          <a:solidFill>
            <a:srgbClr val="141414"/>
          </a:solidFill>
          <a:ln>
            <a:noFill/>
          </a:ln>
        </p:spPr>
        <p:txBody>
          <a:bodyPr/>
          <a:lstStyle/>
          <a:p>
            <a:endParaRPr lang="uk-UA"/>
          </a:p>
        </p:txBody>
      </p:sp>
      <p:sp>
        <p:nvSpPr>
          <p:cNvPr id="301" name="shape301"/>
          <p:cNvSpPr/>
          <p:nvPr/>
        </p:nvSpPr>
        <p:spPr>
          <a:xfrm>
            <a:off x="8820074" y="1371600"/>
            <a:ext cx="83591" cy="263347"/>
          </a:xfrm>
          <a:prstGeom prst="rect">
            <a:avLst/>
          </a:prstGeom>
          <a:solidFill>
            <a:srgbClr val="141414"/>
          </a:solidFill>
          <a:ln>
            <a:noFill/>
          </a:ln>
        </p:spPr>
        <p:txBody>
          <a:bodyPr/>
          <a:lstStyle/>
          <a:p>
            <a:endParaRPr lang="uk-UA"/>
          </a:p>
        </p:txBody>
      </p:sp>
      <p:sp>
        <p:nvSpPr>
          <p:cNvPr id="302" name="shape302"/>
          <p:cNvSpPr/>
          <p:nvPr/>
        </p:nvSpPr>
        <p:spPr>
          <a:xfrm>
            <a:off x="8820074" y="1633118"/>
            <a:ext cx="83591" cy="263347"/>
          </a:xfrm>
          <a:prstGeom prst="rect">
            <a:avLst/>
          </a:prstGeom>
          <a:solidFill>
            <a:srgbClr val="141414"/>
          </a:solidFill>
          <a:ln>
            <a:noFill/>
          </a:ln>
        </p:spPr>
        <p:txBody>
          <a:bodyPr/>
          <a:lstStyle/>
          <a:p>
            <a:endParaRPr lang="uk-UA"/>
          </a:p>
        </p:txBody>
      </p:sp>
      <p:sp>
        <p:nvSpPr>
          <p:cNvPr id="303" name="shape303"/>
          <p:cNvSpPr/>
          <p:nvPr/>
        </p:nvSpPr>
        <p:spPr>
          <a:xfrm>
            <a:off x="8820074" y="1894637"/>
            <a:ext cx="83591" cy="667512"/>
          </a:xfrm>
          <a:prstGeom prst="rect">
            <a:avLst/>
          </a:prstGeom>
          <a:solidFill>
            <a:srgbClr val="141414"/>
          </a:solidFill>
          <a:ln>
            <a:noFill/>
          </a:ln>
        </p:spPr>
        <p:txBody>
          <a:bodyPr/>
          <a:lstStyle/>
          <a:p>
            <a:endParaRPr lang="uk-UA"/>
          </a:p>
        </p:txBody>
      </p:sp>
      <p:sp>
        <p:nvSpPr>
          <p:cNvPr id="304" name="shape304"/>
          <p:cNvSpPr/>
          <p:nvPr/>
        </p:nvSpPr>
        <p:spPr>
          <a:xfrm>
            <a:off x="8901836" y="1371600"/>
            <a:ext cx="83591" cy="263347"/>
          </a:xfrm>
          <a:prstGeom prst="rect">
            <a:avLst/>
          </a:prstGeom>
          <a:solidFill>
            <a:srgbClr val="141414"/>
          </a:solidFill>
          <a:ln>
            <a:noFill/>
          </a:ln>
        </p:spPr>
        <p:txBody>
          <a:bodyPr/>
          <a:lstStyle/>
          <a:p>
            <a:endParaRPr lang="uk-UA"/>
          </a:p>
        </p:txBody>
      </p:sp>
      <p:sp>
        <p:nvSpPr>
          <p:cNvPr id="305" name="shape305"/>
          <p:cNvSpPr/>
          <p:nvPr/>
        </p:nvSpPr>
        <p:spPr>
          <a:xfrm>
            <a:off x="8901836" y="1633118"/>
            <a:ext cx="83591" cy="263347"/>
          </a:xfrm>
          <a:prstGeom prst="rect">
            <a:avLst/>
          </a:prstGeom>
          <a:solidFill>
            <a:srgbClr val="141414"/>
          </a:solidFill>
          <a:ln>
            <a:noFill/>
          </a:ln>
        </p:spPr>
        <p:txBody>
          <a:bodyPr/>
          <a:lstStyle/>
          <a:p>
            <a:endParaRPr lang="uk-UA"/>
          </a:p>
        </p:txBody>
      </p:sp>
      <p:sp>
        <p:nvSpPr>
          <p:cNvPr id="306" name="shape306"/>
          <p:cNvSpPr/>
          <p:nvPr/>
        </p:nvSpPr>
        <p:spPr>
          <a:xfrm>
            <a:off x="8901836" y="1894637"/>
            <a:ext cx="83591" cy="667512"/>
          </a:xfrm>
          <a:prstGeom prst="rect">
            <a:avLst/>
          </a:prstGeom>
          <a:solidFill>
            <a:srgbClr val="141414"/>
          </a:solidFill>
          <a:ln>
            <a:noFill/>
          </a:ln>
        </p:spPr>
        <p:txBody>
          <a:bodyPr/>
          <a:lstStyle/>
          <a:p>
            <a:endParaRPr lang="uk-UA"/>
          </a:p>
        </p:txBody>
      </p:sp>
      <p:sp>
        <p:nvSpPr>
          <p:cNvPr id="307" name="shape307"/>
          <p:cNvSpPr/>
          <p:nvPr/>
        </p:nvSpPr>
        <p:spPr>
          <a:xfrm>
            <a:off x="8983599" y="1371600"/>
            <a:ext cx="83591" cy="263347"/>
          </a:xfrm>
          <a:prstGeom prst="rect">
            <a:avLst/>
          </a:prstGeom>
          <a:solidFill>
            <a:srgbClr val="141414"/>
          </a:solidFill>
          <a:ln>
            <a:noFill/>
          </a:ln>
        </p:spPr>
        <p:txBody>
          <a:bodyPr/>
          <a:lstStyle/>
          <a:p>
            <a:endParaRPr lang="uk-UA"/>
          </a:p>
        </p:txBody>
      </p:sp>
      <p:sp>
        <p:nvSpPr>
          <p:cNvPr id="308" name="shape308"/>
          <p:cNvSpPr/>
          <p:nvPr/>
        </p:nvSpPr>
        <p:spPr>
          <a:xfrm>
            <a:off x="8983599" y="1633118"/>
            <a:ext cx="83591" cy="263347"/>
          </a:xfrm>
          <a:prstGeom prst="rect">
            <a:avLst/>
          </a:prstGeom>
          <a:solidFill>
            <a:srgbClr val="141414"/>
          </a:solidFill>
          <a:ln>
            <a:noFill/>
          </a:ln>
        </p:spPr>
        <p:txBody>
          <a:bodyPr/>
          <a:lstStyle/>
          <a:p>
            <a:endParaRPr lang="uk-UA"/>
          </a:p>
        </p:txBody>
      </p:sp>
      <p:sp>
        <p:nvSpPr>
          <p:cNvPr id="309" name="shape309"/>
          <p:cNvSpPr/>
          <p:nvPr/>
        </p:nvSpPr>
        <p:spPr>
          <a:xfrm>
            <a:off x="8983599" y="1894637"/>
            <a:ext cx="83591" cy="667512"/>
          </a:xfrm>
          <a:prstGeom prst="rect">
            <a:avLst/>
          </a:prstGeom>
          <a:solidFill>
            <a:srgbClr val="161616"/>
          </a:solidFill>
          <a:ln>
            <a:noFill/>
          </a:ln>
        </p:spPr>
        <p:txBody>
          <a:bodyPr/>
          <a:lstStyle/>
          <a:p>
            <a:endParaRPr lang="uk-UA"/>
          </a:p>
        </p:txBody>
      </p:sp>
      <p:sp>
        <p:nvSpPr>
          <p:cNvPr id="310" name="shape310"/>
          <p:cNvSpPr/>
          <p:nvPr/>
        </p:nvSpPr>
        <p:spPr>
          <a:xfrm>
            <a:off x="9065362" y="1371600"/>
            <a:ext cx="83591" cy="263347"/>
          </a:xfrm>
          <a:prstGeom prst="rect">
            <a:avLst/>
          </a:prstGeom>
          <a:solidFill>
            <a:srgbClr val="141414"/>
          </a:solidFill>
          <a:ln>
            <a:noFill/>
          </a:ln>
        </p:spPr>
        <p:txBody>
          <a:bodyPr/>
          <a:lstStyle/>
          <a:p>
            <a:endParaRPr lang="uk-UA"/>
          </a:p>
        </p:txBody>
      </p:sp>
      <p:sp>
        <p:nvSpPr>
          <p:cNvPr id="311" name="shape311"/>
          <p:cNvSpPr/>
          <p:nvPr/>
        </p:nvSpPr>
        <p:spPr>
          <a:xfrm>
            <a:off x="9065362" y="1633118"/>
            <a:ext cx="83591" cy="263347"/>
          </a:xfrm>
          <a:prstGeom prst="rect">
            <a:avLst/>
          </a:prstGeom>
          <a:solidFill>
            <a:srgbClr val="141414"/>
          </a:solidFill>
          <a:ln>
            <a:noFill/>
          </a:ln>
        </p:spPr>
        <p:txBody>
          <a:bodyPr/>
          <a:lstStyle/>
          <a:p>
            <a:endParaRPr lang="uk-UA"/>
          </a:p>
        </p:txBody>
      </p:sp>
      <p:sp>
        <p:nvSpPr>
          <p:cNvPr id="312" name="shape312"/>
          <p:cNvSpPr/>
          <p:nvPr/>
        </p:nvSpPr>
        <p:spPr>
          <a:xfrm>
            <a:off x="9065362" y="1894637"/>
            <a:ext cx="83591" cy="667512"/>
          </a:xfrm>
          <a:prstGeom prst="rect">
            <a:avLst/>
          </a:prstGeom>
          <a:solidFill>
            <a:srgbClr val="161616"/>
          </a:solidFill>
          <a:ln>
            <a:noFill/>
          </a:ln>
        </p:spPr>
        <p:txBody>
          <a:bodyPr/>
          <a:lstStyle/>
          <a:p>
            <a:endParaRPr lang="uk-UA"/>
          </a:p>
        </p:txBody>
      </p:sp>
      <p:sp>
        <p:nvSpPr>
          <p:cNvPr id="313" name="shape313"/>
          <p:cNvSpPr/>
          <p:nvPr/>
        </p:nvSpPr>
        <p:spPr>
          <a:xfrm>
            <a:off x="9147124" y="1371600"/>
            <a:ext cx="83591" cy="263347"/>
          </a:xfrm>
          <a:prstGeom prst="rect">
            <a:avLst/>
          </a:prstGeom>
          <a:solidFill>
            <a:srgbClr val="141414"/>
          </a:solidFill>
          <a:ln>
            <a:noFill/>
          </a:ln>
        </p:spPr>
        <p:txBody>
          <a:bodyPr/>
          <a:lstStyle/>
          <a:p>
            <a:endParaRPr lang="uk-UA"/>
          </a:p>
        </p:txBody>
      </p:sp>
      <p:sp>
        <p:nvSpPr>
          <p:cNvPr id="314" name="shape314"/>
          <p:cNvSpPr/>
          <p:nvPr/>
        </p:nvSpPr>
        <p:spPr>
          <a:xfrm>
            <a:off x="9147124" y="1633118"/>
            <a:ext cx="83591" cy="263347"/>
          </a:xfrm>
          <a:prstGeom prst="rect">
            <a:avLst/>
          </a:prstGeom>
          <a:solidFill>
            <a:srgbClr val="141414"/>
          </a:solidFill>
          <a:ln>
            <a:noFill/>
          </a:ln>
        </p:spPr>
        <p:txBody>
          <a:bodyPr/>
          <a:lstStyle/>
          <a:p>
            <a:endParaRPr lang="uk-UA"/>
          </a:p>
        </p:txBody>
      </p:sp>
      <p:sp>
        <p:nvSpPr>
          <p:cNvPr id="315" name="shape315"/>
          <p:cNvSpPr/>
          <p:nvPr/>
        </p:nvSpPr>
        <p:spPr>
          <a:xfrm>
            <a:off x="9147124" y="1894637"/>
            <a:ext cx="83591" cy="667512"/>
          </a:xfrm>
          <a:prstGeom prst="rect">
            <a:avLst/>
          </a:prstGeom>
          <a:solidFill>
            <a:srgbClr val="161616"/>
          </a:solidFill>
          <a:ln>
            <a:noFill/>
          </a:ln>
        </p:spPr>
        <p:txBody>
          <a:bodyPr/>
          <a:lstStyle/>
          <a:p>
            <a:endParaRPr lang="uk-UA"/>
          </a:p>
        </p:txBody>
      </p:sp>
      <p:sp>
        <p:nvSpPr>
          <p:cNvPr id="316" name="shape316"/>
          <p:cNvSpPr/>
          <p:nvPr/>
        </p:nvSpPr>
        <p:spPr>
          <a:xfrm>
            <a:off x="9228887" y="1371600"/>
            <a:ext cx="83591" cy="263347"/>
          </a:xfrm>
          <a:prstGeom prst="rect">
            <a:avLst/>
          </a:prstGeom>
          <a:solidFill>
            <a:srgbClr val="141414"/>
          </a:solidFill>
          <a:ln>
            <a:noFill/>
          </a:ln>
        </p:spPr>
        <p:txBody>
          <a:bodyPr/>
          <a:lstStyle/>
          <a:p>
            <a:endParaRPr lang="uk-UA"/>
          </a:p>
        </p:txBody>
      </p:sp>
      <p:sp>
        <p:nvSpPr>
          <p:cNvPr id="317" name="shape317"/>
          <p:cNvSpPr/>
          <p:nvPr/>
        </p:nvSpPr>
        <p:spPr>
          <a:xfrm>
            <a:off x="9228887" y="1633118"/>
            <a:ext cx="83591" cy="263347"/>
          </a:xfrm>
          <a:prstGeom prst="rect">
            <a:avLst/>
          </a:prstGeom>
          <a:solidFill>
            <a:srgbClr val="141414"/>
          </a:solidFill>
          <a:ln>
            <a:noFill/>
          </a:ln>
        </p:spPr>
        <p:txBody>
          <a:bodyPr/>
          <a:lstStyle/>
          <a:p>
            <a:endParaRPr lang="uk-UA"/>
          </a:p>
        </p:txBody>
      </p:sp>
      <p:sp>
        <p:nvSpPr>
          <p:cNvPr id="318" name="shape318"/>
          <p:cNvSpPr/>
          <p:nvPr/>
        </p:nvSpPr>
        <p:spPr>
          <a:xfrm>
            <a:off x="9228887" y="1894637"/>
            <a:ext cx="83591" cy="667512"/>
          </a:xfrm>
          <a:prstGeom prst="rect">
            <a:avLst/>
          </a:prstGeom>
          <a:solidFill>
            <a:srgbClr val="141414"/>
          </a:solidFill>
          <a:ln>
            <a:noFill/>
          </a:ln>
        </p:spPr>
        <p:txBody>
          <a:bodyPr/>
          <a:lstStyle/>
          <a:p>
            <a:endParaRPr lang="uk-UA"/>
          </a:p>
        </p:txBody>
      </p:sp>
      <p:sp>
        <p:nvSpPr>
          <p:cNvPr id="319" name="shape319"/>
          <p:cNvSpPr/>
          <p:nvPr/>
        </p:nvSpPr>
        <p:spPr>
          <a:xfrm>
            <a:off x="9310649" y="1371600"/>
            <a:ext cx="83591" cy="263347"/>
          </a:xfrm>
          <a:prstGeom prst="rect">
            <a:avLst/>
          </a:prstGeom>
          <a:solidFill>
            <a:srgbClr val="141414"/>
          </a:solidFill>
          <a:ln>
            <a:noFill/>
          </a:ln>
        </p:spPr>
        <p:txBody>
          <a:bodyPr/>
          <a:lstStyle/>
          <a:p>
            <a:endParaRPr lang="uk-UA"/>
          </a:p>
        </p:txBody>
      </p:sp>
      <p:sp>
        <p:nvSpPr>
          <p:cNvPr id="320" name="shape320"/>
          <p:cNvSpPr/>
          <p:nvPr/>
        </p:nvSpPr>
        <p:spPr>
          <a:xfrm>
            <a:off x="9310649" y="1633118"/>
            <a:ext cx="83591" cy="263347"/>
          </a:xfrm>
          <a:prstGeom prst="rect">
            <a:avLst/>
          </a:prstGeom>
          <a:solidFill>
            <a:srgbClr val="141414"/>
          </a:solidFill>
          <a:ln>
            <a:noFill/>
          </a:ln>
        </p:spPr>
        <p:txBody>
          <a:bodyPr/>
          <a:lstStyle/>
          <a:p>
            <a:endParaRPr lang="uk-UA"/>
          </a:p>
        </p:txBody>
      </p:sp>
      <p:sp>
        <p:nvSpPr>
          <p:cNvPr id="321" name="shape321"/>
          <p:cNvSpPr/>
          <p:nvPr/>
        </p:nvSpPr>
        <p:spPr>
          <a:xfrm>
            <a:off x="9310649" y="1894637"/>
            <a:ext cx="83591" cy="667512"/>
          </a:xfrm>
          <a:prstGeom prst="rect">
            <a:avLst/>
          </a:prstGeom>
          <a:solidFill>
            <a:srgbClr val="141414"/>
          </a:solidFill>
          <a:ln>
            <a:noFill/>
          </a:ln>
        </p:spPr>
        <p:txBody>
          <a:bodyPr/>
          <a:lstStyle/>
          <a:p>
            <a:endParaRPr lang="uk-UA"/>
          </a:p>
        </p:txBody>
      </p:sp>
      <p:sp>
        <p:nvSpPr>
          <p:cNvPr id="322" name="shape322"/>
          <p:cNvSpPr/>
          <p:nvPr/>
        </p:nvSpPr>
        <p:spPr>
          <a:xfrm>
            <a:off x="9392412" y="1371600"/>
            <a:ext cx="83591" cy="263347"/>
          </a:xfrm>
          <a:prstGeom prst="rect">
            <a:avLst/>
          </a:prstGeom>
          <a:solidFill>
            <a:srgbClr val="141414"/>
          </a:solidFill>
          <a:ln>
            <a:noFill/>
          </a:ln>
        </p:spPr>
        <p:txBody>
          <a:bodyPr/>
          <a:lstStyle/>
          <a:p>
            <a:endParaRPr lang="uk-UA"/>
          </a:p>
        </p:txBody>
      </p:sp>
      <p:sp>
        <p:nvSpPr>
          <p:cNvPr id="323" name="shape323"/>
          <p:cNvSpPr/>
          <p:nvPr/>
        </p:nvSpPr>
        <p:spPr>
          <a:xfrm>
            <a:off x="9392412" y="1633118"/>
            <a:ext cx="83591" cy="263347"/>
          </a:xfrm>
          <a:prstGeom prst="rect">
            <a:avLst/>
          </a:prstGeom>
          <a:solidFill>
            <a:srgbClr val="141414"/>
          </a:solidFill>
          <a:ln>
            <a:noFill/>
          </a:ln>
        </p:spPr>
        <p:txBody>
          <a:bodyPr/>
          <a:lstStyle/>
          <a:p>
            <a:endParaRPr lang="uk-UA"/>
          </a:p>
        </p:txBody>
      </p:sp>
      <p:sp>
        <p:nvSpPr>
          <p:cNvPr id="324" name="shape324"/>
          <p:cNvSpPr/>
          <p:nvPr/>
        </p:nvSpPr>
        <p:spPr>
          <a:xfrm>
            <a:off x="9392412" y="1894637"/>
            <a:ext cx="83591" cy="667512"/>
          </a:xfrm>
          <a:prstGeom prst="rect">
            <a:avLst/>
          </a:prstGeom>
          <a:solidFill>
            <a:srgbClr val="141414"/>
          </a:solidFill>
          <a:ln>
            <a:noFill/>
          </a:ln>
        </p:spPr>
        <p:txBody>
          <a:bodyPr/>
          <a:lstStyle/>
          <a:p>
            <a:endParaRPr lang="uk-UA"/>
          </a:p>
        </p:txBody>
      </p:sp>
      <p:sp>
        <p:nvSpPr>
          <p:cNvPr id="325" name="shape325"/>
          <p:cNvSpPr/>
          <p:nvPr/>
        </p:nvSpPr>
        <p:spPr>
          <a:xfrm>
            <a:off x="9474175" y="1371600"/>
            <a:ext cx="83591" cy="263347"/>
          </a:xfrm>
          <a:prstGeom prst="rect">
            <a:avLst/>
          </a:prstGeom>
          <a:solidFill>
            <a:srgbClr val="141414"/>
          </a:solidFill>
          <a:ln>
            <a:noFill/>
          </a:ln>
        </p:spPr>
        <p:txBody>
          <a:bodyPr/>
          <a:lstStyle/>
          <a:p>
            <a:endParaRPr lang="uk-UA"/>
          </a:p>
        </p:txBody>
      </p:sp>
      <p:sp>
        <p:nvSpPr>
          <p:cNvPr id="326" name="shape326"/>
          <p:cNvSpPr/>
          <p:nvPr/>
        </p:nvSpPr>
        <p:spPr>
          <a:xfrm>
            <a:off x="9474175" y="1633118"/>
            <a:ext cx="83591" cy="263347"/>
          </a:xfrm>
          <a:prstGeom prst="rect">
            <a:avLst/>
          </a:prstGeom>
          <a:solidFill>
            <a:srgbClr val="141414"/>
          </a:solidFill>
          <a:ln>
            <a:noFill/>
          </a:ln>
        </p:spPr>
        <p:txBody>
          <a:bodyPr/>
          <a:lstStyle/>
          <a:p>
            <a:endParaRPr lang="uk-UA"/>
          </a:p>
        </p:txBody>
      </p:sp>
      <p:sp>
        <p:nvSpPr>
          <p:cNvPr id="327" name="shape327"/>
          <p:cNvSpPr/>
          <p:nvPr/>
        </p:nvSpPr>
        <p:spPr>
          <a:xfrm>
            <a:off x="9474175" y="1894637"/>
            <a:ext cx="83591" cy="667512"/>
          </a:xfrm>
          <a:prstGeom prst="rect">
            <a:avLst/>
          </a:prstGeom>
          <a:solidFill>
            <a:srgbClr val="141414"/>
          </a:solidFill>
          <a:ln>
            <a:noFill/>
          </a:ln>
        </p:spPr>
        <p:txBody>
          <a:bodyPr/>
          <a:lstStyle/>
          <a:p>
            <a:endParaRPr lang="uk-UA"/>
          </a:p>
        </p:txBody>
      </p:sp>
      <p:sp>
        <p:nvSpPr>
          <p:cNvPr id="328" name="shape328"/>
          <p:cNvSpPr/>
          <p:nvPr/>
        </p:nvSpPr>
        <p:spPr>
          <a:xfrm>
            <a:off x="9555937" y="1371600"/>
            <a:ext cx="83591" cy="263347"/>
          </a:xfrm>
          <a:prstGeom prst="rect">
            <a:avLst/>
          </a:prstGeom>
          <a:solidFill>
            <a:srgbClr val="141414"/>
          </a:solidFill>
          <a:ln>
            <a:noFill/>
          </a:ln>
        </p:spPr>
        <p:txBody>
          <a:bodyPr/>
          <a:lstStyle/>
          <a:p>
            <a:endParaRPr lang="uk-UA"/>
          </a:p>
        </p:txBody>
      </p:sp>
      <p:sp>
        <p:nvSpPr>
          <p:cNvPr id="329" name="shape329"/>
          <p:cNvSpPr/>
          <p:nvPr/>
        </p:nvSpPr>
        <p:spPr>
          <a:xfrm>
            <a:off x="9555937" y="1633118"/>
            <a:ext cx="83591" cy="263347"/>
          </a:xfrm>
          <a:prstGeom prst="rect">
            <a:avLst/>
          </a:prstGeom>
          <a:solidFill>
            <a:srgbClr val="141414"/>
          </a:solidFill>
          <a:ln>
            <a:noFill/>
          </a:ln>
        </p:spPr>
        <p:txBody>
          <a:bodyPr/>
          <a:lstStyle/>
          <a:p>
            <a:endParaRPr lang="uk-UA"/>
          </a:p>
        </p:txBody>
      </p:sp>
      <p:sp>
        <p:nvSpPr>
          <p:cNvPr id="330" name="shape330"/>
          <p:cNvSpPr/>
          <p:nvPr/>
        </p:nvSpPr>
        <p:spPr>
          <a:xfrm>
            <a:off x="9555937" y="1894637"/>
            <a:ext cx="83591" cy="667512"/>
          </a:xfrm>
          <a:prstGeom prst="rect">
            <a:avLst/>
          </a:prstGeom>
          <a:solidFill>
            <a:srgbClr val="141414"/>
          </a:solidFill>
          <a:ln>
            <a:noFill/>
          </a:ln>
        </p:spPr>
        <p:txBody>
          <a:bodyPr/>
          <a:lstStyle/>
          <a:p>
            <a:endParaRPr lang="uk-UA"/>
          </a:p>
        </p:txBody>
      </p:sp>
      <p:sp>
        <p:nvSpPr>
          <p:cNvPr id="331" name="shape331"/>
          <p:cNvSpPr/>
          <p:nvPr/>
        </p:nvSpPr>
        <p:spPr>
          <a:xfrm>
            <a:off x="9637700" y="1371600"/>
            <a:ext cx="83591" cy="263347"/>
          </a:xfrm>
          <a:prstGeom prst="rect">
            <a:avLst/>
          </a:prstGeom>
          <a:solidFill>
            <a:srgbClr val="141414"/>
          </a:solidFill>
          <a:ln>
            <a:noFill/>
          </a:ln>
        </p:spPr>
        <p:txBody>
          <a:bodyPr/>
          <a:lstStyle/>
          <a:p>
            <a:endParaRPr lang="uk-UA"/>
          </a:p>
        </p:txBody>
      </p:sp>
      <p:sp>
        <p:nvSpPr>
          <p:cNvPr id="332" name="shape332"/>
          <p:cNvSpPr/>
          <p:nvPr/>
        </p:nvSpPr>
        <p:spPr>
          <a:xfrm>
            <a:off x="9637700" y="1633118"/>
            <a:ext cx="83591" cy="263347"/>
          </a:xfrm>
          <a:prstGeom prst="rect">
            <a:avLst/>
          </a:prstGeom>
          <a:solidFill>
            <a:srgbClr val="141414"/>
          </a:solidFill>
          <a:ln>
            <a:noFill/>
          </a:ln>
        </p:spPr>
        <p:txBody>
          <a:bodyPr/>
          <a:lstStyle/>
          <a:p>
            <a:endParaRPr lang="uk-UA"/>
          </a:p>
        </p:txBody>
      </p:sp>
      <p:sp>
        <p:nvSpPr>
          <p:cNvPr id="333" name="shape333"/>
          <p:cNvSpPr/>
          <p:nvPr/>
        </p:nvSpPr>
        <p:spPr>
          <a:xfrm>
            <a:off x="9637700" y="1894637"/>
            <a:ext cx="83591" cy="667512"/>
          </a:xfrm>
          <a:prstGeom prst="rect">
            <a:avLst/>
          </a:prstGeom>
          <a:solidFill>
            <a:srgbClr val="141414"/>
          </a:solidFill>
          <a:ln>
            <a:noFill/>
          </a:ln>
        </p:spPr>
        <p:txBody>
          <a:bodyPr/>
          <a:lstStyle/>
          <a:p>
            <a:endParaRPr lang="uk-UA"/>
          </a:p>
        </p:txBody>
      </p:sp>
      <p:sp>
        <p:nvSpPr>
          <p:cNvPr id="334" name="shape334"/>
          <p:cNvSpPr/>
          <p:nvPr/>
        </p:nvSpPr>
        <p:spPr>
          <a:xfrm>
            <a:off x="9719462" y="1371600"/>
            <a:ext cx="83591" cy="263347"/>
          </a:xfrm>
          <a:prstGeom prst="rect">
            <a:avLst/>
          </a:prstGeom>
          <a:solidFill>
            <a:srgbClr val="141414"/>
          </a:solidFill>
          <a:ln>
            <a:noFill/>
          </a:ln>
        </p:spPr>
        <p:txBody>
          <a:bodyPr/>
          <a:lstStyle/>
          <a:p>
            <a:endParaRPr lang="uk-UA"/>
          </a:p>
        </p:txBody>
      </p:sp>
      <p:sp>
        <p:nvSpPr>
          <p:cNvPr id="335" name="shape335"/>
          <p:cNvSpPr/>
          <p:nvPr/>
        </p:nvSpPr>
        <p:spPr>
          <a:xfrm>
            <a:off x="9719462" y="1633118"/>
            <a:ext cx="83591" cy="263347"/>
          </a:xfrm>
          <a:prstGeom prst="rect">
            <a:avLst/>
          </a:prstGeom>
          <a:solidFill>
            <a:srgbClr val="141414"/>
          </a:solidFill>
          <a:ln>
            <a:noFill/>
          </a:ln>
        </p:spPr>
        <p:txBody>
          <a:bodyPr/>
          <a:lstStyle/>
          <a:p>
            <a:endParaRPr lang="uk-UA"/>
          </a:p>
        </p:txBody>
      </p:sp>
      <p:sp>
        <p:nvSpPr>
          <p:cNvPr id="336" name="shape336"/>
          <p:cNvSpPr/>
          <p:nvPr/>
        </p:nvSpPr>
        <p:spPr>
          <a:xfrm>
            <a:off x="9719462" y="1894637"/>
            <a:ext cx="83591" cy="667512"/>
          </a:xfrm>
          <a:prstGeom prst="rect">
            <a:avLst/>
          </a:prstGeom>
          <a:solidFill>
            <a:srgbClr val="141414"/>
          </a:solidFill>
          <a:ln>
            <a:noFill/>
          </a:ln>
        </p:spPr>
        <p:txBody>
          <a:bodyPr/>
          <a:lstStyle/>
          <a:p>
            <a:endParaRPr lang="uk-UA"/>
          </a:p>
        </p:txBody>
      </p:sp>
      <p:sp>
        <p:nvSpPr>
          <p:cNvPr id="337" name="shape337"/>
          <p:cNvSpPr/>
          <p:nvPr/>
        </p:nvSpPr>
        <p:spPr>
          <a:xfrm>
            <a:off x="9801225" y="1371600"/>
            <a:ext cx="83591" cy="263347"/>
          </a:xfrm>
          <a:prstGeom prst="rect">
            <a:avLst/>
          </a:prstGeom>
          <a:solidFill>
            <a:srgbClr val="141414"/>
          </a:solidFill>
          <a:ln>
            <a:noFill/>
          </a:ln>
        </p:spPr>
        <p:txBody>
          <a:bodyPr/>
          <a:lstStyle/>
          <a:p>
            <a:endParaRPr lang="uk-UA"/>
          </a:p>
        </p:txBody>
      </p:sp>
      <p:sp>
        <p:nvSpPr>
          <p:cNvPr id="338" name="shape338"/>
          <p:cNvSpPr/>
          <p:nvPr/>
        </p:nvSpPr>
        <p:spPr>
          <a:xfrm>
            <a:off x="9801225" y="1633118"/>
            <a:ext cx="83591" cy="263347"/>
          </a:xfrm>
          <a:prstGeom prst="rect">
            <a:avLst/>
          </a:prstGeom>
          <a:solidFill>
            <a:srgbClr val="141414"/>
          </a:solidFill>
          <a:ln>
            <a:noFill/>
          </a:ln>
        </p:spPr>
        <p:txBody>
          <a:bodyPr/>
          <a:lstStyle/>
          <a:p>
            <a:endParaRPr lang="uk-UA"/>
          </a:p>
        </p:txBody>
      </p:sp>
      <p:sp>
        <p:nvSpPr>
          <p:cNvPr id="339" name="shape339"/>
          <p:cNvSpPr/>
          <p:nvPr/>
        </p:nvSpPr>
        <p:spPr>
          <a:xfrm>
            <a:off x="9801225" y="1894637"/>
            <a:ext cx="83591" cy="667512"/>
          </a:xfrm>
          <a:prstGeom prst="rect">
            <a:avLst/>
          </a:prstGeom>
          <a:solidFill>
            <a:srgbClr val="141414"/>
          </a:solidFill>
          <a:ln>
            <a:noFill/>
          </a:ln>
        </p:spPr>
        <p:txBody>
          <a:bodyPr/>
          <a:lstStyle/>
          <a:p>
            <a:endParaRPr lang="uk-UA"/>
          </a:p>
        </p:txBody>
      </p:sp>
      <p:sp>
        <p:nvSpPr>
          <p:cNvPr id="340" name="shape340"/>
          <p:cNvSpPr/>
          <p:nvPr/>
        </p:nvSpPr>
        <p:spPr>
          <a:xfrm>
            <a:off x="9882988" y="1371600"/>
            <a:ext cx="83591" cy="263347"/>
          </a:xfrm>
          <a:prstGeom prst="rect">
            <a:avLst/>
          </a:prstGeom>
          <a:solidFill>
            <a:srgbClr val="141414"/>
          </a:solidFill>
          <a:ln>
            <a:noFill/>
          </a:ln>
        </p:spPr>
        <p:txBody>
          <a:bodyPr/>
          <a:lstStyle/>
          <a:p>
            <a:endParaRPr lang="uk-UA"/>
          </a:p>
        </p:txBody>
      </p:sp>
      <p:sp>
        <p:nvSpPr>
          <p:cNvPr id="341" name="shape341"/>
          <p:cNvSpPr/>
          <p:nvPr/>
        </p:nvSpPr>
        <p:spPr>
          <a:xfrm>
            <a:off x="9882988" y="1633118"/>
            <a:ext cx="83591" cy="263347"/>
          </a:xfrm>
          <a:prstGeom prst="rect">
            <a:avLst/>
          </a:prstGeom>
          <a:solidFill>
            <a:srgbClr val="141414"/>
          </a:solidFill>
          <a:ln>
            <a:noFill/>
          </a:ln>
        </p:spPr>
        <p:txBody>
          <a:bodyPr/>
          <a:lstStyle/>
          <a:p>
            <a:endParaRPr lang="uk-UA"/>
          </a:p>
        </p:txBody>
      </p:sp>
      <p:sp>
        <p:nvSpPr>
          <p:cNvPr id="342" name="shape342"/>
          <p:cNvSpPr/>
          <p:nvPr/>
        </p:nvSpPr>
        <p:spPr>
          <a:xfrm>
            <a:off x="9882988" y="1894637"/>
            <a:ext cx="83591" cy="667512"/>
          </a:xfrm>
          <a:prstGeom prst="rect">
            <a:avLst/>
          </a:prstGeom>
          <a:solidFill>
            <a:srgbClr val="141414"/>
          </a:solidFill>
          <a:ln>
            <a:noFill/>
          </a:ln>
        </p:spPr>
        <p:txBody>
          <a:bodyPr/>
          <a:lstStyle/>
          <a:p>
            <a:endParaRPr lang="uk-UA"/>
          </a:p>
        </p:txBody>
      </p:sp>
      <p:sp>
        <p:nvSpPr>
          <p:cNvPr id="343" name="shape343"/>
          <p:cNvSpPr/>
          <p:nvPr/>
        </p:nvSpPr>
        <p:spPr>
          <a:xfrm>
            <a:off x="9964750" y="1371600"/>
            <a:ext cx="83591" cy="263347"/>
          </a:xfrm>
          <a:prstGeom prst="rect">
            <a:avLst/>
          </a:prstGeom>
          <a:solidFill>
            <a:srgbClr val="141414"/>
          </a:solidFill>
          <a:ln>
            <a:noFill/>
          </a:ln>
        </p:spPr>
        <p:txBody>
          <a:bodyPr/>
          <a:lstStyle/>
          <a:p>
            <a:endParaRPr lang="uk-UA"/>
          </a:p>
        </p:txBody>
      </p:sp>
      <p:sp>
        <p:nvSpPr>
          <p:cNvPr id="344" name="shape344"/>
          <p:cNvSpPr/>
          <p:nvPr/>
        </p:nvSpPr>
        <p:spPr>
          <a:xfrm>
            <a:off x="9964750" y="1633118"/>
            <a:ext cx="83591" cy="263347"/>
          </a:xfrm>
          <a:prstGeom prst="rect">
            <a:avLst/>
          </a:prstGeom>
          <a:solidFill>
            <a:srgbClr val="141414"/>
          </a:solidFill>
          <a:ln>
            <a:noFill/>
          </a:ln>
        </p:spPr>
        <p:txBody>
          <a:bodyPr/>
          <a:lstStyle/>
          <a:p>
            <a:endParaRPr lang="uk-UA"/>
          </a:p>
        </p:txBody>
      </p:sp>
      <p:sp>
        <p:nvSpPr>
          <p:cNvPr id="345" name="shape345"/>
          <p:cNvSpPr/>
          <p:nvPr/>
        </p:nvSpPr>
        <p:spPr>
          <a:xfrm>
            <a:off x="9964750" y="1894637"/>
            <a:ext cx="83591" cy="667512"/>
          </a:xfrm>
          <a:prstGeom prst="rect">
            <a:avLst/>
          </a:prstGeom>
          <a:solidFill>
            <a:srgbClr val="141414"/>
          </a:solidFill>
          <a:ln>
            <a:noFill/>
          </a:ln>
        </p:spPr>
        <p:txBody>
          <a:bodyPr/>
          <a:lstStyle/>
          <a:p>
            <a:endParaRPr lang="uk-UA"/>
          </a:p>
        </p:txBody>
      </p:sp>
      <p:sp>
        <p:nvSpPr>
          <p:cNvPr id="346" name="shape346"/>
          <p:cNvSpPr/>
          <p:nvPr/>
        </p:nvSpPr>
        <p:spPr>
          <a:xfrm>
            <a:off x="10046513" y="1371600"/>
            <a:ext cx="83591" cy="263347"/>
          </a:xfrm>
          <a:prstGeom prst="rect">
            <a:avLst/>
          </a:prstGeom>
          <a:solidFill>
            <a:srgbClr val="141414"/>
          </a:solidFill>
          <a:ln>
            <a:noFill/>
          </a:ln>
        </p:spPr>
        <p:txBody>
          <a:bodyPr/>
          <a:lstStyle/>
          <a:p>
            <a:endParaRPr lang="uk-UA"/>
          </a:p>
        </p:txBody>
      </p:sp>
      <p:sp>
        <p:nvSpPr>
          <p:cNvPr id="347" name="shape347"/>
          <p:cNvSpPr/>
          <p:nvPr/>
        </p:nvSpPr>
        <p:spPr>
          <a:xfrm>
            <a:off x="10046513" y="1633118"/>
            <a:ext cx="83591" cy="263347"/>
          </a:xfrm>
          <a:prstGeom prst="rect">
            <a:avLst/>
          </a:prstGeom>
          <a:solidFill>
            <a:srgbClr val="141414"/>
          </a:solidFill>
          <a:ln>
            <a:noFill/>
          </a:ln>
        </p:spPr>
        <p:txBody>
          <a:bodyPr/>
          <a:lstStyle/>
          <a:p>
            <a:endParaRPr lang="uk-UA"/>
          </a:p>
        </p:txBody>
      </p:sp>
      <p:sp>
        <p:nvSpPr>
          <p:cNvPr id="348" name="shape348"/>
          <p:cNvSpPr/>
          <p:nvPr/>
        </p:nvSpPr>
        <p:spPr>
          <a:xfrm>
            <a:off x="10046513" y="1894637"/>
            <a:ext cx="83591" cy="667512"/>
          </a:xfrm>
          <a:prstGeom prst="rect">
            <a:avLst/>
          </a:prstGeom>
          <a:solidFill>
            <a:srgbClr val="141414"/>
          </a:solidFill>
          <a:ln>
            <a:noFill/>
          </a:ln>
        </p:spPr>
        <p:txBody>
          <a:bodyPr/>
          <a:lstStyle/>
          <a:p>
            <a:endParaRPr lang="uk-UA"/>
          </a:p>
        </p:txBody>
      </p:sp>
      <p:sp>
        <p:nvSpPr>
          <p:cNvPr id="349" name="shape349"/>
          <p:cNvSpPr/>
          <p:nvPr/>
        </p:nvSpPr>
        <p:spPr>
          <a:xfrm>
            <a:off x="10128275" y="1371600"/>
            <a:ext cx="83591" cy="263347"/>
          </a:xfrm>
          <a:prstGeom prst="rect">
            <a:avLst/>
          </a:prstGeom>
          <a:solidFill>
            <a:srgbClr val="141414"/>
          </a:solidFill>
          <a:ln>
            <a:noFill/>
          </a:ln>
        </p:spPr>
        <p:txBody>
          <a:bodyPr/>
          <a:lstStyle/>
          <a:p>
            <a:endParaRPr lang="uk-UA"/>
          </a:p>
        </p:txBody>
      </p:sp>
      <p:sp>
        <p:nvSpPr>
          <p:cNvPr id="350" name="shape350"/>
          <p:cNvSpPr/>
          <p:nvPr/>
        </p:nvSpPr>
        <p:spPr>
          <a:xfrm>
            <a:off x="10128275" y="1633118"/>
            <a:ext cx="83591" cy="263347"/>
          </a:xfrm>
          <a:prstGeom prst="rect">
            <a:avLst/>
          </a:prstGeom>
          <a:solidFill>
            <a:srgbClr val="141414"/>
          </a:solidFill>
          <a:ln>
            <a:noFill/>
          </a:ln>
        </p:spPr>
        <p:txBody>
          <a:bodyPr/>
          <a:lstStyle/>
          <a:p>
            <a:endParaRPr lang="uk-UA"/>
          </a:p>
        </p:txBody>
      </p:sp>
      <p:sp>
        <p:nvSpPr>
          <p:cNvPr id="351" name="shape351"/>
          <p:cNvSpPr/>
          <p:nvPr/>
        </p:nvSpPr>
        <p:spPr>
          <a:xfrm>
            <a:off x="10128275" y="1894637"/>
            <a:ext cx="83591" cy="667512"/>
          </a:xfrm>
          <a:prstGeom prst="rect">
            <a:avLst/>
          </a:prstGeom>
          <a:solidFill>
            <a:srgbClr val="141414"/>
          </a:solidFill>
          <a:ln>
            <a:noFill/>
          </a:ln>
        </p:spPr>
        <p:txBody>
          <a:bodyPr/>
          <a:lstStyle/>
          <a:p>
            <a:endParaRPr lang="uk-UA"/>
          </a:p>
        </p:txBody>
      </p:sp>
      <p:sp>
        <p:nvSpPr>
          <p:cNvPr id="352" name="shape352"/>
          <p:cNvSpPr/>
          <p:nvPr/>
        </p:nvSpPr>
        <p:spPr>
          <a:xfrm>
            <a:off x="10210038" y="1371600"/>
            <a:ext cx="83591" cy="263347"/>
          </a:xfrm>
          <a:prstGeom prst="rect">
            <a:avLst/>
          </a:prstGeom>
          <a:solidFill>
            <a:srgbClr val="141414"/>
          </a:solidFill>
          <a:ln>
            <a:noFill/>
          </a:ln>
        </p:spPr>
        <p:txBody>
          <a:bodyPr/>
          <a:lstStyle/>
          <a:p>
            <a:endParaRPr lang="uk-UA"/>
          </a:p>
        </p:txBody>
      </p:sp>
      <p:sp>
        <p:nvSpPr>
          <p:cNvPr id="353" name="shape353"/>
          <p:cNvSpPr/>
          <p:nvPr/>
        </p:nvSpPr>
        <p:spPr>
          <a:xfrm>
            <a:off x="10210038" y="1633118"/>
            <a:ext cx="83591" cy="263347"/>
          </a:xfrm>
          <a:prstGeom prst="rect">
            <a:avLst/>
          </a:prstGeom>
          <a:solidFill>
            <a:srgbClr val="141414"/>
          </a:solidFill>
          <a:ln>
            <a:noFill/>
          </a:ln>
        </p:spPr>
        <p:txBody>
          <a:bodyPr/>
          <a:lstStyle/>
          <a:p>
            <a:endParaRPr lang="uk-UA"/>
          </a:p>
        </p:txBody>
      </p:sp>
      <p:sp>
        <p:nvSpPr>
          <p:cNvPr id="354" name="shape354"/>
          <p:cNvSpPr/>
          <p:nvPr/>
        </p:nvSpPr>
        <p:spPr>
          <a:xfrm>
            <a:off x="10210038" y="1894637"/>
            <a:ext cx="83591" cy="667512"/>
          </a:xfrm>
          <a:prstGeom prst="rect">
            <a:avLst/>
          </a:prstGeom>
          <a:solidFill>
            <a:srgbClr val="141414"/>
          </a:solidFill>
          <a:ln>
            <a:noFill/>
          </a:ln>
        </p:spPr>
        <p:txBody>
          <a:bodyPr/>
          <a:lstStyle/>
          <a:p>
            <a:endParaRPr lang="uk-UA"/>
          </a:p>
        </p:txBody>
      </p:sp>
      <p:sp>
        <p:nvSpPr>
          <p:cNvPr id="355" name="shape355"/>
          <p:cNvSpPr/>
          <p:nvPr/>
        </p:nvSpPr>
        <p:spPr>
          <a:xfrm>
            <a:off x="10291801" y="1371600"/>
            <a:ext cx="83591" cy="263347"/>
          </a:xfrm>
          <a:prstGeom prst="rect">
            <a:avLst/>
          </a:prstGeom>
          <a:solidFill>
            <a:srgbClr val="141414"/>
          </a:solidFill>
          <a:ln>
            <a:noFill/>
          </a:ln>
        </p:spPr>
        <p:txBody>
          <a:bodyPr/>
          <a:lstStyle/>
          <a:p>
            <a:endParaRPr lang="uk-UA"/>
          </a:p>
        </p:txBody>
      </p:sp>
      <p:sp>
        <p:nvSpPr>
          <p:cNvPr id="356" name="shape356"/>
          <p:cNvSpPr/>
          <p:nvPr/>
        </p:nvSpPr>
        <p:spPr>
          <a:xfrm>
            <a:off x="10291801" y="1633118"/>
            <a:ext cx="83591" cy="263347"/>
          </a:xfrm>
          <a:prstGeom prst="rect">
            <a:avLst/>
          </a:prstGeom>
          <a:solidFill>
            <a:srgbClr val="141414"/>
          </a:solidFill>
          <a:ln>
            <a:noFill/>
          </a:ln>
        </p:spPr>
        <p:txBody>
          <a:bodyPr/>
          <a:lstStyle/>
          <a:p>
            <a:endParaRPr lang="uk-UA"/>
          </a:p>
        </p:txBody>
      </p:sp>
      <p:sp>
        <p:nvSpPr>
          <p:cNvPr id="357" name="shape357"/>
          <p:cNvSpPr/>
          <p:nvPr/>
        </p:nvSpPr>
        <p:spPr>
          <a:xfrm>
            <a:off x="10291801" y="1894637"/>
            <a:ext cx="83591" cy="667512"/>
          </a:xfrm>
          <a:prstGeom prst="rect">
            <a:avLst/>
          </a:prstGeom>
          <a:solidFill>
            <a:srgbClr val="141414"/>
          </a:solidFill>
          <a:ln>
            <a:noFill/>
          </a:ln>
        </p:spPr>
        <p:txBody>
          <a:bodyPr/>
          <a:lstStyle/>
          <a:p>
            <a:endParaRPr lang="uk-UA"/>
          </a:p>
        </p:txBody>
      </p:sp>
      <p:sp>
        <p:nvSpPr>
          <p:cNvPr id="358" name="shape358"/>
          <p:cNvSpPr/>
          <p:nvPr/>
        </p:nvSpPr>
        <p:spPr>
          <a:xfrm>
            <a:off x="10373563" y="1371600"/>
            <a:ext cx="83591" cy="263347"/>
          </a:xfrm>
          <a:prstGeom prst="rect">
            <a:avLst/>
          </a:prstGeom>
          <a:solidFill>
            <a:srgbClr val="141414"/>
          </a:solidFill>
          <a:ln>
            <a:noFill/>
          </a:ln>
        </p:spPr>
        <p:txBody>
          <a:bodyPr/>
          <a:lstStyle/>
          <a:p>
            <a:endParaRPr lang="uk-UA"/>
          </a:p>
        </p:txBody>
      </p:sp>
      <p:sp>
        <p:nvSpPr>
          <p:cNvPr id="359" name="shape359"/>
          <p:cNvSpPr/>
          <p:nvPr/>
        </p:nvSpPr>
        <p:spPr>
          <a:xfrm>
            <a:off x="10373563" y="1633118"/>
            <a:ext cx="83591" cy="263347"/>
          </a:xfrm>
          <a:prstGeom prst="rect">
            <a:avLst/>
          </a:prstGeom>
          <a:solidFill>
            <a:srgbClr val="141414"/>
          </a:solidFill>
          <a:ln>
            <a:noFill/>
          </a:ln>
        </p:spPr>
        <p:txBody>
          <a:bodyPr/>
          <a:lstStyle/>
          <a:p>
            <a:endParaRPr lang="uk-UA"/>
          </a:p>
        </p:txBody>
      </p:sp>
      <p:sp>
        <p:nvSpPr>
          <p:cNvPr id="360" name="shape360"/>
          <p:cNvSpPr/>
          <p:nvPr/>
        </p:nvSpPr>
        <p:spPr>
          <a:xfrm>
            <a:off x="10373563" y="1894637"/>
            <a:ext cx="83591" cy="667512"/>
          </a:xfrm>
          <a:prstGeom prst="rect">
            <a:avLst/>
          </a:prstGeom>
          <a:solidFill>
            <a:srgbClr val="141414"/>
          </a:solidFill>
          <a:ln>
            <a:noFill/>
          </a:ln>
        </p:spPr>
        <p:txBody>
          <a:bodyPr/>
          <a:lstStyle/>
          <a:p>
            <a:endParaRPr lang="uk-UA"/>
          </a:p>
        </p:txBody>
      </p:sp>
      <p:sp>
        <p:nvSpPr>
          <p:cNvPr id="361" name="shape361"/>
          <p:cNvSpPr/>
          <p:nvPr/>
        </p:nvSpPr>
        <p:spPr>
          <a:xfrm>
            <a:off x="10455326" y="1371600"/>
            <a:ext cx="83591" cy="263347"/>
          </a:xfrm>
          <a:prstGeom prst="rect">
            <a:avLst/>
          </a:prstGeom>
          <a:solidFill>
            <a:srgbClr val="141414"/>
          </a:solidFill>
          <a:ln>
            <a:noFill/>
          </a:ln>
        </p:spPr>
        <p:txBody>
          <a:bodyPr/>
          <a:lstStyle/>
          <a:p>
            <a:endParaRPr lang="uk-UA"/>
          </a:p>
        </p:txBody>
      </p:sp>
      <p:sp>
        <p:nvSpPr>
          <p:cNvPr id="362" name="shape362"/>
          <p:cNvSpPr/>
          <p:nvPr/>
        </p:nvSpPr>
        <p:spPr>
          <a:xfrm>
            <a:off x="10455326" y="1633118"/>
            <a:ext cx="83591" cy="263347"/>
          </a:xfrm>
          <a:prstGeom prst="rect">
            <a:avLst/>
          </a:prstGeom>
          <a:solidFill>
            <a:srgbClr val="141414"/>
          </a:solidFill>
          <a:ln>
            <a:noFill/>
          </a:ln>
        </p:spPr>
        <p:txBody>
          <a:bodyPr/>
          <a:lstStyle/>
          <a:p>
            <a:endParaRPr lang="uk-UA"/>
          </a:p>
        </p:txBody>
      </p:sp>
      <p:sp>
        <p:nvSpPr>
          <p:cNvPr id="363" name="shape363"/>
          <p:cNvSpPr/>
          <p:nvPr/>
        </p:nvSpPr>
        <p:spPr>
          <a:xfrm>
            <a:off x="10455326" y="1894637"/>
            <a:ext cx="83591" cy="667512"/>
          </a:xfrm>
          <a:prstGeom prst="rect">
            <a:avLst/>
          </a:prstGeom>
          <a:solidFill>
            <a:srgbClr val="141414"/>
          </a:solidFill>
          <a:ln>
            <a:noFill/>
          </a:ln>
        </p:spPr>
        <p:txBody>
          <a:bodyPr/>
          <a:lstStyle/>
          <a:p>
            <a:endParaRPr lang="uk-UA"/>
          </a:p>
        </p:txBody>
      </p:sp>
      <p:sp>
        <p:nvSpPr>
          <p:cNvPr id="364" name="shape364"/>
          <p:cNvSpPr/>
          <p:nvPr/>
        </p:nvSpPr>
        <p:spPr>
          <a:xfrm>
            <a:off x="10537088" y="1371600"/>
            <a:ext cx="83591" cy="263347"/>
          </a:xfrm>
          <a:prstGeom prst="rect">
            <a:avLst/>
          </a:prstGeom>
          <a:solidFill>
            <a:srgbClr val="141414"/>
          </a:solidFill>
          <a:ln>
            <a:noFill/>
          </a:ln>
        </p:spPr>
        <p:txBody>
          <a:bodyPr/>
          <a:lstStyle/>
          <a:p>
            <a:endParaRPr lang="uk-UA"/>
          </a:p>
        </p:txBody>
      </p:sp>
      <p:sp>
        <p:nvSpPr>
          <p:cNvPr id="365" name="shape365"/>
          <p:cNvSpPr/>
          <p:nvPr/>
        </p:nvSpPr>
        <p:spPr>
          <a:xfrm>
            <a:off x="10537088" y="1633118"/>
            <a:ext cx="83591" cy="263347"/>
          </a:xfrm>
          <a:prstGeom prst="rect">
            <a:avLst/>
          </a:prstGeom>
          <a:solidFill>
            <a:srgbClr val="141414"/>
          </a:solidFill>
          <a:ln>
            <a:noFill/>
          </a:ln>
        </p:spPr>
        <p:txBody>
          <a:bodyPr/>
          <a:lstStyle/>
          <a:p>
            <a:endParaRPr lang="uk-UA"/>
          </a:p>
        </p:txBody>
      </p:sp>
      <p:sp>
        <p:nvSpPr>
          <p:cNvPr id="366" name="shape366"/>
          <p:cNvSpPr/>
          <p:nvPr/>
        </p:nvSpPr>
        <p:spPr>
          <a:xfrm>
            <a:off x="10537088" y="1894637"/>
            <a:ext cx="83591" cy="667512"/>
          </a:xfrm>
          <a:prstGeom prst="rect">
            <a:avLst/>
          </a:prstGeom>
          <a:solidFill>
            <a:srgbClr val="141414"/>
          </a:solidFill>
          <a:ln>
            <a:noFill/>
          </a:ln>
        </p:spPr>
        <p:txBody>
          <a:bodyPr/>
          <a:lstStyle/>
          <a:p>
            <a:endParaRPr lang="uk-UA"/>
          </a:p>
        </p:txBody>
      </p:sp>
      <p:sp>
        <p:nvSpPr>
          <p:cNvPr id="367" name="shape367"/>
          <p:cNvSpPr/>
          <p:nvPr/>
        </p:nvSpPr>
        <p:spPr>
          <a:xfrm>
            <a:off x="10618851" y="1371600"/>
            <a:ext cx="83591" cy="263347"/>
          </a:xfrm>
          <a:prstGeom prst="rect">
            <a:avLst/>
          </a:prstGeom>
          <a:solidFill>
            <a:srgbClr val="141414"/>
          </a:solidFill>
          <a:ln>
            <a:noFill/>
          </a:ln>
        </p:spPr>
        <p:txBody>
          <a:bodyPr/>
          <a:lstStyle/>
          <a:p>
            <a:endParaRPr lang="uk-UA"/>
          </a:p>
        </p:txBody>
      </p:sp>
      <p:sp>
        <p:nvSpPr>
          <p:cNvPr id="368" name="shape368"/>
          <p:cNvSpPr/>
          <p:nvPr/>
        </p:nvSpPr>
        <p:spPr>
          <a:xfrm>
            <a:off x="10618851" y="1633118"/>
            <a:ext cx="83591" cy="263347"/>
          </a:xfrm>
          <a:prstGeom prst="rect">
            <a:avLst/>
          </a:prstGeom>
          <a:solidFill>
            <a:srgbClr val="141414"/>
          </a:solidFill>
          <a:ln>
            <a:noFill/>
          </a:ln>
        </p:spPr>
        <p:txBody>
          <a:bodyPr/>
          <a:lstStyle/>
          <a:p>
            <a:endParaRPr lang="uk-UA"/>
          </a:p>
        </p:txBody>
      </p:sp>
      <p:sp>
        <p:nvSpPr>
          <p:cNvPr id="369" name="shape369"/>
          <p:cNvSpPr/>
          <p:nvPr/>
        </p:nvSpPr>
        <p:spPr>
          <a:xfrm>
            <a:off x="10618851" y="1894637"/>
            <a:ext cx="83591" cy="667512"/>
          </a:xfrm>
          <a:prstGeom prst="rect">
            <a:avLst/>
          </a:prstGeom>
          <a:solidFill>
            <a:srgbClr val="141414"/>
          </a:solidFill>
          <a:ln>
            <a:noFill/>
          </a:ln>
        </p:spPr>
        <p:txBody>
          <a:bodyPr/>
          <a:lstStyle/>
          <a:p>
            <a:endParaRPr lang="uk-UA"/>
          </a:p>
        </p:txBody>
      </p:sp>
      <p:sp>
        <p:nvSpPr>
          <p:cNvPr id="370" name="shape370"/>
          <p:cNvSpPr/>
          <p:nvPr/>
        </p:nvSpPr>
        <p:spPr>
          <a:xfrm>
            <a:off x="10700614" y="1371600"/>
            <a:ext cx="83591" cy="263347"/>
          </a:xfrm>
          <a:prstGeom prst="rect">
            <a:avLst/>
          </a:prstGeom>
          <a:solidFill>
            <a:srgbClr val="141414"/>
          </a:solidFill>
          <a:ln>
            <a:noFill/>
          </a:ln>
        </p:spPr>
        <p:txBody>
          <a:bodyPr/>
          <a:lstStyle/>
          <a:p>
            <a:endParaRPr lang="uk-UA"/>
          </a:p>
        </p:txBody>
      </p:sp>
      <p:sp>
        <p:nvSpPr>
          <p:cNvPr id="371" name="shape371"/>
          <p:cNvSpPr/>
          <p:nvPr/>
        </p:nvSpPr>
        <p:spPr>
          <a:xfrm>
            <a:off x="10700614" y="1633118"/>
            <a:ext cx="83591" cy="263347"/>
          </a:xfrm>
          <a:prstGeom prst="rect">
            <a:avLst/>
          </a:prstGeom>
          <a:solidFill>
            <a:srgbClr val="141414"/>
          </a:solidFill>
          <a:ln>
            <a:noFill/>
          </a:ln>
        </p:spPr>
        <p:txBody>
          <a:bodyPr/>
          <a:lstStyle/>
          <a:p>
            <a:endParaRPr lang="uk-UA"/>
          </a:p>
        </p:txBody>
      </p:sp>
      <p:sp>
        <p:nvSpPr>
          <p:cNvPr id="372" name="shape372"/>
          <p:cNvSpPr/>
          <p:nvPr/>
        </p:nvSpPr>
        <p:spPr>
          <a:xfrm>
            <a:off x="10700614" y="1894637"/>
            <a:ext cx="83591" cy="667512"/>
          </a:xfrm>
          <a:prstGeom prst="rect">
            <a:avLst/>
          </a:prstGeom>
          <a:solidFill>
            <a:srgbClr val="141414"/>
          </a:solidFill>
          <a:ln>
            <a:noFill/>
          </a:ln>
        </p:spPr>
        <p:txBody>
          <a:bodyPr/>
          <a:lstStyle/>
          <a:p>
            <a:endParaRPr lang="uk-UA"/>
          </a:p>
        </p:txBody>
      </p:sp>
      <p:sp>
        <p:nvSpPr>
          <p:cNvPr id="373" name="shape373"/>
          <p:cNvSpPr/>
          <p:nvPr/>
        </p:nvSpPr>
        <p:spPr>
          <a:xfrm>
            <a:off x="10782376" y="1371600"/>
            <a:ext cx="83591" cy="263347"/>
          </a:xfrm>
          <a:prstGeom prst="rect">
            <a:avLst/>
          </a:prstGeom>
          <a:solidFill>
            <a:srgbClr val="141414"/>
          </a:solidFill>
          <a:ln>
            <a:noFill/>
          </a:ln>
        </p:spPr>
        <p:txBody>
          <a:bodyPr/>
          <a:lstStyle/>
          <a:p>
            <a:endParaRPr lang="uk-UA"/>
          </a:p>
        </p:txBody>
      </p:sp>
      <p:sp>
        <p:nvSpPr>
          <p:cNvPr id="374" name="shape374"/>
          <p:cNvSpPr/>
          <p:nvPr/>
        </p:nvSpPr>
        <p:spPr>
          <a:xfrm>
            <a:off x="10782376" y="1633118"/>
            <a:ext cx="83591" cy="263347"/>
          </a:xfrm>
          <a:prstGeom prst="rect">
            <a:avLst/>
          </a:prstGeom>
          <a:solidFill>
            <a:srgbClr val="141414"/>
          </a:solidFill>
          <a:ln>
            <a:noFill/>
          </a:ln>
        </p:spPr>
        <p:txBody>
          <a:bodyPr/>
          <a:lstStyle/>
          <a:p>
            <a:endParaRPr lang="uk-UA"/>
          </a:p>
        </p:txBody>
      </p:sp>
      <p:sp>
        <p:nvSpPr>
          <p:cNvPr id="375" name="shape375"/>
          <p:cNvSpPr/>
          <p:nvPr/>
        </p:nvSpPr>
        <p:spPr>
          <a:xfrm>
            <a:off x="10782376" y="1894637"/>
            <a:ext cx="83591" cy="667512"/>
          </a:xfrm>
          <a:prstGeom prst="rect">
            <a:avLst/>
          </a:prstGeom>
          <a:solidFill>
            <a:srgbClr val="141414"/>
          </a:solidFill>
          <a:ln>
            <a:noFill/>
          </a:ln>
        </p:spPr>
        <p:txBody>
          <a:bodyPr/>
          <a:lstStyle/>
          <a:p>
            <a:endParaRPr lang="uk-UA"/>
          </a:p>
        </p:txBody>
      </p:sp>
      <p:sp>
        <p:nvSpPr>
          <p:cNvPr id="376" name="shape376"/>
          <p:cNvSpPr/>
          <p:nvPr/>
        </p:nvSpPr>
        <p:spPr>
          <a:xfrm>
            <a:off x="10864139" y="1371600"/>
            <a:ext cx="83591" cy="263347"/>
          </a:xfrm>
          <a:prstGeom prst="rect">
            <a:avLst/>
          </a:prstGeom>
          <a:solidFill>
            <a:srgbClr val="141414"/>
          </a:solidFill>
          <a:ln>
            <a:noFill/>
          </a:ln>
        </p:spPr>
        <p:txBody>
          <a:bodyPr/>
          <a:lstStyle/>
          <a:p>
            <a:endParaRPr lang="uk-UA"/>
          </a:p>
        </p:txBody>
      </p:sp>
      <p:sp>
        <p:nvSpPr>
          <p:cNvPr id="377" name="shape377"/>
          <p:cNvSpPr/>
          <p:nvPr/>
        </p:nvSpPr>
        <p:spPr>
          <a:xfrm>
            <a:off x="10864139" y="1633118"/>
            <a:ext cx="83591" cy="263347"/>
          </a:xfrm>
          <a:prstGeom prst="rect">
            <a:avLst/>
          </a:prstGeom>
          <a:solidFill>
            <a:srgbClr val="141414"/>
          </a:solidFill>
          <a:ln>
            <a:noFill/>
          </a:ln>
        </p:spPr>
        <p:txBody>
          <a:bodyPr/>
          <a:lstStyle/>
          <a:p>
            <a:endParaRPr lang="uk-UA"/>
          </a:p>
        </p:txBody>
      </p:sp>
      <p:sp>
        <p:nvSpPr>
          <p:cNvPr id="378" name="shape378"/>
          <p:cNvSpPr/>
          <p:nvPr/>
        </p:nvSpPr>
        <p:spPr>
          <a:xfrm>
            <a:off x="10864139" y="1894637"/>
            <a:ext cx="83591" cy="667512"/>
          </a:xfrm>
          <a:prstGeom prst="rect">
            <a:avLst/>
          </a:prstGeom>
          <a:solidFill>
            <a:srgbClr val="141414"/>
          </a:solidFill>
          <a:ln>
            <a:noFill/>
          </a:ln>
        </p:spPr>
        <p:txBody>
          <a:bodyPr/>
          <a:lstStyle/>
          <a:p>
            <a:endParaRPr lang="uk-UA"/>
          </a:p>
        </p:txBody>
      </p:sp>
      <p:sp>
        <p:nvSpPr>
          <p:cNvPr id="379" name="shape379"/>
          <p:cNvSpPr/>
          <p:nvPr/>
        </p:nvSpPr>
        <p:spPr>
          <a:xfrm>
            <a:off x="10945901" y="1371600"/>
            <a:ext cx="83591" cy="263347"/>
          </a:xfrm>
          <a:prstGeom prst="rect">
            <a:avLst/>
          </a:prstGeom>
          <a:solidFill>
            <a:srgbClr val="141414"/>
          </a:solidFill>
          <a:ln>
            <a:noFill/>
          </a:ln>
        </p:spPr>
        <p:txBody>
          <a:bodyPr/>
          <a:lstStyle/>
          <a:p>
            <a:endParaRPr lang="uk-UA"/>
          </a:p>
        </p:txBody>
      </p:sp>
      <p:sp>
        <p:nvSpPr>
          <p:cNvPr id="380" name="shape380"/>
          <p:cNvSpPr/>
          <p:nvPr/>
        </p:nvSpPr>
        <p:spPr>
          <a:xfrm>
            <a:off x="10945901" y="1633118"/>
            <a:ext cx="83591" cy="263347"/>
          </a:xfrm>
          <a:prstGeom prst="rect">
            <a:avLst/>
          </a:prstGeom>
          <a:solidFill>
            <a:srgbClr val="141414"/>
          </a:solidFill>
          <a:ln>
            <a:noFill/>
          </a:ln>
        </p:spPr>
        <p:txBody>
          <a:bodyPr/>
          <a:lstStyle/>
          <a:p>
            <a:endParaRPr lang="uk-UA"/>
          </a:p>
        </p:txBody>
      </p:sp>
      <p:sp>
        <p:nvSpPr>
          <p:cNvPr id="381" name="shape381"/>
          <p:cNvSpPr/>
          <p:nvPr/>
        </p:nvSpPr>
        <p:spPr>
          <a:xfrm>
            <a:off x="10945901" y="1894637"/>
            <a:ext cx="83591" cy="667512"/>
          </a:xfrm>
          <a:prstGeom prst="rect">
            <a:avLst/>
          </a:prstGeom>
          <a:solidFill>
            <a:srgbClr val="141414"/>
          </a:solidFill>
          <a:ln>
            <a:noFill/>
          </a:ln>
        </p:spPr>
        <p:txBody>
          <a:bodyPr/>
          <a:lstStyle/>
          <a:p>
            <a:endParaRPr lang="uk-UA"/>
          </a:p>
        </p:txBody>
      </p:sp>
      <p:sp>
        <p:nvSpPr>
          <p:cNvPr id="382" name="line382"/>
          <p:cNvSpPr/>
          <p:nvPr/>
        </p:nvSpPr>
        <p:spPr>
          <a:xfrm>
            <a:off x="1216152" y="1633118"/>
            <a:ext cx="9811512" cy="0"/>
          </a:xfrm>
          <a:prstGeom prst="line">
            <a:avLst/>
          </a:prstGeom>
          <a:noFill/>
          <a:ln w="5715">
            <a:solidFill>
              <a:srgbClr val="3A3A3A"/>
            </a:solidFill>
            <a:prstDash val="solid"/>
          </a:ln>
        </p:spPr>
        <p:txBody>
          <a:bodyPr/>
          <a:lstStyle/>
          <a:p>
            <a:endParaRPr lang="uk-UA"/>
          </a:p>
        </p:txBody>
      </p:sp>
      <p:sp>
        <p:nvSpPr>
          <p:cNvPr id="383" name="line383"/>
          <p:cNvSpPr/>
          <p:nvPr/>
        </p:nvSpPr>
        <p:spPr>
          <a:xfrm>
            <a:off x="1216152" y="1894637"/>
            <a:ext cx="9811512" cy="0"/>
          </a:xfrm>
          <a:prstGeom prst="line">
            <a:avLst/>
          </a:prstGeom>
          <a:noFill/>
          <a:ln w="5715">
            <a:solidFill>
              <a:srgbClr val="3A3A3A"/>
            </a:solidFill>
            <a:prstDash val="solid"/>
          </a:ln>
        </p:spPr>
        <p:txBody>
          <a:bodyPr/>
          <a:lstStyle/>
          <a:p>
            <a:endParaRPr lang="uk-UA"/>
          </a:p>
        </p:txBody>
      </p:sp>
      <p:sp>
        <p:nvSpPr>
          <p:cNvPr id="384" name="line384"/>
          <p:cNvSpPr/>
          <p:nvPr/>
        </p:nvSpPr>
        <p:spPr>
          <a:xfrm>
            <a:off x="1216152" y="2081028"/>
            <a:ext cx="9811512" cy="0"/>
          </a:xfrm>
          <a:prstGeom prst="line">
            <a:avLst/>
          </a:prstGeom>
          <a:noFill/>
          <a:ln w="4445">
            <a:solidFill>
              <a:srgbClr val="505050"/>
            </a:solidFill>
            <a:prstDash val="solid"/>
          </a:ln>
        </p:spPr>
        <p:txBody>
          <a:bodyPr/>
          <a:lstStyle/>
          <a:p>
            <a:endParaRPr lang="uk-UA"/>
          </a:p>
        </p:txBody>
      </p:sp>
      <p:sp>
        <p:nvSpPr>
          <p:cNvPr id="385" name="line385"/>
          <p:cNvSpPr/>
          <p:nvPr/>
        </p:nvSpPr>
        <p:spPr>
          <a:xfrm>
            <a:off x="1216152" y="2294047"/>
            <a:ext cx="9811512" cy="0"/>
          </a:xfrm>
          <a:prstGeom prst="line">
            <a:avLst/>
          </a:prstGeom>
          <a:noFill/>
          <a:ln w="4445">
            <a:solidFill>
              <a:srgbClr val="505050"/>
            </a:solidFill>
            <a:prstDash val="solid"/>
          </a:ln>
        </p:spPr>
        <p:txBody>
          <a:bodyPr/>
          <a:lstStyle/>
          <a:p>
            <a:endParaRPr lang="uk-UA"/>
          </a:p>
        </p:txBody>
      </p:sp>
      <p:sp>
        <p:nvSpPr>
          <p:cNvPr id="386" name="line386"/>
          <p:cNvSpPr/>
          <p:nvPr/>
        </p:nvSpPr>
        <p:spPr>
          <a:xfrm>
            <a:off x="1216152" y="2473781"/>
            <a:ext cx="9811512" cy="0"/>
          </a:xfrm>
          <a:prstGeom prst="line">
            <a:avLst/>
          </a:prstGeom>
          <a:noFill/>
          <a:ln w="4445">
            <a:solidFill>
              <a:srgbClr val="505050"/>
            </a:solidFill>
            <a:prstDash val="solid"/>
          </a:ln>
        </p:spPr>
        <p:txBody>
          <a:bodyPr/>
          <a:lstStyle/>
          <a:p>
            <a:endParaRPr lang="uk-UA"/>
          </a:p>
        </p:txBody>
      </p:sp>
      <p:sp>
        <p:nvSpPr>
          <p:cNvPr id="387" name="line387"/>
          <p:cNvSpPr/>
          <p:nvPr/>
        </p:nvSpPr>
        <p:spPr>
          <a:xfrm>
            <a:off x="1257033" y="1371600"/>
            <a:ext cx="0" cy="1188720"/>
          </a:xfrm>
          <a:prstGeom prst="line">
            <a:avLst/>
          </a:prstGeom>
          <a:noFill/>
          <a:ln w="4445">
            <a:solidFill>
              <a:srgbClr val="292929"/>
            </a:solidFill>
            <a:prstDash val="solid"/>
          </a:ln>
        </p:spPr>
        <p:txBody>
          <a:bodyPr/>
          <a:lstStyle/>
          <a:p>
            <a:endParaRPr lang="uk-UA"/>
          </a:p>
        </p:txBody>
      </p:sp>
      <p:sp>
        <p:nvSpPr>
          <p:cNvPr id="388" name="text388"/>
          <p:cNvSpPr txBox="1"/>
          <p:nvPr/>
        </p:nvSpPr>
        <p:spPr>
          <a:xfrm>
            <a:off x="103757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389" name="text389"/>
          <p:cNvSpPr txBox="1"/>
          <p:nvPr/>
        </p:nvSpPr>
        <p:spPr>
          <a:xfrm>
            <a:off x="1028433" y="2697480"/>
            <a:ext cx="457200" cy="109728"/>
          </a:xfrm>
          <a:prstGeom prst="rect">
            <a:avLst/>
          </a:prstGeom>
          <a:noFill/>
          <a:ln>
            <a:noFill/>
          </a:ln>
        </p:spPr>
        <p:txBody>
          <a:bodyPr wrap="none" lIns="0" tIns="0" rIns="0" bIns="0">
            <a:normAutofit/>
          </a:bodyPr>
          <a:lstStyle/>
          <a:p>
            <a:pPr algn="ctr"/>
            <a:r>
              <a:rPr lang="uk-UA" sz="600">
                <a:solidFill>
                  <a:srgbClr val="AFAFAF"/>
                </a:solidFill>
                <a:latin typeface="Aptos"/>
                <a:cs typeface="Aptos"/>
              </a:rPr>
              <a:t>06.09</a:t>
            </a:r>
          </a:p>
        </p:txBody>
      </p:sp>
      <p:sp>
        <p:nvSpPr>
          <p:cNvPr id="390" name="line390"/>
          <p:cNvSpPr/>
          <p:nvPr/>
        </p:nvSpPr>
        <p:spPr>
          <a:xfrm>
            <a:off x="1747609" y="1371600"/>
            <a:ext cx="0" cy="1188720"/>
          </a:xfrm>
          <a:prstGeom prst="line">
            <a:avLst/>
          </a:prstGeom>
          <a:noFill/>
          <a:ln w="9525">
            <a:solidFill>
              <a:srgbClr val="505050"/>
            </a:solidFill>
            <a:prstDash val="solid"/>
          </a:ln>
        </p:spPr>
        <p:txBody>
          <a:bodyPr/>
          <a:lstStyle/>
          <a:p>
            <a:endParaRPr lang="uk-UA"/>
          </a:p>
        </p:txBody>
      </p:sp>
      <p:sp>
        <p:nvSpPr>
          <p:cNvPr id="391" name="text391"/>
          <p:cNvSpPr txBox="1"/>
          <p:nvPr/>
        </p:nvSpPr>
        <p:spPr>
          <a:xfrm>
            <a:off x="152815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392" name="text392"/>
          <p:cNvSpPr txBox="1"/>
          <p:nvPr/>
        </p:nvSpPr>
        <p:spPr>
          <a:xfrm>
            <a:off x="1519009"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07.09</a:t>
            </a:r>
          </a:p>
        </p:txBody>
      </p:sp>
      <p:sp>
        <p:nvSpPr>
          <p:cNvPr id="393" name="line393"/>
          <p:cNvSpPr/>
          <p:nvPr/>
        </p:nvSpPr>
        <p:spPr>
          <a:xfrm>
            <a:off x="2238185" y="1371600"/>
            <a:ext cx="0" cy="1188720"/>
          </a:xfrm>
          <a:prstGeom prst="line">
            <a:avLst/>
          </a:prstGeom>
          <a:noFill/>
          <a:ln w="4445">
            <a:solidFill>
              <a:srgbClr val="292929"/>
            </a:solidFill>
            <a:prstDash val="solid"/>
          </a:ln>
        </p:spPr>
        <p:txBody>
          <a:bodyPr/>
          <a:lstStyle/>
          <a:p>
            <a:endParaRPr lang="uk-UA"/>
          </a:p>
        </p:txBody>
      </p:sp>
      <p:sp>
        <p:nvSpPr>
          <p:cNvPr id="394" name="text394"/>
          <p:cNvSpPr txBox="1"/>
          <p:nvPr/>
        </p:nvSpPr>
        <p:spPr>
          <a:xfrm>
            <a:off x="2018729"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395" name="line395"/>
          <p:cNvSpPr/>
          <p:nvPr/>
        </p:nvSpPr>
        <p:spPr>
          <a:xfrm>
            <a:off x="2728760" y="1371600"/>
            <a:ext cx="0" cy="1188720"/>
          </a:xfrm>
          <a:prstGeom prst="line">
            <a:avLst/>
          </a:prstGeom>
          <a:noFill/>
          <a:ln w="4445">
            <a:solidFill>
              <a:srgbClr val="292929"/>
            </a:solidFill>
            <a:prstDash val="solid"/>
          </a:ln>
        </p:spPr>
        <p:txBody>
          <a:bodyPr/>
          <a:lstStyle/>
          <a:p>
            <a:endParaRPr lang="uk-UA"/>
          </a:p>
        </p:txBody>
      </p:sp>
      <p:sp>
        <p:nvSpPr>
          <p:cNvPr id="396" name="text396"/>
          <p:cNvSpPr txBox="1"/>
          <p:nvPr/>
        </p:nvSpPr>
        <p:spPr>
          <a:xfrm>
            <a:off x="2509304"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397" name="line397"/>
          <p:cNvSpPr/>
          <p:nvPr/>
        </p:nvSpPr>
        <p:spPr>
          <a:xfrm>
            <a:off x="3219336" y="1371600"/>
            <a:ext cx="0" cy="1188720"/>
          </a:xfrm>
          <a:prstGeom prst="line">
            <a:avLst/>
          </a:prstGeom>
          <a:noFill/>
          <a:ln w="4445">
            <a:solidFill>
              <a:srgbClr val="292929"/>
            </a:solidFill>
            <a:prstDash val="solid"/>
          </a:ln>
        </p:spPr>
        <p:txBody>
          <a:bodyPr/>
          <a:lstStyle/>
          <a:p>
            <a:endParaRPr lang="uk-UA"/>
          </a:p>
        </p:txBody>
      </p:sp>
      <p:sp>
        <p:nvSpPr>
          <p:cNvPr id="398" name="text398"/>
          <p:cNvSpPr txBox="1"/>
          <p:nvPr/>
        </p:nvSpPr>
        <p:spPr>
          <a:xfrm>
            <a:off x="2999880"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399" name="line399"/>
          <p:cNvSpPr/>
          <p:nvPr/>
        </p:nvSpPr>
        <p:spPr>
          <a:xfrm>
            <a:off x="3709911" y="1371600"/>
            <a:ext cx="0" cy="1188720"/>
          </a:xfrm>
          <a:prstGeom prst="line">
            <a:avLst/>
          </a:prstGeom>
          <a:noFill/>
          <a:ln w="9525">
            <a:solidFill>
              <a:srgbClr val="505050"/>
            </a:solidFill>
            <a:prstDash val="solid"/>
          </a:ln>
        </p:spPr>
        <p:txBody>
          <a:bodyPr/>
          <a:lstStyle/>
          <a:p>
            <a:endParaRPr lang="uk-UA"/>
          </a:p>
        </p:txBody>
      </p:sp>
      <p:sp>
        <p:nvSpPr>
          <p:cNvPr id="400" name="text400"/>
          <p:cNvSpPr txBox="1"/>
          <p:nvPr/>
        </p:nvSpPr>
        <p:spPr>
          <a:xfrm>
            <a:off x="3490455"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01" name="text401"/>
          <p:cNvSpPr txBox="1"/>
          <p:nvPr/>
        </p:nvSpPr>
        <p:spPr>
          <a:xfrm>
            <a:off x="3481311"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08.09</a:t>
            </a:r>
          </a:p>
        </p:txBody>
      </p:sp>
      <p:sp>
        <p:nvSpPr>
          <p:cNvPr id="402" name="line402"/>
          <p:cNvSpPr/>
          <p:nvPr/>
        </p:nvSpPr>
        <p:spPr>
          <a:xfrm>
            <a:off x="4200487" y="1371600"/>
            <a:ext cx="0" cy="1188720"/>
          </a:xfrm>
          <a:prstGeom prst="line">
            <a:avLst/>
          </a:prstGeom>
          <a:noFill/>
          <a:ln w="4445">
            <a:solidFill>
              <a:srgbClr val="292929"/>
            </a:solidFill>
            <a:prstDash val="solid"/>
          </a:ln>
        </p:spPr>
        <p:txBody>
          <a:bodyPr/>
          <a:lstStyle/>
          <a:p>
            <a:endParaRPr lang="uk-UA"/>
          </a:p>
        </p:txBody>
      </p:sp>
      <p:sp>
        <p:nvSpPr>
          <p:cNvPr id="403" name="text403"/>
          <p:cNvSpPr txBox="1"/>
          <p:nvPr/>
        </p:nvSpPr>
        <p:spPr>
          <a:xfrm>
            <a:off x="3981031"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04" name="line404"/>
          <p:cNvSpPr/>
          <p:nvPr/>
        </p:nvSpPr>
        <p:spPr>
          <a:xfrm>
            <a:off x="4691063" y="1371600"/>
            <a:ext cx="0" cy="1188720"/>
          </a:xfrm>
          <a:prstGeom prst="line">
            <a:avLst/>
          </a:prstGeom>
          <a:noFill/>
          <a:ln w="4445">
            <a:solidFill>
              <a:srgbClr val="292929"/>
            </a:solidFill>
            <a:prstDash val="solid"/>
          </a:ln>
        </p:spPr>
        <p:txBody>
          <a:bodyPr/>
          <a:lstStyle/>
          <a:p>
            <a:endParaRPr lang="uk-UA"/>
          </a:p>
        </p:txBody>
      </p:sp>
      <p:sp>
        <p:nvSpPr>
          <p:cNvPr id="405" name="text405"/>
          <p:cNvSpPr txBox="1"/>
          <p:nvPr/>
        </p:nvSpPr>
        <p:spPr>
          <a:xfrm>
            <a:off x="447160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06" name="line406"/>
          <p:cNvSpPr/>
          <p:nvPr/>
        </p:nvSpPr>
        <p:spPr>
          <a:xfrm>
            <a:off x="5181638" y="1371600"/>
            <a:ext cx="0" cy="1188720"/>
          </a:xfrm>
          <a:prstGeom prst="line">
            <a:avLst/>
          </a:prstGeom>
          <a:noFill/>
          <a:ln w="4445">
            <a:solidFill>
              <a:srgbClr val="292929"/>
            </a:solidFill>
            <a:prstDash val="solid"/>
          </a:ln>
        </p:spPr>
        <p:txBody>
          <a:bodyPr/>
          <a:lstStyle/>
          <a:p>
            <a:endParaRPr lang="uk-UA"/>
          </a:p>
        </p:txBody>
      </p:sp>
      <p:sp>
        <p:nvSpPr>
          <p:cNvPr id="407" name="text407"/>
          <p:cNvSpPr txBox="1"/>
          <p:nvPr/>
        </p:nvSpPr>
        <p:spPr>
          <a:xfrm>
            <a:off x="4962182"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08" name="line408"/>
          <p:cNvSpPr/>
          <p:nvPr/>
        </p:nvSpPr>
        <p:spPr>
          <a:xfrm>
            <a:off x="5672214" y="1371600"/>
            <a:ext cx="0" cy="1188720"/>
          </a:xfrm>
          <a:prstGeom prst="line">
            <a:avLst/>
          </a:prstGeom>
          <a:noFill/>
          <a:ln w="9525">
            <a:solidFill>
              <a:srgbClr val="505050"/>
            </a:solidFill>
            <a:prstDash val="solid"/>
          </a:ln>
        </p:spPr>
        <p:txBody>
          <a:bodyPr/>
          <a:lstStyle/>
          <a:p>
            <a:endParaRPr lang="uk-UA"/>
          </a:p>
        </p:txBody>
      </p:sp>
      <p:sp>
        <p:nvSpPr>
          <p:cNvPr id="409" name="text409"/>
          <p:cNvSpPr txBox="1"/>
          <p:nvPr/>
        </p:nvSpPr>
        <p:spPr>
          <a:xfrm>
            <a:off x="5452758"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10" name="text410"/>
          <p:cNvSpPr txBox="1"/>
          <p:nvPr/>
        </p:nvSpPr>
        <p:spPr>
          <a:xfrm>
            <a:off x="5443614"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09.09</a:t>
            </a:r>
          </a:p>
        </p:txBody>
      </p:sp>
      <p:sp>
        <p:nvSpPr>
          <p:cNvPr id="411" name="line411"/>
          <p:cNvSpPr/>
          <p:nvPr/>
        </p:nvSpPr>
        <p:spPr>
          <a:xfrm>
            <a:off x="6162789" y="1371600"/>
            <a:ext cx="0" cy="1188720"/>
          </a:xfrm>
          <a:prstGeom prst="line">
            <a:avLst/>
          </a:prstGeom>
          <a:noFill/>
          <a:ln w="4445">
            <a:solidFill>
              <a:srgbClr val="292929"/>
            </a:solidFill>
            <a:prstDash val="solid"/>
          </a:ln>
        </p:spPr>
        <p:txBody>
          <a:bodyPr/>
          <a:lstStyle/>
          <a:p>
            <a:endParaRPr lang="uk-UA"/>
          </a:p>
        </p:txBody>
      </p:sp>
      <p:sp>
        <p:nvSpPr>
          <p:cNvPr id="412" name="text412"/>
          <p:cNvSpPr txBox="1"/>
          <p:nvPr/>
        </p:nvSpPr>
        <p:spPr>
          <a:xfrm>
            <a:off x="594333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13" name="line413"/>
          <p:cNvSpPr/>
          <p:nvPr/>
        </p:nvSpPr>
        <p:spPr>
          <a:xfrm>
            <a:off x="6653365" y="1371600"/>
            <a:ext cx="0" cy="1188720"/>
          </a:xfrm>
          <a:prstGeom prst="line">
            <a:avLst/>
          </a:prstGeom>
          <a:noFill/>
          <a:ln w="4445">
            <a:solidFill>
              <a:srgbClr val="292929"/>
            </a:solidFill>
            <a:prstDash val="solid"/>
          </a:ln>
        </p:spPr>
        <p:txBody>
          <a:bodyPr/>
          <a:lstStyle/>
          <a:p>
            <a:endParaRPr lang="uk-UA"/>
          </a:p>
        </p:txBody>
      </p:sp>
      <p:sp>
        <p:nvSpPr>
          <p:cNvPr id="414" name="text414"/>
          <p:cNvSpPr txBox="1"/>
          <p:nvPr/>
        </p:nvSpPr>
        <p:spPr>
          <a:xfrm>
            <a:off x="6433909"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15" name="line415"/>
          <p:cNvSpPr/>
          <p:nvPr/>
        </p:nvSpPr>
        <p:spPr>
          <a:xfrm>
            <a:off x="7143941" y="1371600"/>
            <a:ext cx="0" cy="1188720"/>
          </a:xfrm>
          <a:prstGeom prst="line">
            <a:avLst/>
          </a:prstGeom>
          <a:noFill/>
          <a:ln w="4445">
            <a:solidFill>
              <a:srgbClr val="292929"/>
            </a:solidFill>
            <a:prstDash val="solid"/>
          </a:ln>
        </p:spPr>
        <p:txBody>
          <a:bodyPr/>
          <a:lstStyle/>
          <a:p>
            <a:endParaRPr lang="uk-UA"/>
          </a:p>
        </p:txBody>
      </p:sp>
      <p:sp>
        <p:nvSpPr>
          <p:cNvPr id="416" name="text416"/>
          <p:cNvSpPr txBox="1"/>
          <p:nvPr/>
        </p:nvSpPr>
        <p:spPr>
          <a:xfrm>
            <a:off x="6924485"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17" name="line417"/>
          <p:cNvSpPr/>
          <p:nvPr/>
        </p:nvSpPr>
        <p:spPr>
          <a:xfrm>
            <a:off x="7634516" y="1371600"/>
            <a:ext cx="0" cy="1188720"/>
          </a:xfrm>
          <a:prstGeom prst="line">
            <a:avLst/>
          </a:prstGeom>
          <a:noFill/>
          <a:ln w="9525">
            <a:solidFill>
              <a:srgbClr val="505050"/>
            </a:solidFill>
            <a:prstDash val="solid"/>
          </a:ln>
        </p:spPr>
        <p:txBody>
          <a:bodyPr/>
          <a:lstStyle/>
          <a:p>
            <a:endParaRPr lang="uk-UA"/>
          </a:p>
        </p:txBody>
      </p:sp>
      <p:sp>
        <p:nvSpPr>
          <p:cNvPr id="418" name="text418"/>
          <p:cNvSpPr txBox="1"/>
          <p:nvPr/>
        </p:nvSpPr>
        <p:spPr>
          <a:xfrm>
            <a:off x="7415060"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19" name="text419"/>
          <p:cNvSpPr txBox="1"/>
          <p:nvPr/>
        </p:nvSpPr>
        <p:spPr>
          <a:xfrm>
            <a:off x="7405916"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10.09</a:t>
            </a:r>
          </a:p>
        </p:txBody>
      </p:sp>
      <p:sp>
        <p:nvSpPr>
          <p:cNvPr id="420" name="line420"/>
          <p:cNvSpPr/>
          <p:nvPr/>
        </p:nvSpPr>
        <p:spPr>
          <a:xfrm>
            <a:off x="8125092" y="1371600"/>
            <a:ext cx="0" cy="1188720"/>
          </a:xfrm>
          <a:prstGeom prst="line">
            <a:avLst/>
          </a:prstGeom>
          <a:noFill/>
          <a:ln w="4445">
            <a:solidFill>
              <a:srgbClr val="292929"/>
            </a:solidFill>
            <a:prstDash val="solid"/>
          </a:ln>
        </p:spPr>
        <p:txBody>
          <a:bodyPr/>
          <a:lstStyle/>
          <a:p>
            <a:endParaRPr lang="uk-UA"/>
          </a:p>
        </p:txBody>
      </p:sp>
      <p:sp>
        <p:nvSpPr>
          <p:cNvPr id="421" name="text421"/>
          <p:cNvSpPr txBox="1"/>
          <p:nvPr/>
        </p:nvSpPr>
        <p:spPr>
          <a:xfrm>
            <a:off x="7905636"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22" name="line422"/>
          <p:cNvSpPr/>
          <p:nvPr/>
        </p:nvSpPr>
        <p:spPr>
          <a:xfrm>
            <a:off x="8615667" y="1371600"/>
            <a:ext cx="0" cy="1188720"/>
          </a:xfrm>
          <a:prstGeom prst="line">
            <a:avLst/>
          </a:prstGeom>
          <a:noFill/>
          <a:ln w="4445">
            <a:solidFill>
              <a:srgbClr val="292929"/>
            </a:solidFill>
            <a:prstDash val="solid"/>
          </a:ln>
        </p:spPr>
        <p:txBody>
          <a:bodyPr/>
          <a:lstStyle/>
          <a:p>
            <a:endParaRPr lang="uk-UA"/>
          </a:p>
        </p:txBody>
      </p:sp>
      <p:sp>
        <p:nvSpPr>
          <p:cNvPr id="423" name="text423"/>
          <p:cNvSpPr txBox="1"/>
          <p:nvPr/>
        </p:nvSpPr>
        <p:spPr>
          <a:xfrm>
            <a:off x="8396211"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24" name="line424"/>
          <p:cNvSpPr/>
          <p:nvPr/>
        </p:nvSpPr>
        <p:spPr>
          <a:xfrm>
            <a:off x="9106243" y="1371600"/>
            <a:ext cx="0" cy="1188720"/>
          </a:xfrm>
          <a:prstGeom prst="line">
            <a:avLst/>
          </a:prstGeom>
          <a:noFill/>
          <a:ln w="4445">
            <a:solidFill>
              <a:srgbClr val="292929"/>
            </a:solidFill>
            <a:prstDash val="solid"/>
          </a:ln>
        </p:spPr>
        <p:txBody>
          <a:bodyPr/>
          <a:lstStyle/>
          <a:p>
            <a:endParaRPr lang="uk-UA"/>
          </a:p>
        </p:txBody>
      </p:sp>
      <p:sp>
        <p:nvSpPr>
          <p:cNvPr id="425" name="text425"/>
          <p:cNvSpPr txBox="1"/>
          <p:nvPr/>
        </p:nvSpPr>
        <p:spPr>
          <a:xfrm>
            <a:off x="8886787"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426" name="line426"/>
          <p:cNvSpPr/>
          <p:nvPr/>
        </p:nvSpPr>
        <p:spPr>
          <a:xfrm>
            <a:off x="9596819" y="1371600"/>
            <a:ext cx="0" cy="1188720"/>
          </a:xfrm>
          <a:prstGeom prst="line">
            <a:avLst/>
          </a:prstGeom>
          <a:noFill/>
          <a:ln w="9525">
            <a:solidFill>
              <a:srgbClr val="505050"/>
            </a:solidFill>
            <a:prstDash val="solid"/>
          </a:ln>
        </p:spPr>
        <p:txBody>
          <a:bodyPr/>
          <a:lstStyle/>
          <a:p>
            <a:endParaRPr lang="uk-UA"/>
          </a:p>
        </p:txBody>
      </p:sp>
      <p:sp>
        <p:nvSpPr>
          <p:cNvPr id="427" name="text427"/>
          <p:cNvSpPr txBox="1"/>
          <p:nvPr/>
        </p:nvSpPr>
        <p:spPr>
          <a:xfrm>
            <a:off x="9377363"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428" name="text428"/>
          <p:cNvSpPr txBox="1"/>
          <p:nvPr/>
        </p:nvSpPr>
        <p:spPr>
          <a:xfrm>
            <a:off x="9368219" y="2697480"/>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11.09</a:t>
            </a:r>
          </a:p>
        </p:txBody>
      </p:sp>
      <p:sp>
        <p:nvSpPr>
          <p:cNvPr id="429" name="line429"/>
          <p:cNvSpPr/>
          <p:nvPr/>
        </p:nvSpPr>
        <p:spPr>
          <a:xfrm>
            <a:off x="10087394" y="1371600"/>
            <a:ext cx="0" cy="1188720"/>
          </a:xfrm>
          <a:prstGeom prst="line">
            <a:avLst/>
          </a:prstGeom>
          <a:noFill/>
          <a:ln w="4445">
            <a:solidFill>
              <a:srgbClr val="292929"/>
            </a:solidFill>
            <a:prstDash val="solid"/>
          </a:ln>
        </p:spPr>
        <p:txBody>
          <a:bodyPr/>
          <a:lstStyle/>
          <a:p>
            <a:endParaRPr lang="uk-UA"/>
          </a:p>
        </p:txBody>
      </p:sp>
      <p:sp>
        <p:nvSpPr>
          <p:cNvPr id="430" name="text430"/>
          <p:cNvSpPr txBox="1"/>
          <p:nvPr/>
        </p:nvSpPr>
        <p:spPr>
          <a:xfrm>
            <a:off x="9867938"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431" name="line431"/>
          <p:cNvSpPr/>
          <p:nvPr/>
        </p:nvSpPr>
        <p:spPr>
          <a:xfrm>
            <a:off x="10577970" y="1371600"/>
            <a:ext cx="0" cy="1188720"/>
          </a:xfrm>
          <a:prstGeom prst="line">
            <a:avLst/>
          </a:prstGeom>
          <a:noFill/>
          <a:ln w="4445">
            <a:solidFill>
              <a:srgbClr val="292929"/>
            </a:solidFill>
            <a:prstDash val="solid"/>
          </a:ln>
        </p:spPr>
        <p:txBody>
          <a:bodyPr/>
          <a:lstStyle/>
          <a:p>
            <a:endParaRPr lang="uk-UA"/>
          </a:p>
        </p:txBody>
      </p:sp>
      <p:sp>
        <p:nvSpPr>
          <p:cNvPr id="432" name="text432"/>
          <p:cNvSpPr txBox="1"/>
          <p:nvPr/>
        </p:nvSpPr>
        <p:spPr>
          <a:xfrm>
            <a:off x="10358514" y="2587752"/>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433" name="line433"/>
          <p:cNvSpPr/>
          <p:nvPr/>
        </p:nvSpPr>
        <p:spPr>
          <a:xfrm>
            <a:off x="1216152" y="1371600"/>
            <a:ext cx="0" cy="1188720"/>
          </a:xfrm>
          <a:prstGeom prst="line">
            <a:avLst/>
          </a:prstGeom>
          <a:noFill/>
          <a:ln w="10160">
            <a:solidFill>
              <a:srgbClr val="484848"/>
            </a:solidFill>
            <a:prstDash val="solid"/>
          </a:ln>
        </p:spPr>
        <p:txBody>
          <a:bodyPr/>
          <a:lstStyle/>
          <a:p>
            <a:endParaRPr lang="uk-UA"/>
          </a:p>
        </p:txBody>
      </p:sp>
      <p:sp>
        <p:nvSpPr>
          <p:cNvPr id="434" name="line434"/>
          <p:cNvSpPr/>
          <p:nvPr/>
        </p:nvSpPr>
        <p:spPr>
          <a:xfrm>
            <a:off x="11027664" y="1371600"/>
            <a:ext cx="0" cy="1188720"/>
          </a:xfrm>
          <a:prstGeom prst="line">
            <a:avLst/>
          </a:prstGeom>
          <a:noFill/>
          <a:ln w="10160">
            <a:solidFill>
              <a:srgbClr val="484848"/>
            </a:solidFill>
            <a:prstDash val="solid"/>
          </a:ln>
        </p:spPr>
        <p:txBody>
          <a:bodyPr/>
          <a:lstStyle/>
          <a:p>
            <a:endParaRPr lang="uk-UA"/>
          </a:p>
        </p:txBody>
      </p:sp>
      <p:sp>
        <p:nvSpPr>
          <p:cNvPr id="435" name="line435"/>
          <p:cNvSpPr/>
          <p:nvPr/>
        </p:nvSpPr>
        <p:spPr>
          <a:xfrm flipH="1" flipV="1">
            <a:off x="1446777" y="2033706"/>
            <a:ext cx="111088" cy="94643"/>
          </a:xfrm>
          <a:prstGeom prst="line">
            <a:avLst/>
          </a:prstGeom>
          <a:noFill/>
          <a:ln w="14604">
            <a:solidFill>
              <a:srgbClr val="FFFFFF"/>
            </a:solidFill>
            <a:prstDash val="solid"/>
          </a:ln>
        </p:spPr>
        <p:txBody>
          <a:bodyPr/>
          <a:lstStyle/>
          <a:p>
            <a:endParaRPr lang="uk-UA"/>
          </a:p>
        </p:txBody>
      </p:sp>
      <p:sp>
        <p:nvSpPr>
          <p:cNvPr id="436" name="line436"/>
          <p:cNvSpPr/>
          <p:nvPr/>
        </p:nvSpPr>
        <p:spPr>
          <a:xfrm flipV="1">
            <a:off x="1457357" y="2025432"/>
            <a:ext cx="46682" cy="17288"/>
          </a:xfrm>
          <a:prstGeom prst="line">
            <a:avLst/>
          </a:prstGeom>
          <a:noFill/>
          <a:ln w="13335">
            <a:solidFill>
              <a:srgbClr val="FFFFFF"/>
            </a:solidFill>
            <a:prstDash val="solid"/>
          </a:ln>
        </p:spPr>
        <p:txBody>
          <a:bodyPr/>
          <a:lstStyle/>
          <a:p>
            <a:endParaRPr lang="uk-UA"/>
          </a:p>
        </p:txBody>
      </p:sp>
      <p:sp>
        <p:nvSpPr>
          <p:cNvPr id="437" name="line437"/>
          <p:cNvSpPr/>
          <p:nvPr/>
        </p:nvSpPr>
        <p:spPr>
          <a:xfrm flipV="1">
            <a:off x="1474549" y="2040079"/>
            <a:ext cx="46682" cy="17288"/>
          </a:xfrm>
          <a:prstGeom prst="line">
            <a:avLst/>
          </a:prstGeom>
          <a:noFill/>
          <a:ln w="13335">
            <a:solidFill>
              <a:srgbClr val="FFFFFF"/>
            </a:solidFill>
            <a:prstDash val="solid"/>
          </a:ln>
        </p:spPr>
        <p:txBody>
          <a:bodyPr/>
          <a:lstStyle/>
          <a:p>
            <a:endParaRPr lang="uk-UA"/>
          </a:p>
        </p:txBody>
      </p:sp>
      <p:sp>
        <p:nvSpPr>
          <p:cNvPr id="438" name="line438"/>
          <p:cNvSpPr/>
          <p:nvPr/>
        </p:nvSpPr>
        <p:spPr>
          <a:xfrm flipH="1" flipV="1">
            <a:off x="1442396" y="2252411"/>
            <a:ext cx="119850" cy="83271"/>
          </a:xfrm>
          <a:prstGeom prst="line">
            <a:avLst/>
          </a:prstGeom>
          <a:noFill/>
          <a:ln w="14604">
            <a:solidFill>
              <a:srgbClr val="FFFFFF"/>
            </a:solidFill>
            <a:prstDash val="solid"/>
          </a:ln>
        </p:spPr>
        <p:txBody>
          <a:bodyPr/>
          <a:lstStyle/>
          <a:p>
            <a:endParaRPr lang="uk-UA"/>
          </a:p>
        </p:txBody>
      </p:sp>
      <p:sp>
        <p:nvSpPr>
          <p:cNvPr id="439" name="line439"/>
          <p:cNvSpPr/>
          <p:nvPr/>
        </p:nvSpPr>
        <p:spPr>
          <a:xfrm flipV="1">
            <a:off x="1453810" y="2238551"/>
            <a:ext cx="44758" cy="21791"/>
          </a:xfrm>
          <a:prstGeom prst="line">
            <a:avLst/>
          </a:prstGeom>
          <a:noFill/>
          <a:ln w="13335">
            <a:solidFill>
              <a:srgbClr val="FFFFFF"/>
            </a:solidFill>
            <a:prstDash val="solid"/>
          </a:ln>
        </p:spPr>
        <p:txBody>
          <a:bodyPr/>
          <a:lstStyle/>
          <a:p>
            <a:endParaRPr lang="uk-UA"/>
          </a:p>
        </p:txBody>
      </p:sp>
      <p:sp>
        <p:nvSpPr>
          <p:cNvPr id="440" name="line440"/>
          <p:cNvSpPr/>
          <p:nvPr/>
        </p:nvSpPr>
        <p:spPr>
          <a:xfrm flipV="1">
            <a:off x="1472359" y="2251438"/>
            <a:ext cx="44758" cy="21791"/>
          </a:xfrm>
          <a:prstGeom prst="line">
            <a:avLst/>
          </a:prstGeom>
          <a:noFill/>
          <a:ln w="13335">
            <a:solidFill>
              <a:srgbClr val="FFFFFF"/>
            </a:solidFill>
            <a:prstDash val="solid"/>
          </a:ln>
        </p:spPr>
        <p:txBody>
          <a:bodyPr/>
          <a:lstStyle/>
          <a:p>
            <a:endParaRPr lang="uk-UA"/>
          </a:p>
        </p:txBody>
      </p:sp>
      <p:sp>
        <p:nvSpPr>
          <p:cNvPr id="441" name="line441"/>
          <p:cNvSpPr/>
          <p:nvPr/>
        </p:nvSpPr>
        <p:spPr>
          <a:xfrm flipH="1" flipV="1">
            <a:off x="1432179" y="2453668"/>
            <a:ext cx="140285" cy="40226"/>
          </a:xfrm>
          <a:prstGeom prst="line">
            <a:avLst/>
          </a:prstGeom>
          <a:noFill/>
          <a:ln w="14604">
            <a:solidFill>
              <a:srgbClr val="FFFFFF"/>
            </a:solidFill>
            <a:prstDash val="solid"/>
          </a:ln>
        </p:spPr>
        <p:txBody>
          <a:bodyPr/>
          <a:lstStyle/>
          <a:p>
            <a:endParaRPr lang="uk-UA"/>
          </a:p>
        </p:txBody>
      </p:sp>
      <p:sp>
        <p:nvSpPr>
          <p:cNvPr id="442" name="line442"/>
          <p:cNvSpPr/>
          <p:nvPr/>
        </p:nvSpPr>
        <p:spPr>
          <a:xfrm flipV="1">
            <a:off x="1445539" y="2422452"/>
            <a:ext cx="35353" cy="35047"/>
          </a:xfrm>
          <a:prstGeom prst="line">
            <a:avLst/>
          </a:prstGeom>
          <a:noFill/>
          <a:ln w="13335">
            <a:solidFill>
              <a:srgbClr val="FFFFFF"/>
            </a:solidFill>
            <a:prstDash val="solid"/>
          </a:ln>
        </p:spPr>
        <p:txBody>
          <a:bodyPr/>
          <a:lstStyle/>
          <a:p>
            <a:endParaRPr lang="uk-UA"/>
          </a:p>
        </p:txBody>
      </p:sp>
      <p:sp>
        <p:nvSpPr>
          <p:cNvPr id="443" name="line443"/>
          <p:cNvSpPr/>
          <p:nvPr/>
        </p:nvSpPr>
        <p:spPr>
          <a:xfrm flipH="1" flipV="1">
            <a:off x="1964028" y="2014012"/>
            <a:ext cx="57737" cy="134031"/>
          </a:xfrm>
          <a:prstGeom prst="line">
            <a:avLst/>
          </a:prstGeom>
          <a:noFill/>
          <a:ln w="14604">
            <a:solidFill>
              <a:srgbClr val="FFFFFF"/>
            </a:solidFill>
            <a:prstDash val="solid"/>
          </a:ln>
        </p:spPr>
        <p:txBody>
          <a:bodyPr/>
          <a:lstStyle/>
          <a:p>
            <a:endParaRPr lang="uk-UA"/>
          </a:p>
        </p:txBody>
      </p:sp>
      <p:sp>
        <p:nvSpPr>
          <p:cNvPr id="444" name="line444"/>
          <p:cNvSpPr/>
          <p:nvPr/>
        </p:nvSpPr>
        <p:spPr>
          <a:xfrm>
            <a:off x="1969527" y="2026777"/>
            <a:ext cx="49513" cy="5155"/>
          </a:xfrm>
          <a:prstGeom prst="line">
            <a:avLst/>
          </a:prstGeom>
          <a:noFill/>
          <a:ln w="13335">
            <a:solidFill>
              <a:srgbClr val="FFFFFF"/>
            </a:solidFill>
            <a:prstDash val="solid"/>
          </a:ln>
        </p:spPr>
        <p:txBody>
          <a:bodyPr/>
          <a:lstStyle/>
          <a:p>
            <a:endParaRPr lang="uk-UA"/>
          </a:p>
        </p:txBody>
      </p:sp>
      <p:sp>
        <p:nvSpPr>
          <p:cNvPr id="445" name="line445"/>
          <p:cNvSpPr/>
          <p:nvPr/>
        </p:nvSpPr>
        <p:spPr>
          <a:xfrm>
            <a:off x="1978462" y="2047520"/>
            <a:ext cx="49513" cy="5155"/>
          </a:xfrm>
          <a:prstGeom prst="line">
            <a:avLst/>
          </a:prstGeom>
          <a:noFill/>
          <a:ln w="13335">
            <a:solidFill>
              <a:srgbClr val="FFFFFF"/>
            </a:solidFill>
            <a:prstDash val="solid"/>
          </a:ln>
        </p:spPr>
        <p:txBody>
          <a:bodyPr/>
          <a:lstStyle/>
          <a:p>
            <a:endParaRPr lang="uk-UA"/>
          </a:p>
        </p:txBody>
      </p:sp>
      <p:sp>
        <p:nvSpPr>
          <p:cNvPr id="446" name="line446"/>
          <p:cNvSpPr/>
          <p:nvPr/>
        </p:nvSpPr>
        <p:spPr>
          <a:xfrm flipH="1" flipV="1">
            <a:off x="1961427" y="2228212"/>
            <a:ext cx="62939" cy="131669"/>
          </a:xfrm>
          <a:prstGeom prst="line">
            <a:avLst/>
          </a:prstGeom>
          <a:noFill/>
          <a:ln w="14604">
            <a:solidFill>
              <a:srgbClr val="F0C84B"/>
            </a:solidFill>
            <a:prstDash val="solid"/>
          </a:ln>
        </p:spPr>
        <p:txBody>
          <a:bodyPr/>
          <a:lstStyle/>
          <a:p>
            <a:endParaRPr lang="uk-UA"/>
          </a:p>
        </p:txBody>
      </p:sp>
      <p:sp>
        <p:nvSpPr>
          <p:cNvPr id="447" name="line447"/>
          <p:cNvSpPr/>
          <p:nvPr/>
        </p:nvSpPr>
        <p:spPr>
          <a:xfrm>
            <a:off x="1967421" y="2240752"/>
            <a:ext cx="49677" cy="3213"/>
          </a:xfrm>
          <a:prstGeom prst="line">
            <a:avLst/>
          </a:prstGeom>
          <a:noFill/>
          <a:ln w="13335">
            <a:solidFill>
              <a:srgbClr val="F0C84B"/>
            </a:solidFill>
            <a:prstDash val="solid"/>
          </a:ln>
        </p:spPr>
        <p:txBody>
          <a:bodyPr/>
          <a:lstStyle/>
          <a:p>
            <a:endParaRPr lang="uk-UA"/>
          </a:p>
        </p:txBody>
      </p:sp>
      <p:sp>
        <p:nvSpPr>
          <p:cNvPr id="448" name="line448"/>
          <p:cNvSpPr/>
          <p:nvPr/>
        </p:nvSpPr>
        <p:spPr>
          <a:xfrm>
            <a:off x="1977162" y="2261130"/>
            <a:ext cx="49677" cy="3213"/>
          </a:xfrm>
          <a:prstGeom prst="line">
            <a:avLst/>
          </a:prstGeom>
          <a:noFill/>
          <a:ln w="13335">
            <a:solidFill>
              <a:srgbClr val="F0C84B"/>
            </a:solidFill>
            <a:prstDash val="solid"/>
          </a:ln>
        </p:spPr>
        <p:txBody>
          <a:bodyPr/>
          <a:lstStyle/>
          <a:p>
            <a:endParaRPr lang="uk-UA"/>
          </a:p>
        </p:txBody>
      </p:sp>
      <p:sp>
        <p:nvSpPr>
          <p:cNvPr id="449" name="line449"/>
          <p:cNvSpPr/>
          <p:nvPr/>
        </p:nvSpPr>
        <p:spPr>
          <a:xfrm flipH="1" flipV="1">
            <a:off x="1925241" y="2446446"/>
            <a:ext cx="135312" cy="54669"/>
          </a:xfrm>
          <a:prstGeom prst="line">
            <a:avLst/>
          </a:prstGeom>
          <a:noFill/>
          <a:ln w="14604">
            <a:solidFill>
              <a:srgbClr val="FFFFFF"/>
            </a:solidFill>
            <a:prstDash val="solid"/>
          </a:ln>
        </p:spPr>
        <p:txBody>
          <a:bodyPr/>
          <a:lstStyle/>
          <a:p>
            <a:endParaRPr lang="uk-UA"/>
          </a:p>
        </p:txBody>
      </p:sp>
      <p:sp>
        <p:nvSpPr>
          <p:cNvPr id="450" name="line450"/>
          <p:cNvSpPr/>
          <p:nvPr/>
        </p:nvSpPr>
        <p:spPr>
          <a:xfrm flipV="1">
            <a:off x="1938128" y="2420493"/>
            <a:ext cx="38823" cy="31160"/>
          </a:xfrm>
          <a:prstGeom prst="line">
            <a:avLst/>
          </a:prstGeom>
          <a:noFill/>
          <a:ln w="13335">
            <a:solidFill>
              <a:srgbClr val="FFFFFF"/>
            </a:solidFill>
            <a:prstDash val="solid"/>
          </a:ln>
        </p:spPr>
        <p:txBody>
          <a:bodyPr/>
          <a:lstStyle/>
          <a:p>
            <a:endParaRPr lang="uk-UA"/>
          </a:p>
        </p:txBody>
      </p:sp>
      <p:sp>
        <p:nvSpPr>
          <p:cNvPr id="451" name="line451"/>
          <p:cNvSpPr/>
          <p:nvPr/>
        </p:nvSpPr>
        <p:spPr>
          <a:xfrm flipH="1" flipV="1">
            <a:off x="2449686" y="2016352"/>
            <a:ext cx="67572" cy="129352"/>
          </a:xfrm>
          <a:prstGeom prst="line">
            <a:avLst/>
          </a:prstGeom>
          <a:noFill/>
          <a:ln w="14604">
            <a:solidFill>
              <a:srgbClr val="FFFFFF"/>
            </a:solidFill>
            <a:prstDash val="solid"/>
          </a:ln>
        </p:spPr>
        <p:txBody>
          <a:bodyPr/>
          <a:lstStyle/>
          <a:p>
            <a:endParaRPr lang="uk-UA"/>
          </a:p>
        </p:txBody>
      </p:sp>
      <p:sp>
        <p:nvSpPr>
          <p:cNvPr id="452" name="line452"/>
          <p:cNvSpPr/>
          <p:nvPr/>
        </p:nvSpPr>
        <p:spPr>
          <a:xfrm>
            <a:off x="2456122" y="2028671"/>
            <a:ext cx="49760" cy="1448"/>
          </a:xfrm>
          <a:prstGeom prst="line">
            <a:avLst/>
          </a:prstGeom>
          <a:noFill/>
          <a:ln w="13335">
            <a:solidFill>
              <a:srgbClr val="FFFFFF"/>
            </a:solidFill>
            <a:prstDash val="solid"/>
          </a:ln>
        </p:spPr>
        <p:txBody>
          <a:bodyPr/>
          <a:lstStyle/>
          <a:p>
            <a:endParaRPr lang="uk-UA"/>
          </a:p>
        </p:txBody>
      </p:sp>
      <p:sp>
        <p:nvSpPr>
          <p:cNvPr id="453" name="line453"/>
          <p:cNvSpPr/>
          <p:nvPr/>
        </p:nvSpPr>
        <p:spPr>
          <a:xfrm>
            <a:off x="2466579" y="2048690"/>
            <a:ext cx="49760" cy="1448"/>
          </a:xfrm>
          <a:prstGeom prst="line">
            <a:avLst/>
          </a:prstGeom>
          <a:noFill/>
          <a:ln w="13335">
            <a:solidFill>
              <a:srgbClr val="FFFFFF"/>
            </a:solidFill>
            <a:prstDash val="solid"/>
          </a:ln>
        </p:spPr>
        <p:txBody>
          <a:bodyPr/>
          <a:lstStyle/>
          <a:p>
            <a:endParaRPr lang="uk-UA"/>
          </a:p>
        </p:txBody>
      </p:sp>
      <p:sp>
        <p:nvSpPr>
          <p:cNvPr id="454" name="line454"/>
          <p:cNvSpPr/>
          <p:nvPr/>
        </p:nvSpPr>
        <p:spPr>
          <a:xfrm flipH="1" flipV="1">
            <a:off x="2445680" y="2231627"/>
            <a:ext cx="75585" cy="124840"/>
          </a:xfrm>
          <a:prstGeom prst="line">
            <a:avLst/>
          </a:prstGeom>
          <a:noFill/>
          <a:ln w="14604">
            <a:solidFill>
              <a:srgbClr val="FFFFFF"/>
            </a:solidFill>
            <a:prstDash val="solid"/>
          </a:ln>
        </p:spPr>
        <p:txBody>
          <a:bodyPr/>
          <a:lstStyle/>
          <a:p>
            <a:endParaRPr lang="uk-UA"/>
          </a:p>
        </p:txBody>
      </p:sp>
      <p:sp>
        <p:nvSpPr>
          <p:cNvPr id="455" name="line455"/>
          <p:cNvSpPr/>
          <p:nvPr/>
        </p:nvSpPr>
        <p:spPr>
          <a:xfrm flipV="1">
            <a:off x="2452878" y="2241828"/>
            <a:ext cx="49752" cy="1689"/>
          </a:xfrm>
          <a:prstGeom prst="line">
            <a:avLst/>
          </a:prstGeom>
          <a:noFill/>
          <a:ln w="13335">
            <a:solidFill>
              <a:srgbClr val="FFFFFF"/>
            </a:solidFill>
            <a:prstDash val="solid"/>
          </a:ln>
        </p:spPr>
        <p:txBody>
          <a:bodyPr/>
          <a:lstStyle/>
          <a:p>
            <a:endParaRPr lang="uk-UA"/>
          </a:p>
        </p:txBody>
      </p:sp>
      <p:sp>
        <p:nvSpPr>
          <p:cNvPr id="456" name="line456"/>
          <p:cNvSpPr/>
          <p:nvPr/>
        </p:nvSpPr>
        <p:spPr>
          <a:xfrm flipV="1">
            <a:off x="2464576" y="2261148"/>
            <a:ext cx="49752" cy="1689"/>
          </a:xfrm>
          <a:prstGeom prst="line">
            <a:avLst/>
          </a:prstGeom>
          <a:noFill/>
          <a:ln w="13335">
            <a:solidFill>
              <a:srgbClr val="FFFFFF"/>
            </a:solidFill>
            <a:prstDash val="solid"/>
          </a:ln>
        </p:spPr>
        <p:txBody>
          <a:bodyPr/>
          <a:lstStyle/>
          <a:p>
            <a:endParaRPr lang="uk-UA"/>
          </a:p>
        </p:txBody>
      </p:sp>
      <p:sp>
        <p:nvSpPr>
          <p:cNvPr id="457" name="line457"/>
          <p:cNvSpPr/>
          <p:nvPr/>
        </p:nvSpPr>
        <p:spPr>
          <a:xfrm flipH="1" flipV="1">
            <a:off x="2442668" y="2413287"/>
            <a:ext cx="81608" cy="120988"/>
          </a:xfrm>
          <a:prstGeom prst="line">
            <a:avLst/>
          </a:prstGeom>
          <a:noFill/>
          <a:ln w="14604">
            <a:solidFill>
              <a:srgbClr val="FFFFFF"/>
            </a:solidFill>
            <a:prstDash val="solid"/>
          </a:ln>
        </p:spPr>
        <p:txBody>
          <a:bodyPr/>
          <a:lstStyle/>
          <a:p>
            <a:endParaRPr lang="uk-UA"/>
          </a:p>
        </p:txBody>
      </p:sp>
      <p:sp>
        <p:nvSpPr>
          <p:cNvPr id="458" name="line458"/>
          <p:cNvSpPr/>
          <p:nvPr/>
        </p:nvSpPr>
        <p:spPr>
          <a:xfrm flipV="1">
            <a:off x="2450441" y="2420686"/>
            <a:ext cx="49610" cy="4123"/>
          </a:xfrm>
          <a:prstGeom prst="line">
            <a:avLst/>
          </a:prstGeom>
          <a:noFill/>
          <a:ln w="13335">
            <a:solidFill>
              <a:srgbClr val="FFFFFF"/>
            </a:solidFill>
            <a:prstDash val="solid"/>
          </a:ln>
        </p:spPr>
        <p:txBody>
          <a:bodyPr/>
          <a:lstStyle/>
          <a:p>
            <a:endParaRPr lang="uk-UA"/>
          </a:p>
        </p:txBody>
      </p:sp>
      <p:sp>
        <p:nvSpPr>
          <p:cNvPr id="459" name="line459"/>
          <p:cNvSpPr/>
          <p:nvPr/>
        </p:nvSpPr>
        <p:spPr>
          <a:xfrm flipH="1" flipV="1">
            <a:off x="2925141" y="2026875"/>
            <a:ext cx="97814" cy="108307"/>
          </a:xfrm>
          <a:prstGeom prst="line">
            <a:avLst/>
          </a:prstGeom>
          <a:noFill/>
          <a:ln w="14604">
            <a:solidFill>
              <a:srgbClr val="F0C84B"/>
            </a:solidFill>
            <a:prstDash val="solid"/>
          </a:ln>
        </p:spPr>
        <p:txBody>
          <a:bodyPr/>
          <a:lstStyle/>
          <a:p>
            <a:endParaRPr lang="uk-UA"/>
          </a:p>
        </p:txBody>
      </p:sp>
      <p:sp>
        <p:nvSpPr>
          <p:cNvPr id="460" name="line460"/>
          <p:cNvSpPr/>
          <p:nvPr/>
        </p:nvSpPr>
        <p:spPr>
          <a:xfrm flipV="1">
            <a:off x="2934456" y="2026129"/>
            <a:ext cx="48537" cy="11060"/>
          </a:xfrm>
          <a:prstGeom prst="line">
            <a:avLst/>
          </a:prstGeom>
          <a:noFill/>
          <a:ln w="13335">
            <a:solidFill>
              <a:srgbClr val="F0C84B"/>
            </a:solidFill>
            <a:prstDash val="solid"/>
          </a:ln>
        </p:spPr>
        <p:txBody>
          <a:bodyPr/>
          <a:lstStyle/>
          <a:p>
            <a:endParaRPr lang="uk-UA"/>
          </a:p>
        </p:txBody>
      </p:sp>
      <p:sp>
        <p:nvSpPr>
          <p:cNvPr id="461" name="line461"/>
          <p:cNvSpPr/>
          <p:nvPr/>
        </p:nvSpPr>
        <p:spPr>
          <a:xfrm flipV="1">
            <a:off x="2949594" y="2042891"/>
            <a:ext cx="48537" cy="11060"/>
          </a:xfrm>
          <a:prstGeom prst="line">
            <a:avLst/>
          </a:prstGeom>
          <a:noFill/>
          <a:ln w="13335">
            <a:solidFill>
              <a:srgbClr val="F0C84B"/>
            </a:solidFill>
            <a:prstDash val="solid"/>
          </a:ln>
        </p:spPr>
        <p:txBody>
          <a:bodyPr/>
          <a:lstStyle/>
          <a:p>
            <a:endParaRPr lang="uk-UA"/>
          </a:p>
        </p:txBody>
      </p:sp>
      <p:sp>
        <p:nvSpPr>
          <p:cNvPr id="462" name="line462"/>
          <p:cNvSpPr/>
          <p:nvPr/>
        </p:nvSpPr>
        <p:spPr>
          <a:xfrm flipH="1" flipV="1">
            <a:off x="2928127" y="2237339"/>
            <a:ext cx="91842" cy="113415"/>
          </a:xfrm>
          <a:prstGeom prst="line">
            <a:avLst/>
          </a:prstGeom>
          <a:noFill/>
          <a:ln w="14604">
            <a:solidFill>
              <a:srgbClr val="FFFFFF"/>
            </a:solidFill>
            <a:prstDash val="solid"/>
          </a:ln>
        </p:spPr>
        <p:txBody>
          <a:bodyPr/>
          <a:lstStyle/>
          <a:p>
            <a:endParaRPr lang="uk-UA"/>
          </a:p>
        </p:txBody>
      </p:sp>
      <p:sp>
        <p:nvSpPr>
          <p:cNvPr id="463" name="line463"/>
          <p:cNvSpPr/>
          <p:nvPr/>
        </p:nvSpPr>
        <p:spPr>
          <a:xfrm flipV="1">
            <a:off x="2936874" y="2239709"/>
            <a:ext cx="49062" cy="8431"/>
          </a:xfrm>
          <a:prstGeom prst="line">
            <a:avLst/>
          </a:prstGeom>
          <a:noFill/>
          <a:ln w="13335">
            <a:solidFill>
              <a:srgbClr val="FFFFFF"/>
            </a:solidFill>
            <a:prstDash val="solid"/>
          </a:ln>
        </p:spPr>
        <p:txBody>
          <a:bodyPr/>
          <a:lstStyle/>
          <a:p>
            <a:endParaRPr lang="uk-UA"/>
          </a:p>
        </p:txBody>
      </p:sp>
      <p:sp>
        <p:nvSpPr>
          <p:cNvPr id="464" name="line464"/>
          <p:cNvSpPr/>
          <p:nvPr/>
        </p:nvSpPr>
        <p:spPr>
          <a:xfrm flipV="1">
            <a:off x="2951087" y="2257262"/>
            <a:ext cx="49062" cy="8431"/>
          </a:xfrm>
          <a:prstGeom prst="line">
            <a:avLst/>
          </a:prstGeom>
          <a:noFill/>
          <a:ln w="13335">
            <a:solidFill>
              <a:srgbClr val="FFFFFF"/>
            </a:solidFill>
            <a:prstDash val="solid"/>
          </a:ln>
        </p:spPr>
        <p:txBody>
          <a:bodyPr/>
          <a:lstStyle/>
          <a:p>
            <a:endParaRPr lang="uk-UA"/>
          </a:p>
        </p:txBody>
      </p:sp>
      <p:sp>
        <p:nvSpPr>
          <p:cNvPr id="465" name="line465"/>
          <p:cNvSpPr/>
          <p:nvPr/>
        </p:nvSpPr>
        <p:spPr>
          <a:xfrm flipH="1" flipV="1">
            <a:off x="2928127" y="2417074"/>
            <a:ext cx="91842" cy="113415"/>
          </a:xfrm>
          <a:prstGeom prst="line">
            <a:avLst/>
          </a:prstGeom>
          <a:noFill/>
          <a:ln w="14604">
            <a:solidFill>
              <a:srgbClr val="FFFFFF"/>
            </a:solidFill>
            <a:prstDash val="solid"/>
          </a:ln>
        </p:spPr>
        <p:txBody>
          <a:bodyPr/>
          <a:lstStyle/>
          <a:p>
            <a:endParaRPr lang="uk-UA"/>
          </a:p>
        </p:txBody>
      </p:sp>
      <p:sp>
        <p:nvSpPr>
          <p:cNvPr id="466" name="line466"/>
          <p:cNvSpPr/>
          <p:nvPr/>
        </p:nvSpPr>
        <p:spPr>
          <a:xfrm flipV="1">
            <a:off x="2936874" y="2419444"/>
            <a:ext cx="49062" cy="8431"/>
          </a:xfrm>
          <a:prstGeom prst="line">
            <a:avLst/>
          </a:prstGeom>
          <a:noFill/>
          <a:ln w="13335">
            <a:solidFill>
              <a:srgbClr val="FFFFFF"/>
            </a:solidFill>
            <a:prstDash val="solid"/>
          </a:ln>
        </p:spPr>
        <p:txBody>
          <a:bodyPr/>
          <a:lstStyle/>
          <a:p>
            <a:endParaRPr lang="uk-UA"/>
          </a:p>
        </p:txBody>
      </p:sp>
      <p:sp>
        <p:nvSpPr>
          <p:cNvPr id="467" name="line467"/>
          <p:cNvSpPr/>
          <p:nvPr/>
        </p:nvSpPr>
        <p:spPr>
          <a:xfrm flipH="1" flipV="1">
            <a:off x="3438796" y="2012783"/>
            <a:ext cx="51656" cy="136490"/>
          </a:xfrm>
          <a:prstGeom prst="line">
            <a:avLst/>
          </a:prstGeom>
          <a:noFill/>
          <a:ln w="14604">
            <a:solidFill>
              <a:srgbClr val="F39C4A"/>
            </a:solidFill>
            <a:prstDash val="solid"/>
          </a:ln>
        </p:spPr>
        <p:txBody>
          <a:bodyPr/>
          <a:lstStyle/>
          <a:p>
            <a:endParaRPr lang="uk-UA"/>
          </a:p>
        </p:txBody>
      </p:sp>
      <p:sp>
        <p:nvSpPr>
          <p:cNvPr id="468" name="line468"/>
          <p:cNvSpPr/>
          <p:nvPr/>
        </p:nvSpPr>
        <p:spPr>
          <a:xfrm>
            <a:off x="3443715" y="2025782"/>
            <a:ext cx="49231" cy="7375"/>
          </a:xfrm>
          <a:prstGeom prst="line">
            <a:avLst/>
          </a:prstGeom>
          <a:noFill/>
          <a:ln w="13335">
            <a:solidFill>
              <a:srgbClr val="F39C4A"/>
            </a:solidFill>
            <a:prstDash val="solid"/>
          </a:ln>
        </p:spPr>
        <p:txBody>
          <a:bodyPr/>
          <a:lstStyle/>
          <a:p>
            <a:endParaRPr lang="uk-UA"/>
          </a:p>
        </p:txBody>
      </p:sp>
      <p:sp>
        <p:nvSpPr>
          <p:cNvPr id="469" name="line469"/>
          <p:cNvSpPr/>
          <p:nvPr/>
        </p:nvSpPr>
        <p:spPr>
          <a:xfrm>
            <a:off x="3451710" y="2046905"/>
            <a:ext cx="49231" cy="7375"/>
          </a:xfrm>
          <a:prstGeom prst="line">
            <a:avLst/>
          </a:prstGeom>
          <a:noFill/>
          <a:ln w="13335">
            <a:solidFill>
              <a:srgbClr val="F39C4A"/>
            </a:solidFill>
            <a:prstDash val="solid"/>
          </a:ln>
        </p:spPr>
        <p:txBody>
          <a:bodyPr/>
          <a:lstStyle/>
          <a:p>
            <a:endParaRPr lang="uk-UA"/>
          </a:p>
        </p:txBody>
      </p:sp>
      <p:sp>
        <p:nvSpPr>
          <p:cNvPr id="470" name="line470"/>
          <p:cNvSpPr/>
          <p:nvPr/>
        </p:nvSpPr>
        <p:spPr>
          <a:xfrm flipH="1" flipV="1">
            <a:off x="3439415" y="2225570"/>
            <a:ext cx="50417" cy="136953"/>
          </a:xfrm>
          <a:prstGeom prst="line">
            <a:avLst/>
          </a:prstGeom>
          <a:noFill/>
          <a:ln w="14604">
            <a:solidFill>
              <a:srgbClr val="F0C84B"/>
            </a:solidFill>
            <a:prstDash val="solid"/>
          </a:ln>
        </p:spPr>
        <p:txBody>
          <a:bodyPr/>
          <a:lstStyle/>
          <a:p>
            <a:endParaRPr lang="uk-UA"/>
          </a:p>
        </p:txBody>
      </p:sp>
      <p:sp>
        <p:nvSpPr>
          <p:cNvPr id="471" name="line471"/>
          <p:cNvSpPr/>
          <p:nvPr/>
        </p:nvSpPr>
        <p:spPr>
          <a:xfrm>
            <a:off x="3444217" y="2238613"/>
            <a:ext cx="49163" cy="7820"/>
          </a:xfrm>
          <a:prstGeom prst="line">
            <a:avLst/>
          </a:prstGeom>
          <a:noFill/>
          <a:ln w="13335">
            <a:solidFill>
              <a:srgbClr val="F0C84B"/>
            </a:solidFill>
            <a:prstDash val="solid"/>
          </a:ln>
        </p:spPr>
        <p:txBody>
          <a:bodyPr/>
          <a:lstStyle/>
          <a:p>
            <a:endParaRPr lang="uk-UA"/>
          </a:p>
        </p:txBody>
      </p:sp>
      <p:sp>
        <p:nvSpPr>
          <p:cNvPr id="472" name="line472"/>
          <p:cNvSpPr/>
          <p:nvPr/>
        </p:nvSpPr>
        <p:spPr>
          <a:xfrm>
            <a:off x="3452019" y="2259808"/>
            <a:ext cx="49163" cy="7820"/>
          </a:xfrm>
          <a:prstGeom prst="line">
            <a:avLst/>
          </a:prstGeom>
          <a:noFill/>
          <a:ln w="13335">
            <a:solidFill>
              <a:srgbClr val="F0C84B"/>
            </a:solidFill>
            <a:prstDash val="solid"/>
          </a:ln>
        </p:spPr>
        <p:txBody>
          <a:bodyPr/>
          <a:lstStyle/>
          <a:p>
            <a:endParaRPr lang="uk-UA"/>
          </a:p>
        </p:txBody>
      </p:sp>
      <p:sp>
        <p:nvSpPr>
          <p:cNvPr id="473" name="line473"/>
          <p:cNvSpPr/>
          <p:nvPr/>
        </p:nvSpPr>
        <p:spPr>
          <a:xfrm flipH="1" flipV="1">
            <a:off x="3404129" y="2432977"/>
            <a:ext cx="120988" cy="81608"/>
          </a:xfrm>
          <a:prstGeom prst="line">
            <a:avLst/>
          </a:prstGeom>
          <a:noFill/>
          <a:ln w="14604">
            <a:solidFill>
              <a:srgbClr val="FFFFFF"/>
            </a:solidFill>
            <a:prstDash val="solid"/>
          </a:ln>
        </p:spPr>
        <p:txBody>
          <a:bodyPr/>
          <a:lstStyle/>
          <a:p>
            <a:endParaRPr lang="uk-UA"/>
          </a:p>
        </p:txBody>
      </p:sp>
      <p:sp>
        <p:nvSpPr>
          <p:cNvPr id="474" name="line474"/>
          <p:cNvSpPr/>
          <p:nvPr/>
        </p:nvSpPr>
        <p:spPr>
          <a:xfrm flipV="1">
            <a:off x="3415652" y="2418342"/>
            <a:ext cx="44453" cy="22407"/>
          </a:xfrm>
          <a:prstGeom prst="line">
            <a:avLst/>
          </a:prstGeom>
          <a:noFill/>
          <a:ln w="13335">
            <a:solidFill>
              <a:srgbClr val="FFFFFF"/>
            </a:solidFill>
            <a:prstDash val="solid"/>
          </a:ln>
        </p:spPr>
        <p:txBody>
          <a:bodyPr/>
          <a:lstStyle/>
          <a:p>
            <a:endParaRPr lang="uk-UA"/>
          </a:p>
        </p:txBody>
      </p:sp>
      <p:sp>
        <p:nvSpPr>
          <p:cNvPr id="475" name="line475"/>
          <p:cNvSpPr/>
          <p:nvPr/>
        </p:nvSpPr>
        <p:spPr>
          <a:xfrm flipH="1" flipV="1">
            <a:off x="3927509" y="2013517"/>
            <a:ext cx="55380" cy="135022"/>
          </a:xfrm>
          <a:prstGeom prst="line">
            <a:avLst/>
          </a:prstGeom>
          <a:noFill/>
          <a:ln w="14604">
            <a:solidFill>
              <a:srgbClr val="FFFFFF"/>
            </a:solidFill>
            <a:prstDash val="solid"/>
          </a:ln>
        </p:spPr>
        <p:txBody>
          <a:bodyPr/>
          <a:lstStyle/>
          <a:p>
            <a:endParaRPr lang="uk-UA"/>
          </a:p>
        </p:txBody>
      </p:sp>
      <p:sp>
        <p:nvSpPr>
          <p:cNvPr id="476" name="line476"/>
          <p:cNvSpPr/>
          <p:nvPr/>
        </p:nvSpPr>
        <p:spPr>
          <a:xfrm>
            <a:off x="3932783" y="2026376"/>
            <a:ext cx="49415" cy="6022"/>
          </a:xfrm>
          <a:prstGeom prst="line">
            <a:avLst/>
          </a:prstGeom>
          <a:noFill/>
          <a:ln w="13335">
            <a:solidFill>
              <a:srgbClr val="FFFFFF"/>
            </a:solidFill>
            <a:prstDash val="solid"/>
          </a:ln>
        </p:spPr>
        <p:txBody>
          <a:bodyPr/>
          <a:lstStyle/>
          <a:p>
            <a:endParaRPr lang="uk-UA"/>
          </a:p>
        </p:txBody>
      </p:sp>
      <p:sp>
        <p:nvSpPr>
          <p:cNvPr id="477" name="line477"/>
          <p:cNvSpPr/>
          <p:nvPr/>
        </p:nvSpPr>
        <p:spPr>
          <a:xfrm>
            <a:off x="3941354" y="2047273"/>
            <a:ext cx="49415" cy="6022"/>
          </a:xfrm>
          <a:prstGeom prst="line">
            <a:avLst/>
          </a:prstGeom>
          <a:noFill/>
          <a:ln w="13335">
            <a:solidFill>
              <a:srgbClr val="FFFFFF"/>
            </a:solidFill>
            <a:prstDash val="solid"/>
          </a:ln>
        </p:spPr>
        <p:txBody>
          <a:bodyPr/>
          <a:lstStyle/>
          <a:p>
            <a:endParaRPr lang="uk-UA"/>
          </a:p>
        </p:txBody>
      </p:sp>
      <p:sp>
        <p:nvSpPr>
          <p:cNvPr id="478" name="line478"/>
          <p:cNvSpPr/>
          <p:nvPr/>
        </p:nvSpPr>
        <p:spPr>
          <a:xfrm flipH="1" flipV="1">
            <a:off x="3922769" y="2228680"/>
            <a:ext cx="64860" cy="130733"/>
          </a:xfrm>
          <a:prstGeom prst="line">
            <a:avLst/>
          </a:prstGeom>
          <a:noFill/>
          <a:ln w="14604">
            <a:solidFill>
              <a:srgbClr val="FFFFFF"/>
            </a:solidFill>
            <a:prstDash val="solid"/>
          </a:ln>
        </p:spPr>
        <p:txBody>
          <a:bodyPr/>
          <a:lstStyle/>
          <a:p>
            <a:endParaRPr lang="uk-UA"/>
          </a:p>
        </p:txBody>
      </p:sp>
      <p:sp>
        <p:nvSpPr>
          <p:cNvPr id="479" name="line479"/>
          <p:cNvSpPr/>
          <p:nvPr/>
        </p:nvSpPr>
        <p:spPr>
          <a:xfrm>
            <a:off x="3928946" y="2241131"/>
            <a:ext cx="49719" cy="2485"/>
          </a:xfrm>
          <a:prstGeom prst="line">
            <a:avLst/>
          </a:prstGeom>
          <a:noFill/>
          <a:ln w="13335">
            <a:solidFill>
              <a:srgbClr val="FFFFFF"/>
            </a:solidFill>
            <a:prstDash val="solid"/>
          </a:ln>
        </p:spPr>
        <p:txBody>
          <a:bodyPr/>
          <a:lstStyle/>
          <a:p>
            <a:endParaRPr lang="uk-UA"/>
          </a:p>
        </p:txBody>
      </p:sp>
      <p:sp>
        <p:nvSpPr>
          <p:cNvPr id="480" name="line480"/>
          <p:cNvSpPr/>
          <p:nvPr/>
        </p:nvSpPr>
        <p:spPr>
          <a:xfrm>
            <a:off x="3938984" y="2261363"/>
            <a:ext cx="49719" cy="2485"/>
          </a:xfrm>
          <a:prstGeom prst="line">
            <a:avLst/>
          </a:prstGeom>
          <a:noFill/>
          <a:ln w="13335">
            <a:solidFill>
              <a:srgbClr val="FFFFFF"/>
            </a:solidFill>
            <a:prstDash val="solid"/>
          </a:ln>
        </p:spPr>
        <p:txBody>
          <a:bodyPr/>
          <a:lstStyle/>
          <a:p>
            <a:endParaRPr lang="uk-UA"/>
          </a:p>
        </p:txBody>
      </p:sp>
      <p:sp>
        <p:nvSpPr>
          <p:cNvPr id="481" name="line481"/>
          <p:cNvSpPr/>
          <p:nvPr/>
        </p:nvSpPr>
        <p:spPr>
          <a:xfrm flipH="1" flipV="1">
            <a:off x="3885801" y="2451232"/>
            <a:ext cx="138796" cy="45097"/>
          </a:xfrm>
          <a:prstGeom prst="line">
            <a:avLst/>
          </a:prstGeom>
          <a:noFill/>
          <a:ln w="14604">
            <a:solidFill>
              <a:srgbClr val="FFFFFF"/>
            </a:solidFill>
            <a:prstDash val="solid"/>
          </a:ln>
        </p:spPr>
        <p:txBody>
          <a:bodyPr/>
          <a:lstStyle/>
          <a:p>
            <a:endParaRPr lang="uk-UA"/>
          </a:p>
        </p:txBody>
      </p:sp>
      <p:sp>
        <p:nvSpPr>
          <p:cNvPr id="482" name="line482"/>
          <p:cNvSpPr/>
          <p:nvPr/>
        </p:nvSpPr>
        <p:spPr>
          <a:xfrm flipV="1">
            <a:off x="3899020" y="2421736"/>
            <a:ext cx="36554" cy="33792"/>
          </a:xfrm>
          <a:prstGeom prst="line">
            <a:avLst/>
          </a:prstGeom>
          <a:noFill/>
          <a:ln w="13335">
            <a:solidFill>
              <a:srgbClr val="FFFFFF"/>
            </a:solidFill>
            <a:prstDash val="solid"/>
          </a:ln>
        </p:spPr>
        <p:txBody>
          <a:bodyPr/>
          <a:lstStyle/>
          <a:p>
            <a:endParaRPr lang="uk-UA"/>
          </a:p>
        </p:txBody>
      </p:sp>
      <p:sp>
        <p:nvSpPr>
          <p:cNvPr id="483" name="line483"/>
          <p:cNvSpPr/>
          <p:nvPr/>
        </p:nvSpPr>
        <p:spPr>
          <a:xfrm flipH="1" flipV="1">
            <a:off x="4397778" y="2026066"/>
            <a:ext cx="95994" cy="109924"/>
          </a:xfrm>
          <a:prstGeom prst="line">
            <a:avLst/>
          </a:prstGeom>
          <a:noFill/>
          <a:ln w="14604">
            <a:solidFill>
              <a:srgbClr val="F39C4A"/>
            </a:solidFill>
            <a:prstDash val="solid"/>
          </a:ln>
        </p:spPr>
        <p:txBody>
          <a:bodyPr/>
          <a:lstStyle/>
          <a:p>
            <a:endParaRPr lang="uk-UA"/>
          </a:p>
        </p:txBody>
      </p:sp>
      <p:sp>
        <p:nvSpPr>
          <p:cNvPr id="484" name="line484"/>
          <p:cNvSpPr/>
          <p:nvPr/>
        </p:nvSpPr>
        <p:spPr>
          <a:xfrm flipV="1">
            <a:off x="4406920" y="2026286"/>
            <a:ext cx="48714" cy="10249"/>
          </a:xfrm>
          <a:prstGeom prst="line">
            <a:avLst/>
          </a:prstGeom>
          <a:noFill/>
          <a:ln w="13335">
            <a:solidFill>
              <a:srgbClr val="F39C4A"/>
            </a:solidFill>
            <a:prstDash val="solid"/>
          </a:ln>
        </p:spPr>
        <p:txBody>
          <a:bodyPr/>
          <a:lstStyle/>
          <a:p>
            <a:endParaRPr lang="uk-UA"/>
          </a:p>
        </p:txBody>
      </p:sp>
      <p:sp>
        <p:nvSpPr>
          <p:cNvPr id="485" name="line485"/>
          <p:cNvSpPr/>
          <p:nvPr/>
        </p:nvSpPr>
        <p:spPr>
          <a:xfrm flipV="1">
            <a:off x="4421776" y="2043298"/>
            <a:ext cx="48714" cy="10249"/>
          </a:xfrm>
          <a:prstGeom prst="line">
            <a:avLst/>
          </a:prstGeom>
          <a:noFill/>
          <a:ln w="13335">
            <a:solidFill>
              <a:srgbClr val="F39C4A"/>
            </a:solidFill>
            <a:prstDash val="solid"/>
          </a:ln>
        </p:spPr>
        <p:txBody>
          <a:bodyPr/>
          <a:lstStyle/>
          <a:p>
            <a:endParaRPr lang="uk-UA"/>
          </a:p>
        </p:txBody>
      </p:sp>
      <p:sp>
        <p:nvSpPr>
          <p:cNvPr id="486" name="line486"/>
          <p:cNvSpPr/>
          <p:nvPr/>
        </p:nvSpPr>
        <p:spPr>
          <a:xfrm flipH="1" flipV="1">
            <a:off x="4400093" y="2237146"/>
            <a:ext cx="91363" cy="113801"/>
          </a:xfrm>
          <a:prstGeom prst="line">
            <a:avLst/>
          </a:prstGeom>
          <a:noFill/>
          <a:ln w="14604">
            <a:solidFill>
              <a:srgbClr val="FFFFFF"/>
            </a:solidFill>
            <a:prstDash val="solid"/>
          </a:ln>
        </p:spPr>
        <p:txBody>
          <a:bodyPr/>
          <a:lstStyle/>
          <a:p>
            <a:endParaRPr lang="uk-UA"/>
          </a:p>
        </p:txBody>
      </p:sp>
      <p:sp>
        <p:nvSpPr>
          <p:cNvPr id="487" name="line487"/>
          <p:cNvSpPr/>
          <p:nvPr/>
        </p:nvSpPr>
        <p:spPr>
          <a:xfrm flipV="1">
            <a:off x="4408794" y="2239760"/>
            <a:ext cx="49097" cy="8224"/>
          </a:xfrm>
          <a:prstGeom prst="line">
            <a:avLst/>
          </a:prstGeom>
          <a:noFill/>
          <a:ln w="13335">
            <a:solidFill>
              <a:srgbClr val="FFFFFF"/>
            </a:solidFill>
            <a:prstDash val="solid"/>
          </a:ln>
        </p:spPr>
        <p:txBody>
          <a:bodyPr/>
          <a:lstStyle/>
          <a:p>
            <a:endParaRPr lang="uk-UA"/>
          </a:p>
        </p:txBody>
      </p:sp>
      <p:sp>
        <p:nvSpPr>
          <p:cNvPr id="488" name="line488"/>
          <p:cNvSpPr/>
          <p:nvPr/>
        </p:nvSpPr>
        <p:spPr>
          <a:xfrm flipV="1">
            <a:off x="4422934" y="2257372"/>
            <a:ext cx="49097" cy="8224"/>
          </a:xfrm>
          <a:prstGeom prst="line">
            <a:avLst/>
          </a:prstGeom>
          <a:noFill/>
          <a:ln w="13335">
            <a:solidFill>
              <a:srgbClr val="FFFFFF"/>
            </a:solidFill>
            <a:prstDash val="solid"/>
          </a:ln>
        </p:spPr>
        <p:txBody>
          <a:bodyPr/>
          <a:lstStyle/>
          <a:p>
            <a:endParaRPr lang="uk-UA"/>
          </a:p>
        </p:txBody>
      </p:sp>
      <p:sp>
        <p:nvSpPr>
          <p:cNvPr id="489" name="line489"/>
          <p:cNvSpPr/>
          <p:nvPr/>
        </p:nvSpPr>
        <p:spPr>
          <a:xfrm flipH="1" flipV="1">
            <a:off x="4379642" y="2442943"/>
            <a:ext cx="132265" cy="61676"/>
          </a:xfrm>
          <a:prstGeom prst="line">
            <a:avLst/>
          </a:prstGeom>
          <a:noFill/>
          <a:ln w="14604">
            <a:solidFill>
              <a:srgbClr val="FFFFFF"/>
            </a:solidFill>
            <a:prstDash val="solid"/>
          </a:ln>
        </p:spPr>
        <p:txBody>
          <a:bodyPr/>
          <a:lstStyle/>
          <a:p>
            <a:endParaRPr lang="uk-UA"/>
          </a:p>
        </p:txBody>
      </p:sp>
      <p:sp>
        <p:nvSpPr>
          <p:cNvPr id="490" name="line490"/>
          <p:cNvSpPr/>
          <p:nvPr/>
        </p:nvSpPr>
        <p:spPr>
          <a:xfrm flipV="1">
            <a:off x="4392239" y="2419732"/>
            <a:ext cx="40400" cy="29085"/>
          </a:xfrm>
          <a:prstGeom prst="line">
            <a:avLst/>
          </a:prstGeom>
          <a:noFill/>
          <a:ln w="13335">
            <a:solidFill>
              <a:srgbClr val="FFFFFF"/>
            </a:solidFill>
            <a:prstDash val="solid"/>
          </a:ln>
        </p:spPr>
        <p:txBody>
          <a:bodyPr/>
          <a:lstStyle/>
          <a:p>
            <a:endParaRPr lang="uk-UA"/>
          </a:p>
        </p:txBody>
      </p:sp>
      <p:sp>
        <p:nvSpPr>
          <p:cNvPr id="491" name="line491"/>
          <p:cNvSpPr/>
          <p:nvPr/>
        </p:nvSpPr>
        <p:spPr>
          <a:xfrm flipH="1" flipV="1">
            <a:off x="4882650" y="2031624"/>
            <a:ext cx="107400" cy="98809"/>
          </a:xfrm>
          <a:prstGeom prst="line">
            <a:avLst/>
          </a:prstGeom>
          <a:noFill/>
          <a:ln w="14604">
            <a:solidFill>
              <a:srgbClr val="FFFFFF"/>
            </a:solidFill>
            <a:prstDash val="solid"/>
          </a:ln>
        </p:spPr>
        <p:txBody>
          <a:bodyPr/>
          <a:lstStyle/>
          <a:p>
            <a:endParaRPr lang="uk-UA"/>
          </a:p>
        </p:txBody>
      </p:sp>
      <p:sp>
        <p:nvSpPr>
          <p:cNvPr id="492" name="line492"/>
          <p:cNvSpPr/>
          <p:nvPr/>
        </p:nvSpPr>
        <p:spPr>
          <a:xfrm flipV="1">
            <a:off x="4892879" y="2025538"/>
            <a:ext cx="47307" cy="15496"/>
          </a:xfrm>
          <a:prstGeom prst="line">
            <a:avLst/>
          </a:prstGeom>
          <a:noFill/>
          <a:ln w="13335">
            <a:solidFill>
              <a:srgbClr val="FFFFFF"/>
            </a:solidFill>
            <a:prstDash val="solid"/>
          </a:ln>
        </p:spPr>
        <p:txBody>
          <a:bodyPr/>
          <a:lstStyle/>
          <a:p>
            <a:endParaRPr lang="uk-UA"/>
          </a:p>
        </p:txBody>
      </p:sp>
      <p:sp>
        <p:nvSpPr>
          <p:cNvPr id="493" name="line493"/>
          <p:cNvSpPr/>
          <p:nvPr/>
        </p:nvSpPr>
        <p:spPr>
          <a:xfrm flipV="1">
            <a:off x="4909500" y="2040830"/>
            <a:ext cx="47307" cy="15496"/>
          </a:xfrm>
          <a:prstGeom prst="line">
            <a:avLst/>
          </a:prstGeom>
          <a:noFill/>
          <a:ln w="13335">
            <a:solidFill>
              <a:srgbClr val="FFFFFF"/>
            </a:solidFill>
            <a:prstDash val="solid"/>
          </a:ln>
        </p:spPr>
        <p:txBody>
          <a:bodyPr/>
          <a:lstStyle/>
          <a:p>
            <a:endParaRPr lang="uk-UA"/>
          </a:p>
        </p:txBody>
      </p:sp>
      <p:sp>
        <p:nvSpPr>
          <p:cNvPr id="494" name="line494"/>
          <p:cNvSpPr/>
          <p:nvPr/>
        </p:nvSpPr>
        <p:spPr>
          <a:xfrm flipH="1" flipV="1">
            <a:off x="4883861" y="2243358"/>
            <a:ext cx="104979" cy="101377"/>
          </a:xfrm>
          <a:prstGeom prst="line">
            <a:avLst/>
          </a:prstGeom>
          <a:noFill/>
          <a:ln w="14604">
            <a:solidFill>
              <a:srgbClr val="FFFFFF"/>
            </a:solidFill>
            <a:prstDash val="solid"/>
          </a:ln>
        </p:spPr>
        <p:txBody>
          <a:bodyPr/>
          <a:lstStyle/>
          <a:p>
            <a:endParaRPr lang="uk-UA"/>
          </a:p>
        </p:txBody>
      </p:sp>
      <p:sp>
        <p:nvSpPr>
          <p:cNvPr id="495" name="line495"/>
          <p:cNvSpPr/>
          <p:nvPr/>
        </p:nvSpPr>
        <p:spPr>
          <a:xfrm flipV="1">
            <a:off x="4893859" y="2238665"/>
            <a:ext cx="47668" cy="14348"/>
          </a:xfrm>
          <a:prstGeom prst="line">
            <a:avLst/>
          </a:prstGeom>
          <a:noFill/>
          <a:ln w="13335">
            <a:solidFill>
              <a:srgbClr val="FFFFFF"/>
            </a:solidFill>
            <a:prstDash val="solid"/>
          </a:ln>
        </p:spPr>
        <p:txBody>
          <a:bodyPr/>
          <a:lstStyle/>
          <a:p>
            <a:endParaRPr lang="uk-UA"/>
          </a:p>
        </p:txBody>
      </p:sp>
      <p:sp>
        <p:nvSpPr>
          <p:cNvPr id="496" name="line496"/>
          <p:cNvSpPr/>
          <p:nvPr/>
        </p:nvSpPr>
        <p:spPr>
          <a:xfrm flipV="1">
            <a:off x="4910106" y="2254355"/>
            <a:ext cx="47668" cy="14348"/>
          </a:xfrm>
          <a:prstGeom prst="line">
            <a:avLst/>
          </a:prstGeom>
          <a:noFill/>
          <a:ln w="13335">
            <a:solidFill>
              <a:srgbClr val="FFFFFF"/>
            </a:solidFill>
            <a:prstDash val="solid"/>
          </a:ln>
        </p:spPr>
        <p:txBody>
          <a:bodyPr/>
          <a:lstStyle/>
          <a:p>
            <a:endParaRPr lang="uk-UA"/>
          </a:p>
        </p:txBody>
      </p:sp>
      <p:sp>
        <p:nvSpPr>
          <p:cNvPr id="497" name="line497"/>
          <p:cNvSpPr/>
          <p:nvPr/>
        </p:nvSpPr>
        <p:spPr>
          <a:xfrm flipH="1" flipV="1">
            <a:off x="4884753" y="2422184"/>
            <a:ext cx="103194" cy="103194"/>
          </a:xfrm>
          <a:prstGeom prst="line">
            <a:avLst/>
          </a:prstGeom>
          <a:noFill/>
          <a:ln w="14604">
            <a:solidFill>
              <a:srgbClr val="FFFFFF"/>
            </a:solidFill>
            <a:prstDash val="solid"/>
          </a:ln>
        </p:spPr>
        <p:txBody>
          <a:bodyPr/>
          <a:lstStyle/>
          <a:p>
            <a:endParaRPr lang="uk-UA"/>
          </a:p>
        </p:txBody>
      </p:sp>
      <p:sp>
        <p:nvSpPr>
          <p:cNvPr id="498" name="line498"/>
          <p:cNvSpPr/>
          <p:nvPr/>
        </p:nvSpPr>
        <p:spPr>
          <a:xfrm flipV="1">
            <a:off x="4894581" y="2418499"/>
            <a:ext cx="47911" cy="13513"/>
          </a:xfrm>
          <a:prstGeom prst="line">
            <a:avLst/>
          </a:prstGeom>
          <a:noFill/>
          <a:ln w="13335">
            <a:solidFill>
              <a:srgbClr val="FFFFFF"/>
            </a:solidFill>
            <a:prstDash val="solid"/>
          </a:ln>
        </p:spPr>
        <p:txBody>
          <a:bodyPr/>
          <a:lstStyle/>
          <a:p>
            <a:endParaRPr lang="uk-UA"/>
          </a:p>
        </p:txBody>
      </p:sp>
      <p:sp>
        <p:nvSpPr>
          <p:cNvPr id="499" name="line499"/>
          <p:cNvSpPr/>
          <p:nvPr/>
        </p:nvSpPr>
        <p:spPr>
          <a:xfrm flipH="1" flipV="1">
            <a:off x="5393389" y="2016223"/>
            <a:ext cx="67074" cy="129611"/>
          </a:xfrm>
          <a:prstGeom prst="line">
            <a:avLst/>
          </a:prstGeom>
          <a:noFill/>
          <a:ln w="14604">
            <a:solidFill>
              <a:srgbClr val="FFFFFF"/>
            </a:solidFill>
            <a:prstDash val="solid"/>
          </a:ln>
        </p:spPr>
        <p:txBody>
          <a:bodyPr/>
          <a:lstStyle/>
          <a:p>
            <a:endParaRPr lang="uk-UA"/>
          </a:p>
        </p:txBody>
      </p:sp>
      <p:sp>
        <p:nvSpPr>
          <p:cNvPr id="500" name="line500"/>
          <p:cNvSpPr/>
          <p:nvPr/>
        </p:nvSpPr>
        <p:spPr>
          <a:xfrm>
            <a:off x="5399777" y="2028566"/>
            <a:ext cx="49754" cy="1639"/>
          </a:xfrm>
          <a:prstGeom prst="line">
            <a:avLst/>
          </a:prstGeom>
          <a:noFill/>
          <a:ln w="13335">
            <a:solidFill>
              <a:srgbClr val="FFFFFF"/>
            </a:solidFill>
            <a:prstDash val="solid"/>
          </a:ln>
        </p:spPr>
        <p:txBody>
          <a:bodyPr/>
          <a:lstStyle/>
          <a:p>
            <a:endParaRPr lang="uk-UA"/>
          </a:p>
        </p:txBody>
      </p:sp>
      <p:sp>
        <p:nvSpPr>
          <p:cNvPr id="501" name="line501"/>
          <p:cNvSpPr/>
          <p:nvPr/>
        </p:nvSpPr>
        <p:spPr>
          <a:xfrm>
            <a:off x="5410157" y="2048625"/>
            <a:ext cx="49754" cy="1639"/>
          </a:xfrm>
          <a:prstGeom prst="line">
            <a:avLst/>
          </a:prstGeom>
          <a:noFill/>
          <a:ln w="13335">
            <a:solidFill>
              <a:srgbClr val="FFFFFF"/>
            </a:solidFill>
            <a:prstDash val="solid"/>
          </a:ln>
        </p:spPr>
        <p:txBody>
          <a:bodyPr/>
          <a:lstStyle/>
          <a:p>
            <a:endParaRPr lang="uk-UA"/>
          </a:p>
        </p:txBody>
      </p:sp>
      <p:sp>
        <p:nvSpPr>
          <p:cNvPr id="502" name="line502"/>
          <p:cNvSpPr/>
          <p:nvPr/>
        </p:nvSpPr>
        <p:spPr>
          <a:xfrm flipH="1" flipV="1">
            <a:off x="5416642" y="2221806"/>
            <a:ext cx="20569" cy="144481"/>
          </a:xfrm>
          <a:prstGeom prst="line">
            <a:avLst/>
          </a:prstGeom>
          <a:noFill/>
          <a:ln w="14604">
            <a:solidFill>
              <a:srgbClr val="FFFFFF"/>
            </a:solidFill>
            <a:prstDash val="solid"/>
          </a:ln>
        </p:spPr>
        <p:txBody>
          <a:bodyPr/>
          <a:lstStyle/>
          <a:p>
            <a:endParaRPr lang="uk-UA"/>
          </a:p>
        </p:txBody>
      </p:sp>
      <p:sp>
        <p:nvSpPr>
          <p:cNvPr id="503" name="line503"/>
          <p:cNvSpPr/>
          <p:nvPr/>
        </p:nvSpPr>
        <p:spPr>
          <a:xfrm>
            <a:off x="5418601" y="2235566"/>
            <a:ext cx="46429" cy="17959"/>
          </a:xfrm>
          <a:prstGeom prst="line">
            <a:avLst/>
          </a:prstGeom>
          <a:noFill/>
          <a:ln w="13335">
            <a:solidFill>
              <a:srgbClr val="FFFFFF"/>
            </a:solidFill>
            <a:prstDash val="solid"/>
          </a:ln>
        </p:spPr>
        <p:txBody>
          <a:bodyPr/>
          <a:lstStyle/>
          <a:p>
            <a:endParaRPr lang="uk-UA"/>
          </a:p>
        </p:txBody>
      </p:sp>
      <p:sp>
        <p:nvSpPr>
          <p:cNvPr id="504" name="line504"/>
          <p:cNvSpPr/>
          <p:nvPr/>
        </p:nvSpPr>
        <p:spPr>
          <a:xfrm>
            <a:off x="5421784" y="2257926"/>
            <a:ext cx="46429" cy="17959"/>
          </a:xfrm>
          <a:prstGeom prst="line">
            <a:avLst/>
          </a:prstGeom>
          <a:noFill/>
          <a:ln w="13335">
            <a:solidFill>
              <a:srgbClr val="FFFFFF"/>
            </a:solidFill>
            <a:prstDash val="solid"/>
          </a:ln>
        </p:spPr>
        <p:txBody>
          <a:bodyPr/>
          <a:lstStyle/>
          <a:p>
            <a:endParaRPr lang="uk-UA"/>
          </a:p>
        </p:txBody>
      </p:sp>
      <p:sp>
        <p:nvSpPr>
          <p:cNvPr id="505" name="line505"/>
          <p:cNvSpPr/>
          <p:nvPr/>
        </p:nvSpPr>
        <p:spPr>
          <a:xfrm flipH="1" flipV="1">
            <a:off x="5367153" y="2431928"/>
            <a:ext cx="119546" cy="83707"/>
          </a:xfrm>
          <a:prstGeom prst="line">
            <a:avLst/>
          </a:prstGeom>
          <a:noFill/>
          <a:ln w="14604">
            <a:solidFill>
              <a:srgbClr val="FFFFFF"/>
            </a:solidFill>
            <a:prstDash val="solid"/>
          </a:ln>
        </p:spPr>
        <p:txBody>
          <a:bodyPr/>
          <a:lstStyle/>
          <a:p>
            <a:endParaRPr lang="uk-UA"/>
          </a:p>
        </p:txBody>
      </p:sp>
      <p:sp>
        <p:nvSpPr>
          <p:cNvPr id="506" name="line506"/>
          <p:cNvSpPr/>
          <p:nvPr/>
        </p:nvSpPr>
        <p:spPr>
          <a:xfrm flipV="1">
            <a:off x="5378538" y="2418272"/>
            <a:ext cx="44837" cy="21628"/>
          </a:xfrm>
          <a:prstGeom prst="line">
            <a:avLst/>
          </a:prstGeom>
          <a:noFill/>
          <a:ln w="13335">
            <a:solidFill>
              <a:srgbClr val="FFFFFF"/>
            </a:solidFill>
            <a:prstDash val="solid"/>
          </a:ln>
        </p:spPr>
        <p:txBody>
          <a:bodyPr/>
          <a:lstStyle/>
          <a:p>
            <a:endParaRPr lang="uk-UA"/>
          </a:p>
        </p:txBody>
      </p:sp>
      <p:sp>
        <p:nvSpPr>
          <p:cNvPr id="507" name="line507"/>
          <p:cNvSpPr/>
          <p:nvPr/>
        </p:nvSpPr>
        <p:spPr>
          <a:xfrm flipH="1" flipV="1">
            <a:off x="5883974" y="2016218"/>
            <a:ext cx="67055" cy="129621"/>
          </a:xfrm>
          <a:prstGeom prst="line">
            <a:avLst/>
          </a:prstGeom>
          <a:noFill/>
          <a:ln w="14604">
            <a:solidFill>
              <a:srgbClr val="FFFFFF"/>
            </a:solidFill>
            <a:prstDash val="solid"/>
          </a:ln>
        </p:spPr>
        <p:txBody>
          <a:bodyPr/>
          <a:lstStyle/>
          <a:p>
            <a:endParaRPr lang="uk-UA"/>
          </a:p>
        </p:txBody>
      </p:sp>
      <p:sp>
        <p:nvSpPr>
          <p:cNvPr id="508" name="line508"/>
          <p:cNvSpPr/>
          <p:nvPr/>
        </p:nvSpPr>
        <p:spPr>
          <a:xfrm>
            <a:off x="5890360" y="2028562"/>
            <a:ext cx="49754" cy="1647"/>
          </a:xfrm>
          <a:prstGeom prst="line">
            <a:avLst/>
          </a:prstGeom>
          <a:noFill/>
          <a:ln w="13335">
            <a:solidFill>
              <a:srgbClr val="FFFFFF"/>
            </a:solidFill>
            <a:prstDash val="solid"/>
          </a:ln>
        </p:spPr>
        <p:txBody>
          <a:bodyPr/>
          <a:lstStyle/>
          <a:p>
            <a:endParaRPr lang="uk-UA"/>
          </a:p>
        </p:txBody>
      </p:sp>
      <p:sp>
        <p:nvSpPr>
          <p:cNvPr id="509" name="line509"/>
          <p:cNvSpPr/>
          <p:nvPr/>
        </p:nvSpPr>
        <p:spPr>
          <a:xfrm>
            <a:off x="5900738" y="2048623"/>
            <a:ext cx="49754" cy="1647"/>
          </a:xfrm>
          <a:prstGeom prst="line">
            <a:avLst/>
          </a:prstGeom>
          <a:noFill/>
          <a:ln w="13335">
            <a:solidFill>
              <a:srgbClr val="FFFFFF"/>
            </a:solidFill>
            <a:prstDash val="solid"/>
          </a:ln>
        </p:spPr>
        <p:txBody>
          <a:bodyPr/>
          <a:lstStyle/>
          <a:p>
            <a:endParaRPr lang="uk-UA"/>
          </a:p>
        </p:txBody>
      </p:sp>
      <p:sp>
        <p:nvSpPr>
          <p:cNvPr id="510" name="line510"/>
          <p:cNvSpPr/>
          <p:nvPr/>
        </p:nvSpPr>
        <p:spPr>
          <a:xfrm flipV="1">
            <a:off x="5874562" y="2235050"/>
            <a:ext cx="85880" cy="117994"/>
          </a:xfrm>
          <a:prstGeom prst="line">
            <a:avLst/>
          </a:prstGeom>
          <a:noFill/>
          <a:ln w="14604">
            <a:solidFill>
              <a:srgbClr val="FFFFFF"/>
            </a:solidFill>
            <a:prstDash val="solid"/>
          </a:ln>
        </p:spPr>
        <p:txBody>
          <a:bodyPr/>
          <a:lstStyle/>
          <a:p>
            <a:endParaRPr lang="uk-UA"/>
          </a:p>
        </p:txBody>
      </p:sp>
      <p:sp>
        <p:nvSpPr>
          <p:cNvPr id="511" name="line511"/>
          <p:cNvSpPr/>
          <p:nvPr/>
        </p:nvSpPr>
        <p:spPr>
          <a:xfrm>
            <a:off x="5952262" y="2246287"/>
            <a:ext cx="20804" cy="45225"/>
          </a:xfrm>
          <a:prstGeom prst="line">
            <a:avLst/>
          </a:prstGeom>
          <a:noFill/>
          <a:ln w="13335">
            <a:solidFill>
              <a:srgbClr val="FFFFFF"/>
            </a:solidFill>
            <a:prstDash val="solid"/>
          </a:ln>
        </p:spPr>
        <p:txBody>
          <a:bodyPr/>
          <a:lstStyle/>
          <a:p>
            <a:endParaRPr lang="uk-UA"/>
          </a:p>
        </p:txBody>
      </p:sp>
      <p:sp>
        <p:nvSpPr>
          <p:cNvPr id="512" name="line512"/>
          <p:cNvSpPr/>
          <p:nvPr/>
        </p:nvSpPr>
        <p:spPr>
          <a:xfrm flipH="1" flipV="1">
            <a:off x="5871581" y="2417074"/>
            <a:ext cx="91842" cy="113415"/>
          </a:xfrm>
          <a:prstGeom prst="line">
            <a:avLst/>
          </a:prstGeom>
          <a:noFill/>
          <a:ln w="14604">
            <a:solidFill>
              <a:srgbClr val="FFFFFF"/>
            </a:solidFill>
            <a:prstDash val="solid"/>
          </a:ln>
        </p:spPr>
        <p:txBody>
          <a:bodyPr/>
          <a:lstStyle/>
          <a:p>
            <a:endParaRPr lang="uk-UA"/>
          </a:p>
        </p:txBody>
      </p:sp>
      <p:sp>
        <p:nvSpPr>
          <p:cNvPr id="513" name="line513"/>
          <p:cNvSpPr/>
          <p:nvPr/>
        </p:nvSpPr>
        <p:spPr>
          <a:xfrm flipV="1">
            <a:off x="5880327" y="2419444"/>
            <a:ext cx="49062" cy="8431"/>
          </a:xfrm>
          <a:prstGeom prst="line">
            <a:avLst/>
          </a:prstGeom>
          <a:noFill/>
          <a:ln w="13335">
            <a:solidFill>
              <a:srgbClr val="FFFFFF"/>
            </a:solidFill>
            <a:prstDash val="solid"/>
          </a:ln>
        </p:spPr>
        <p:txBody>
          <a:bodyPr/>
          <a:lstStyle/>
          <a:p>
            <a:endParaRPr lang="uk-UA"/>
          </a:p>
        </p:txBody>
      </p:sp>
      <p:sp>
        <p:nvSpPr>
          <p:cNvPr id="514" name="line514"/>
          <p:cNvSpPr/>
          <p:nvPr/>
        </p:nvSpPr>
        <p:spPr>
          <a:xfrm flipH="1" flipV="1">
            <a:off x="6364941" y="2022174"/>
            <a:ext cx="86272" cy="117708"/>
          </a:xfrm>
          <a:prstGeom prst="line">
            <a:avLst/>
          </a:prstGeom>
          <a:noFill/>
          <a:ln w="14604">
            <a:solidFill>
              <a:srgbClr val="FFFFFF"/>
            </a:solidFill>
            <a:prstDash val="solid"/>
          </a:ln>
        </p:spPr>
        <p:txBody>
          <a:bodyPr/>
          <a:lstStyle/>
          <a:p>
            <a:endParaRPr lang="uk-UA"/>
          </a:p>
        </p:txBody>
      </p:sp>
      <p:sp>
        <p:nvSpPr>
          <p:cNvPr id="515" name="line515"/>
          <p:cNvSpPr/>
          <p:nvPr/>
        </p:nvSpPr>
        <p:spPr>
          <a:xfrm flipV="1">
            <a:off x="6373158" y="2027326"/>
            <a:ext cx="49411" cy="6058"/>
          </a:xfrm>
          <a:prstGeom prst="line">
            <a:avLst/>
          </a:prstGeom>
          <a:noFill/>
          <a:ln w="13335">
            <a:solidFill>
              <a:srgbClr val="FFFFFF"/>
            </a:solidFill>
            <a:prstDash val="solid"/>
          </a:ln>
        </p:spPr>
        <p:txBody>
          <a:bodyPr/>
          <a:lstStyle/>
          <a:p>
            <a:endParaRPr lang="uk-UA"/>
          </a:p>
        </p:txBody>
      </p:sp>
      <p:sp>
        <p:nvSpPr>
          <p:cNvPr id="516" name="line516"/>
          <p:cNvSpPr/>
          <p:nvPr/>
        </p:nvSpPr>
        <p:spPr>
          <a:xfrm flipH="1">
            <a:off x="6344294" y="2258604"/>
            <a:ext cx="127566" cy="70886"/>
          </a:xfrm>
          <a:prstGeom prst="line">
            <a:avLst/>
          </a:prstGeom>
          <a:noFill/>
          <a:ln w="14604">
            <a:solidFill>
              <a:srgbClr val="FFFFFF"/>
            </a:solidFill>
            <a:prstDash val="solid"/>
          </a:ln>
        </p:spPr>
        <p:txBody>
          <a:bodyPr/>
          <a:lstStyle/>
          <a:p>
            <a:endParaRPr lang="uk-UA"/>
          </a:p>
        </p:txBody>
      </p:sp>
      <p:sp>
        <p:nvSpPr>
          <p:cNvPr id="517" name="line517"/>
          <p:cNvSpPr/>
          <p:nvPr/>
        </p:nvSpPr>
        <p:spPr>
          <a:xfrm flipV="1">
            <a:off x="6356443" y="2272958"/>
            <a:ext cx="164" cy="49780"/>
          </a:xfrm>
          <a:prstGeom prst="line">
            <a:avLst/>
          </a:prstGeom>
          <a:noFill/>
          <a:ln w="13335">
            <a:solidFill>
              <a:srgbClr val="FFFFFF"/>
            </a:solidFill>
            <a:prstDash val="solid"/>
          </a:ln>
        </p:spPr>
        <p:txBody>
          <a:bodyPr/>
          <a:lstStyle/>
          <a:p>
            <a:endParaRPr lang="uk-UA"/>
          </a:p>
        </p:txBody>
      </p:sp>
      <p:sp>
        <p:nvSpPr>
          <p:cNvPr id="518" name="line518"/>
          <p:cNvSpPr/>
          <p:nvPr/>
        </p:nvSpPr>
        <p:spPr>
          <a:xfrm>
            <a:off x="6399184" y="2401356"/>
            <a:ext cx="17785" cy="144850"/>
          </a:xfrm>
          <a:prstGeom prst="line">
            <a:avLst/>
          </a:prstGeom>
          <a:noFill/>
          <a:ln w="14604">
            <a:solidFill>
              <a:srgbClr val="FFFFFF"/>
            </a:solidFill>
            <a:prstDash val="solid"/>
          </a:ln>
        </p:spPr>
        <p:txBody>
          <a:bodyPr/>
          <a:lstStyle/>
          <a:p>
            <a:endParaRPr lang="uk-UA"/>
          </a:p>
        </p:txBody>
      </p:sp>
      <p:sp>
        <p:nvSpPr>
          <p:cNvPr id="519" name="line519"/>
          <p:cNvSpPr/>
          <p:nvPr/>
        </p:nvSpPr>
        <p:spPr>
          <a:xfrm flipH="1" flipV="1">
            <a:off x="6369201" y="2513563"/>
            <a:ext cx="46074" cy="18848"/>
          </a:xfrm>
          <a:prstGeom prst="line">
            <a:avLst/>
          </a:prstGeom>
          <a:noFill/>
          <a:ln w="13335">
            <a:solidFill>
              <a:srgbClr val="FFFFFF"/>
            </a:solidFill>
            <a:prstDash val="solid"/>
          </a:ln>
        </p:spPr>
        <p:txBody>
          <a:bodyPr/>
          <a:lstStyle/>
          <a:p>
            <a:endParaRPr lang="uk-UA"/>
          </a:p>
        </p:txBody>
      </p:sp>
      <p:sp>
        <p:nvSpPr>
          <p:cNvPr id="520" name="line520"/>
          <p:cNvSpPr/>
          <p:nvPr/>
        </p:nvSpPr>
        <p:spPr>
          <a:xfrm flipH="1" flipV="1">
            <a:off x="6825728" y="2078482"/>
            <a:ext cx="145849" cy="5093"/>
          </a:xfrm>
          <a:prstGeom prst="line">
            <a:avLst/>
          </a:prstGeom>
          <a:noFill/>
          <a:ln w="14604">
            <a:solidFill>
              <a:srgbClr val="FFFFFF"/>
            </a:solidFill>
            <a:prstDash val="solid"/>
          </a:ln>
        </p:spPr>
        <p:txBody>
          <a:bodyPr/>
          <a:lstStyle/>
          <a:p>
            <a:endParaRPr lang="uk-UA"/>
          </a:p>
        </p:txBody>
      </p:sp>
      <p:sp>
        <p:nvSpPr>
          <p:cNvPr id="521" name="line521"/>
          <p:cNvSpPr/>
          <p:nvPr/>
        </p:nvSpPr>
        <p:spPr>
          <a:xfrm flipV="1">
            <a:off x="6839618" y="2036408"/>
            <a:ext cx="25824" cy="42559"/>
          </a:xfrm>
          <a:prstGeom prst="line">
            <a:avLst/>
          </a:prstGeom>
          <a:noFill/>
          <a:ln w="13335">
            <a:solidFill>
              <a:srgbClr val="FFFFFF"/>
            </a:solidFill>
            <a:prstDash val="solid"/>
          </a:ln>
        </p:spPr>
        <p:txBody>
          <a:bodyPr/>
          <a:lstStyle/>
          <a:p>
            <a:endParaRPr lang="uk-UA"/>
          </a:p>
        </p:txBody>
      </p:sp>
      <p:sp>
        <p:nvSpPr>
          <p:cNvPr id="522" name="line522"/>
          <p:cNvSpPr/>
          <p:nvPr/>
        </p:nvSpPr>
        <p:spPr>
          <a:xfrm flipH="1" flipV="1">
            <a:off x="6825718" y="2291805"/>
            <a:ext cx="145869" cy="4484"/>
          </a:xfrm>
          <a:prstGeom prst="line">
            <a:avLst/>
          </a:prstGeom>
          <a:noFill/>
          <a:ln w="14604">
            <a:solidFill>
              <a:srgbClr val="FFFFFF"/>
            </a:solidFill>
            <a:prstDash val="solid"/>
          </a:ln>
        </p:spPr>
        <p:txBody>
          <a:bodyPr/>
          <a:lstStyle/>
          <a:p>
            <a:endParaRPr lang="uk-UA"/>
          </a:p>
        </p:txBody>
      </p:sp>
      <p:sp>
        <p:nvSpPr>
          <p:cNvPr id="523" name="line523"/>
          <p:cNvSpPr/>
          <p:nvPr/>
        </p:nvSpPr>
        <p:spPr>
          <a:xfrm flipV="1">
            <a:off x="6839610" y="2249566"/>
            <a:ext cx="25646" cy="42666"/>
          </a:xfrm>
          <a:prstGeom prst="line">
            <a:avLst/>
          </a:prstGeom>
          <a:noFill/>
          <a:ln w="13335">
            <a:solidFill>
              <a:srgbClr val="FFFFFF"/>
            </a:solidFill>
            <a:prstDash val="solid"/>
          </a:ln>
        </p:spPr>
        <p:txBody>
          <a:bodyPr/>
          <a:lstStyle/>
          <a:p>
            <a:endParaRPr lang="uk-UA"/>
          </a:p>
        </p:txBody>
      </p:sp>
      <p:sp>
        <p:nvSpPr>
          <p:cNvPr id="524" name="line524"/>
          <p:cNvSpPr/>
          <p:nvPr/>
        </p:nvSpPr>
        <p:spPr>
          <a:xfrm flipH="1">
            <a:off x="6825684" y="2473781"/>
            <a:ext cx="145938" cy="0"/>
          </a:xfrm>
          <a:prstGeom prst="line">
            <a:avLst/>
          </a:prstGeom>
          <a:noFill/>
          <a:ln w="14604">
            <a:solidFill>
              <a:srgbClr val="FFFFFF"/>
            </a:solidFill>
            <a:prstDash val="solid"/>
          </a:ln>
        </p:spPr>
        <p:txBody>
          <a:bodyPr/>
          <a:lstStyle/>
          <a:p>
            <a:endParaRPr lang="uk-UA"/>
          </a:p>
        </p:txBody>
      </p:sp>
      <p:sp>
        <p:nvSpPr>
          <p:cNvPr id="525" name="line525"/>
          <p:cNvSpPr/>
          <p:nvPr/>
        </p:nvSpPr>
        <p:spPr>
          <a:xfrm flipV="1">
            <a:off x="6839582" y="2430347"/>
            <a:ext cx="24323" cy="43434"/>
          </a:xfrm>
          <a:prstGeom prst="line">
            <a:avLst/>
          </a:prstGeom>
          <a:noFill/>
          <a:ln w="13335">
            <a:solidFill>
              <a:srgbClr val="FFFFFF"/>
            </a:solidFill>
            <a:prstDash val="solid"/>
          </a:ln>
        </p:spPr>
        <p:txBody>
          <a:bodyPr/>
          <a:lstStyle/>
          <a:p>
            <a:endParaRPr lang="uk-UA"/>
          </a:p>
        </p:txBody>
      </p:sp>
      <p:sp>
        <p:nvSpPr>
          <p:cNvPr id="526" name="line526"/>
          <p:cNvSpPr/>
          <p:nvPr/>
        </p:nvSpPr>
        <p:spPr>
          <a:xfrm flipH="1">
            <a:off x="7316278" y="2079353"/>
            <a:ext cx="145900" cy="3350"/>
          </a:xfrm>
          <a:prstGeom prst="line">
            <a:avLst/>
          </a:prstGeom>
          <a:noFill/>
          <a:ln w="14604">
            <a:solidFill>
              <a:srgbClr val="FFFFFF"/>
            </a:solidFill>
            <a:prstDash val="solid"/>
          </a:ln>
        </p:spPr>
        <p:txBody>
          <a:bodyPr/>
          <a:lstStyle/>
          <a:p>
            <a:endParaRPr lang="uk-UA"/>
          </a:p>
        </p:txBody>
      </p:sp>
      <p:sp>
        <p:nvSpPr>
          <p:cNvPr id="527" name="line527"/>
          <p:cNvSpPr/>
          <p:nvPr/>
        </p:nvSpPr>
        <p:spPr>
          <a:xfrm flipV="1">
            <a:off x="7330174" y="2038403"/>
            <a:ext cx="23320" cy="43981"/>
          </a:xfrm>
          <a:prstGeom prst="line">
            <a:avLst/>
          </a:prstGeom>
          <a:noFill/>
          <a:ln w="13335">
            <a:solidFill>
              <a:srgbClr val="FFFFFF"/>
            </a:solidFill>
            <a:prstDash val="solid"/>
          </a:ln>
        </p:spPr>
        <p:txBody>
          <a:bodyPr/>
          <a:lstStyle/>
          <a:p>
            <a:endParaRPr lang="uk-UA"/>
          </a:p>
        </p:txBody>
      </p:sp>
      <p:sp>
        <p:nvSpPr>
          <p:cNvPr id="528" name="line528"/>
          <p:cNvSpPr/>
          <p:nvPr/>
        </p:nvSpPr>
        <p:spPr>
          <a:xfrm flipV="1">
            <a:off x="7316456" y="2288686"/>
            <a:ext cx="145544" cy="10722"/>
          </a:xfrm>
          <a:prstGeom prst="line">
            <a:avLst/>
          </a:prstGeom>
          <a:noFill/>
          <a:ln w="14604">
            <a:solidFill>
              <a:srgbClr val="FFFFFF"/>
            </a:solidFill>
            <a:prstDash val="solid"/>
          </a:ln>
        </p:spPr>
        <p:txBody>
          <a:bodyPr/>
          <a:lstStyle/>
          <a:p>
            <a:endParaRPr lang="uk-UA"/>
          </a:p>
        </p:txBody>
      </p:sp>
      <p:sp>
        <p:nvSpPr>
          <p:cNvPr id="529" name="line529"/>
          <p:cNvSpPr/>
          <p:nvPr/>
        </p:nvSpPr>
        <p:spPr>
          <a:xfrm flipH="1">
            <a:off x="7427073" y="2289707"/>
            <a:ext cx="21066" cy="45104"/>
          </a:xfrm>
          <a:prstGeom prst="line">
            <a:avLst/>
          </a:prstGeom>
          <a:noFill/>
          <a:ln w="13335">
            <a:solidFill>
              <a:srgbClr val="FFFFFF"/>
            </a:solidFill>
            <a:prstDash val="solid"/>
          </a:ln>
        </p:spPr>
        <p:txBody>
          <a:bodyPr/>
          <a:lstStyle/>
          <a:p>
            <a:endParaRPr lang="uk-UA"/>
          </a:p>
        </p:txBody>
      </p:sp>
      <p:sp>
        <p:nvSpPr>
          <p:cNvPr id="530" name="line530"/>
          <p:cNvSpPr/>
          <p:nvPr/>
        </p:nvSpPr>
        <p:spPr>
          <a:xfrm>
            <a:off x="7389228" y="2400812"/>
            <a:ext cx="0" cy="145938"/>
          </a:xfrm>
          <a:prstGeom prst="line">
            <a:avLst/>
          </a:prstGeom>
          <a:noFill/>
          <a:ln w="14604">
            <a:solidFill>
              <a:srgbClr val="FFFFFF"/>
            </a:solidFill>
            <a:prstDash val="solid"/>
          </a:ln>
        </p:spPr>
        <p:txBody>
          <a:bodyPr/>
          <a:lstStyle/>
          <a:p>
            <a:endParaRPr lang="uk-UA"/>
          </a:p>
        </p:txBody>
      </p:sp>
      <p:sp>
        <p:nvSpPr>
          <p:cNvPr id="531" name="line531"/>
          <p:cNvSpPr/>
          <p:nvPr/>
        </p:nvSpPr>
        <p:spPr>
          <a:xfrm flipH="1" flipV="1">
            <a:off x="7345794" y="2508528"/>
            <a:ext cx="43434" cy="24323"/>
          </a:xfrm>
          <a:prstGeom prst="line">
            <a:avLst/>
          </a:prstGeom>
          <a:noFill/>
          <a:ln w="13335">
            <a:solidFill>
              <a:srgbClr val="FFFFFF"/>
            </a:solidFill>
            <a:prstDash val="solid"/>
          </a:ln>
        </p:spPr>
        <p:txBody>
          <a:bodyPr/>
          <a:lstStyle/>
          <a:p>
            <a:endParaRPr lang="uk-UA"/>
          </a:p>
        </p:txBody>
      </p:sp>
      <p:sp>
        <p:nvSpPr>
          <p:cNvPr id="532" name="line532"/>
          <p:cNvSpPr/>
          <p:nvPr/>
        </p:nvSpPr>
        <p:spPr>
          <a:xfrm flipH="1" flipV="1">
            <a:off x="7812363" y="2053168"/>
            <a:ext cx="134883" cy="55719"/>
          </a:xfrm>
          <a:prstGeom prst="line">
            <a:avLst/>
          </a:prstGeom>
          <a:noFill/>
          <a:ln w="14604">
            <a:solidFill>
              <a:srgbClr val="FFFFFF"/>
            </a:solidFill>
            <a:prstDash val="solid"/>
          </a:ln>
        </p:spPr>
        <p:txBody>
          <a:bodyPr/>
          <a:lstStyle/>
          <a:p>
            <a:endParaRPr lang="uk-UA"/>
          </a:p>
        </p:txBody>
      </p:sp>
      <p:sp>
        <p:nvSpPr>
          <p:cNvPr id="533" name="line533"/>
          <p:cNvSpPr/>
          <p:nvPr/>
        </p:nvSpPr>
        <p:spPr>
          <a:xfrm flipV="1">
            <a:off x="7825209" y="2027618"/>
            <a:ext cx="39064" cy="30857"/>
          </a:xfrm>
          <a:prstGeom prst="line">
            <a:avLst/>
          </a:prstGeom>
          <a:noFill/>
          <a:ln w="13335">
            <a:solidFill>
              <a:srgbClr val="FFFFFF"/>
            </a:solidFill>
            <a:prstDash val="solid"/>
          </a:ln>
        </p:spPr>
        <p:txBody>
          <a:bodyPr/>
          <a:lstStyle/>
          <a:p>
            <a:endParaRPr lang="uk-UA"/>
          </a:p>
        </p:txBody>
      </p:sp>
      <p:sp>
        <p:nvSpPr>
          <p:cNvPr id="534" name="line534"/>
          <p:cNvSpPr/>
          <p:nvPr/>
        </p:nvSpPr>
        <p:spPr>
          <a:xfrm flipH="1">
            <a:off x="7810036" y="2272670"/>
            <a:ext cx="139535" cy="42754"/>
          </a:xfrm>
          <a:prstGeom prst="line">
            <a:avLst/>
          </a:prstGeom>
          <a:noFill/>
          <a:ln w="14604">
            <a:solidFill>
              <a:srgbClr val="FFFFFF"/>
            </a:solidFill>
            <a:prstDash val="solid"/>
          </a:ln>
        </p:spPr>
        <p:txBody>
          <a:bodyPr/>
          <a:lstStyle/>
          <a:p>
            <a:endParaRPr lang="uk-UA"/>
          </a:p>
        </p:txBody>
      </p:sp>
      <p:sp>
        <p:nvSpPr>
          <p:cNvPr id="535" name="line535"/>
          <p:cNvSpPr/>
          <p:nvPr/>
        </p:nvSpPr>
        <p:spPr>
          <a:xfrm flipV="1">
            <a:off x="7823325" y="2262698"/>
            <a:ext cx="10531" cy="48654"/>
          </a:xfrm>
          <a:prstGeom prst="line">
            <a:avLst/>
          </a:prstGeom>
          <a:noFill/>
          <a:ln w="13335">
            <a:solidFill>
              <a:srgbClr val="FFFFFF"/>
            </a:solidFill>
            <a:prstDash val="solid"/>
          </a:ln>
        </p:spPr>
        <p:txBody>
          <a:bodyPr/>
          <a:lstStyle/>
          <a:p>
            <a:endParaRPr lang="uk-UA"/>
          </a:p>
        </p:txBody>
      </p:sp>
      <p:sp>
        <p:nvSpPr>
          <p:cNvPr id="536" name="line536"/>
          <p:cNvSpPr/>
          <p:nvPr/>
        </p:nvSpPr>
        <p:spPr>
          <a:xfrm flipH="1">
            <a:off x="7846677" y="2408765"/>
            <a:ext cx="66255" cy="130032"/>
          </a:xfrm>
          <a:prstGeom prst="line">
            <a:avLst/>
          </a:prstGeom>
          <a:noFill/>
          <a:ln w="14604">
            <a:solidFill>
              <a:srgbClr val="FFFFFF"/>
            </a:solidFill>
            <a:prstDash val="solid"/>
          </a:ln>
        </p:spPr>
        <p:txBody>
          <a:bodyPr/>
          <a:lstStyle/>
          <a:p>
            <a:endParaRPr lang="uk-UA"/>
          </a:p>
        </p:txBody>
      </p:sp>
      <p:sp>
        <p:nvSpPr>
          <p:cNvPr id="537" name="line537"/>
          <p:cNvSpPr/>
          <p:nvPr/>
        </p:nvSpPr>
        <p:spPr>
          <a:xfrm flipH="1" flipV="1">
            <a:off x="7825329" y="2485023"/>
            <a:ext cx="27658" cy="41391"/>
          </a:xfrm>
          <a:prstGeom prst="line">
            <a:avLst/>
          </a:prstGeom>
          <a:noFill/>
          <a:ln w="13335">
            <a:solidFill>
              <a:srgbClr val="FFFFFF"/>
            </a:solidFill>
            <a:prstDash val="solid"/>
          </a:ln>
        </p:spPr>
        <p:txBody>
          <a:bodyPr/>
          <a:lstStyle/>
          <a:p>
            <a:endParaRPr lang="uk-UA"/>
          </a:p>
        </p:txBody>
      </p:sp>
      <p:sp>
        <p:nvSpPr>
          <p:cNvPr id="538" name="line538"/>
          <p:cNvSpPr/>
          <p:nvPr/>
        </p:nvSpPr>
        <p:spPr>
          <a:xfrm flipH="1">
            <a:off x="8312868" y="2036118"/>
            <a:ext cx="115023" cy="89820"/>
          </a:xfrm>
          <a:prstGeom prst="line">
            <a:avLst/>
          </a:prstGeom>
          <a:noFill/>
          <a:ln w="14604">
            <a:solidFill>
              <a:srgbClr val="FFFFFF"/>
            </a:solidFill>
            <a:prstDash val="solid"/>
          </a:ln>
        </p:spPr>
        <p:txBody>
          <a:bodyPr/>
          <a:lstStyle/>
          <a:p>
            <a:endParaRPr lang="uk-UA"/>
          </a:p>
        </p:txBody>
      </p:sp>
      <p:sp>
        <p:nvSpPr>
          <p:cNvPr id="539" name="line539"/>
          <p:cNvSpPr/>
          <p:nvPr/>
        </p:nvSpPr>
        <p:spPr>
          <a:xfrm flipH="1" flipV="1">
            <a:off x="8316261" y="2068181"/>
            <a:ext cx="7562" cy="49203"/>
          </a:xfrm>
          <a:prstGeom prst="line">
            <a:avLst/>
          </a:prstGeom>
          <a:noFill/>
          <a:ln w="13335">
            <a:solidFill>
              <a:srgbClr val="FFFFFF"/>
            </a:solidFill>
            <a:prstDash val="solid"/>
          </a:ln>
        </p:spPr>
        <p:txBody>
          <a:bodyPr/>
          <a:lstStyle/>
          <a:p>
            <a:endParaRPr lang="uk-UA"/>
          </a:p>
        </p:txBody>
      </p:sp>
      <p:sp>
        <p:nvSpPr>
          <p:cNvPr id="540" name="line540"/>
          <p:cNvSpPr/>
          <p:nvPr/>
        </p:nvSpPr>
        <p:spPr>
          <a:xfrm flipH="1">
            <a:off x="8317870" y="2243379"/>
            <a:ext cx="105020" cy="101335"/>
          </a:xfrm>
          <a:prstGeom prst="line">
            <a:avLst/>
          </a:prstGeom>
          <a:noFill/>
          <a:ln w="14604">
            <a:solidFill>
              <a:srgbClr val="FFFFFF"/>
            </a:solidFill>
            <a:prstDash val="solid"/>
          </a:ln>
        </p:spPr>
        <p:txBody>
          <a:bodyPr/>
          <a:lstStyle/>
          <a:p>
            <a:endParaRPr lang="uk-UA"/>
          </a:p>
        </p:txBody>
      </p:sp>
      <p:sp>
        <p:nvSpPr>
          <p:cNvPr id="541" name="line541"/>
          <p:cNvSpPr/>
          <p:nvPr/>
        </p:nvSpPr>
        <p:spPr>
          <a:xfrm flipH="1" flipV="1">
            <a:off x="8315216" y="2286918"/>
            <a:ext cx="12656" cy="48145"/>
          </a:xfrm>
          <a:prstGeom prst="line">
            <a:avLst/>
          </a:prstGeom>
          <a:noFill/>
          <a:ln w="13335">
            <a:solidFill>
              <a:srgbClr val="FFFFFF"/>
            </a:solidFill>
            <a:prstDash val="solid"/>
          </a:ln>
        </p:spPr>
        <p:txBody>
          <a:bodyPr/>
          <a:lstStyle/>
          <a:p>
            <a:endParaRPr lang="uk-UA"/>
          </a:p>
        </p:txBody>
      </p:sp>
      <p:sp>
        <p:nvSpPr>
          <p:cNvPr id="542" name="line542"/>
          <p:cNvSpPr/>
          <p:nvPr/>
        </p:nvSpPr>
        <p:spPr>
          <a:xfrm flipH="1" flipV="1">
            <a:off x="8331469" y="2271235"/>
            <a:ext cx="12656" cy="48145"/>
          </a:xfrm>
          <a:prstGeom prst="line">
            <a:avLst/>
          </a:prstGeom>
          <a:noFill/>
          <a:ln w="13335">
            <a:solidFill>
              <a:srgbClr val="FFFFFF"/>
            </a:solidFill>
            <a:prstDash val="solid"/>
          </a:ln>
        </p:spPr>
        <p:txBody>
          <a:bodyPr/>
          <a:lstStyle/>
          <a:p>
            <a:endParaRPr lang="uk-UA"/>
          </a:p>
        </p:txBody>
      </p:sp>
      <p:sp>
        <p:nvSpPr>
          <p:cNvPr id="543" name="line543"/>
          <p:cNvSpPr/>
          <p:nvPr/>
        </p:nvSpPr>
        <p:spPr>
          <a:xfrm flipH="1">
            <a:off x="8366561" y="2400912"/>
            <a:ext cx="7638" cy="145738"/>
          </a:xfrm>
          <a:prstGeom prst="line">
            <a:avLst/>
          </a:prstGeom>
          <a:noFill/>
          <a:ln w="14604">
            <a:solidFill>
              <a:srgbClr val="FFFFFF"/>
            </a:solidFill>
            <a:prstDash val="solid"/>
          </a:ln>
        </p:spPr>
        <p:txBody>
          <a:bodyPr/>
          <a:lstStyle/>
          <a:p>
            <a:endParaRPr lang="uk-UA"/>
          </a:p>
        </p:txBody>
      </p:sp>
      <p:sp>
        <p:nvSpPr>
          <p:cNvPr id="544" name="line544"/>
          <p:cNvSpPr/>
          <p:nvPr/>
        </p:nvSpPr>
        <p:spPr>
          <a:xfrm flipH="1" flipV="1">
            <a:off x="8325186" y="2506208"/>
            <a:ext cx="42102" cy="26563"/>
          </a:xfrm>
          <a:prstGeom prst="line">
            <a:avLst/>
          </a:prstGeom>
          <a:noFill/>
          <a:ln w="13335">
            <a:solidFill>
              <a:srgbClr val="FFFFFF"/>
            </a:solidFill>
            <a:prstDash val="solid"/>
          </a:ln>
        </p:spPr>
        <p:txBody>
          <a:bodyPr/>
          <a:lstStyle/>
          <a:p>
            <a:endParaRPr lang="uk-UA"/>
          </a:p>
        </p:txBody>
      </p:sp>
      <p:sp>
        <p:nvSpPr>
          <p:cNvPr id="545" name="line545"/>
          <p:cNvSpPr/>
          <p:nvPr/>
        </p:nvSpPr>
        <p:spPr>
          <a:xfrm flipH="1">
            <a:off x="8814100" y="2025090"/>
            <a:ext cx="93710" cy="111877"/>
          </a:xfrm>
          <a:prstGeom prst="line">
            <a:avLst/>
          </a:prstGeom>
          <a:noFill/>
          <a:ln w="14604">
            <a:solidFill>
              <a:srgbClr val="FFFFFF"/>
            </a:solidFill>
            <a:prstDash val="solid"/>
          </a:ln>
        </p:spPr>
        <p:txBody>
          <a:bodyPr/>
          <a:lstStyle/>
          <a:p>
            <a:endParaRPr lang="uk-UA"/>
          </a:p>
        </p:txBody>
      </p:sp>
      <p:sp>
        <p:nvSpPr>
          <p:cNvPr id="546" name="line546"/>
          <p:cNvSpPr/>
          <p:nvPr/>
        </p:nvSpPr>
        <p:spPr>
          <a:xfrm flipH="1" flipV="1">
            <a:off x="8805347" y="2079776"/>
            <a:ext cx="17678" cy="46536"/>
          </a:xfrm>
          <a:prstGeom prst="line">
            <a:avLst/>
          </a:prstGeom>
          <a:noFill/>
          <a:ln w="13335">
            <a:solidFill>
              <a:srgbClr val="FFFFFF"/>
            </a:solidFill>
            <a:prstDash val="solid"/>
          </a:ln>
        </p:spPr>
        <p:txBody>
          <a:bodyPr/>
          <a:lstStyle/>
          <a:p>
            <a:endParaRPr lang="uk-UA"/>
          </a:p>
        </p:txBody>
      </p:sp>
      <p:sp>
        <p:nvSpPr>
          <p:cNvPr id="547" name="line547"/>
          <p:cNvSpPr/>
          <p:nvPr/>
        </p:nvSpPr>
        <p:spPr>
          <a:xfrm flipH="1" flipV="1">
            <a:off x="8819849" y="2062461"/>
            <a:ext cx="17678" cy="46536"/>
          </a:xfrm>
          <a:prstGeom prst="line">
            <a:avLst/>
          </a:prstGeom>
          <a:noFill/>
          <a:ln w="13335">
            <a:solidFill>
              <a:srgbClr val="FFFFFF"/>
            </a:solidFill>
            <a:prstDash val="solid"/>
          </a:ln>
        </p:spPr>
        <p:txBody>
          <a:bodyPr/>
          <a:lstStyle/>
          <a:p>
            <a:endParaRPr lang="uk-UA"/>
          </a:p>
        </p:txBody>
      </p:sp>
      <p:sp>
        <p:nvSpPr>
          <p:cNvPr id="548" name="line548"/>
          <p:cNvSpPr/>
          <p:nvPr/>
        </p:nvSpPr>
        <p:spPr>
          <a:xfrm flipH="1">
            <a:off x="8818387" y="2234781"/>
            <a:ext cx="85136" cy="118532"/>
          </a:xfrm>
          <a:prstGeom prst="line">
            <a:avLst/>
          </a:prstGeom>
          <a:noFill/>
          <a:ln w="14604">
            <a:solidFill>
              <a:srgbClr val="FFFFFF"/>
            </a:solidFill>
            <a:prstDash val="solid"/>
          </a:ln>
        </p:spPr>
        <p:txBody>
          <a:bodyPr/>
          <a:lstStyle/>
          <a:p>
            <a:endParaRPr lang="uk-UA"/>
          </a:p>
        </p:txBody>
      </p:sp>
      <p:sp>
        <p:nvSpPr>
          <p:cNvPr id="549" name="line549"/>
          <p:cNvSpPr/>
          <p:nvPr/>
        </p:nvSpPr>
        <p:spPr>
          <a:xfrm flipH="1" flipV="1">
            <a:off x="8805407" y="2296931"/>
            <a:ext cx="21088" cy="45093"/>
          </a:xfrm>
          <a:prstGeom prst="line">
            <a:avLst/>
          </a:prstGeom>
          <a:noFill/>
          <a:ln w="13335">
            <a:solidFill>
              <a:srgbClr val="FFFFFF"/>
            </a:solidFill>
            <a:prstDash val="solid"/>
          </a:ln>
        </p:spPr>
        <p:txBody>
          <a:bodyPr/>
          <a:lstStyle/>
          <a:p>
            <a:endParaRPr lang="uk-UA"/>
          </a:p>
        </p:txBody>
      </p:sp>
      <p:sp>
        <p:nvSpPr>
          <p:cNvPr id="550" name="line550"/>
          <p:cNvSpPr/>
          <p:nvPr/>
        </p:nvSpPr>
        <p:spPr>
          <a:xfrm flipH="1">
            <a:off x="8823373" y="2411234"/>
            <a:ext cx="75164" cy="125093"/>
          </a:xfrm>
          <a:prstGeom prst="line">
            <a:avLst/>
          </a:prstGeom>
          <a:noFill/>
          <a:ln w="14604">
            <a:solidFill>
              <a:srgbClr val="FFFFFF"/>
            </a:solidFill>
            <a:prstDash val="solid"/>
          </a:ln>
        </p:spPr>
        <p:txBody>
          <a:bodyPr/>
          <a:lstStyle/>
          <a:p>
            <a:endParaRPr lang="uk-UA"/>
          </a:p>
        </p:txBody>
      </p:sp>
      <p:sp>
        <p:nvSpPr>
          <p:cNvPr id="551" name="line551"/>
          <p:cNvSpPr/>
          <p:nvPr/>
        </p:nvSpPr>
        <p:spPr>
          <a:xfrm flipH="1" flipV="1">
            <a:off x="8805829" y="2481195"/>
            <a:ext cx="24703" cy="43219"/>
          </a:xfrm>
          <a:prstGeom prst="line">
            <a:avLst/>
          </a:prstGeom>
          <a:noFill/>
          <a:ln w="13335">
            <a:solidFill>
              <a:srgbClr val="FFFFFF"/>
            </a:solidFill>
            <a:prstDash val="solid"/>
          </a:ln>
        </p:spPr>
        <p:txBody>
          <a:bodyPr/>
          <a:lstStyle/>
          <a:p>
            <a:endParaRPr lang="uk-UA"/>
          </a:p>
        </p:txBody>
      </p:sp>
      <p:sp>
        <p:nvSpPr>
          <p:cNvPr id="552" name="line552"/>
          <p:cNvSpPr/>
          <p:nvPr/>
        </p:nvSpPr>
        <p:spPr>
          <a:xfrm flipH="1">
            <a:off x="9299142" y="2030235"/>
            <a:ext cx="104778" cy="101585"/>
          </a:xfrm>
          <a:prstGeom prst="line">
            <a:avLst/>
          </a:prstGeom>
          <a:noFill/>
          <a:ln w="14604">
            <a:solidFill>
              <a:srgbClr val="FFFFFF"/>
            </a:solidFill>
            <a:prstDash val="solid"/>
          </a:ln>
        </p:spPr>
        <p:txBody>
          <a:bodyPr/>
          <a:lstStyle/>
          <a:p>
            <a:endParaRPr lang="uk-UA"/>
          </a:p>
        </p:txBody>
      </p:sp>
      <p:sp>
        <p:nvSpPr>
          <p:cNvPr id="553" name="line553"/>
          <p:cNvSpPr/>
          <p:nvPr/>
        </p:nvSpPr>
        <p:spPr>
          <a:xfrm flipH="1" flipV="1">
            <a:off x="9296350" y="2074031"/>
            <a:ext cx="12771" cy="48115"/>
          </a:xfrm>
          <a:prstGeom prst="line">
            <a:avLst/>
          </a:prstGeom>
          <a:noFill/>
          <a:ln w="13335">
            <a:solidFill>
              <a:srgbClr val="FFFFFF"/>
            </a:solidFill>
            <a:prstDash val="solid"/>
          </a:ln>
        </p:spPr>
        <p:txBody>
          <a:bodyPr/>
          <a:lstStyle/>
          <a:p>
            <a:endParaRPr lang="uk-UA"/>
          </a:p>
        </p:txBody>
      </p:sp>
      <p:sp>
        <p:nvSpPr>
          <p:cNvPr id="554" name="line554"/>
          <p:cNvSpPr/>
          <p:nvPr/>
        </p:nvSpPr>
        <p:spPr>
          <a:xfrm flipH="1" flipV="1">
            <a:off x="9312565" y="2058310"/>
            <a:ext cx="12771" cy="48115"/>
          </a:xfrm>
          <a:prstGeom prst="line">
            <a:avLst/>
          </a:prstGeom>
          <a:noFill/>
          <a:ln w="13335">
            <a:solidFill>
              <a:srgbClr val="FFFFFF"/>
            </a:solidFill>
            <a:prstDash val="solid"/>
          </a:ln>
        </p:spPr>
        <p:txBody>
          <a:bodyPr/>
          <a:lstStyle/>
          <a:p>
            <a:endParaRPr lang="uk-UA"/>
          </a:p>
        </p:txBody>
      </p:sp>
      <p:sp>
        <p:nvSpPr>
          <p:cNvPr id="555" name="line555"/>
          <p:cNvSpPr/>
          <p:nvPr/>
        </p:nvSpPr>
        <p:spPr>
          <a:xfrm flipH="1">
            <a:off x="9310009" y="2234043"/>
            <a:ext cx="83044" cy="120007"/>
          </a:xfrm>
          <a:prstGeom prst="line">
            <a:avLst/>
          </a:prstGeom>
          <a:noFill/>
          <a:ln w="14604">
            <a:solidFill>
              <a:srgbClr val="FFFFFF"/>
            </a:solidFill>
            <a:prstDash val="solid"/>
          </a:ln>
        </p:spPr>
        <p:txBody>
          <a:bodyPr/>
          <a:lstStyle/>
          <a:p>
            <a:endParaRPr lang="uk-UA"/>
          </a:p>
        </p:txBody>
      </p:sp>
      <p:sp>
        <p:nvSpPr>
          <p:cNvPr id="556" name="line556"/>
          <p:cNvSpPr/>
          <p:nvPr/>
        </p:nvSpPr>
        <p:spPr>
          <a:xfrm flipH="1" flipV="1">
            <a:off x="9296042" y="2297905"/>
            <a:ext cx="21876" cy="44717"/>
          </a:xfrm>
          <a:prstGeom prst="line">
            <a:avLst/>
          </a:prstGeom>
          <a:noFill/>
          <a:ln w="13335">
            <a:solidFill>
              <a:srgbClr val="FFFFFF"/>
            </a:solidFill>
            <a:prstDash val="solid"/>
          </a:ln>
        </p:spPr>
        <p:txBody>
          <a:bodyPr/>
          <a:lstStyle/>
          <a:p>
            <a:endParaRPr lang="uk-UA"/>
          </a:p>
        </p:txBody>
      </p:sp>
      <p:sp>
        <p:nvSpPr>
          <p:cNvPr id="557" name="line557"/>
          <p:cNvSpPr/>
          <p:nvPr/>
        </p:nvSpPr>
        <p:spPr>
          <a:xfrm flipH="1" flipV="1">
            <a:off x="9308894" y="2279332"/>
            <a:ext cx="21876" cy="44717"/>
          </a:xfrm>
          <a:prstGeom prst="line">
            <a:avLst/>
          </a:prstGeom>
          <a:noFill/>
          <a:ln w="13335">
            <a:solidFill>
              <a:srgbClr val="FFFFFF"/>
            </a:solidFill>
            <a:prstDash val="solid"/>
          </a:ln>
        </p:spPr>
        <p:txBody>
          <a:bodyPr/>
          <a:lstStyle/>
          <a:p>
            <a:endParaRPr lang="uk-UA"/>
          </a:p>
        </p:txBody>
      </p:sp>
      <p:sp>
        <p:nvSpPr>
          <p:cNvPr id="558" name="line558"/>
          <p:cNvSpPr/>
          <p:nvPr/>
        </p:nvSpPr>
        <p:spPr>
          <a:xfrm flipH="1">
            <a:off x="9341375" y="2401522"/>
            <a:ext cx="20311" cy="144518"/>
          </a:xfrm>
          <a:prstGeom prst="line">
            <a:avLst/>
          </a:prstGeom>
          <a:noFill/>
          <a:ln w="14604">
            <a:solidFill>
              <a:srgbClr val="FFFFFF"/>
            </a:solidFill>
            <a:prstDash val="solid"/>
          </a:ln>
        </p:spPr>
        <p:txBody>
          <a:bodyPr/>
          <a:lstStyle/>
          <a:p>
            <a:endParaRPr lang="uk-UA"/>
          </a:p>
        </p:txBody>
      </p:sp>
      <p:sp>
        <p:nvSpPr>
          <p:cNvPr id="559" name="line559"/>
          <p:cNvSpPr/>
          <p:nvPr/>
        </p:nvSpPr>
        <p:spPr>
          <a:xfrm flipH="1" flipV="1">
            <a:off x="9303684" y="2502145"/>
            <a:ext cx="39626" cy="30131"/>
          </a:xfrm>
          <a:prstGeom prst="line">
            <a:avLst/>
          </a:prstGeom>
          <a:noFill/>
          <a:ln w="13335">
            <a:solidFill>
              <a:srgbClr val="FFFFFF"/>
            </a:solidFill>
            <a:prstDash val="solid"/>
          </a:ln>
        </p:spPr>
        <p:txBody>
          <a:bodyPr/>
          <a:lstStyle/>
          <a:p>
            <a:endParaRPr lang="uk-UA"/>
          </a:p>
        </p:txBody>
      </p:sp>
      <p:sp>
        <p:nvSpPr>
          <p:cNvPr id="560" name="line560"/>
          <p:cNvSpPr/>
          <p:nvPr/>
        </p:nvSpPr>
        <p:spPr>
          <a:xfrm flipH="1">
            <a:off x="9774232" y="2054240"/>
            <a:ext cx="135748" cy="53577"/>
          </a:xfrm>
          <a:prstGeom prst="line">
            <a:avLst/>
          </a:prstGeom>
          <a:noFill/>
          <a:ln w="14604">
            <a:solidFill>
              <a:srgbClr val="FFFFFF"/>
            </a:solidFill>
            <a:prstDash val="solid"/>
          </a:ln>
        </p:spPr>
        <p:txBody>
          <a:bodyPr/>
          <a:lstStyle/>
          <a:p>
            <a:endParaRPr lang="uk-UA"/>
          </a:p>
        </p:txBody>
      </p:sp>
      <p:sp>
        <p:nvSpPr>
          <p:cNvPr id="561" name="line561"/>
          <p:cNvSpPr/>
          <p:nvPr/>
        </p:nvSpPr>
        <p:spPr>
          <a:xfrm flipV="1">
            <a:off x="9787161" y="2053383"/>
            <a:ext cx="6679" cy="49331"/>
          </a:xfrm>
          <a:prstGeom prst="line">
            <a:avLst/>
          </a:prstGeom>
          <a:noFill/>
          <a:ln w="13335">
            <a:solidFill>
              <a:srgbClr val="FFFFFF"/>
            </a:solidFill>
            <a:prstDash val="solid"/>
          </a:ln>
        </p:spPr>
        <p:txBody>
          <a:bodyPr/>
          <a:lstStyle/>
          <a:p>
            <a:endParaRPr lang="uk-UA"/>
          </a:p>
        </p:txBody>
      </p:sp>
      <p:sp>
        <p:nvSpPr>
          <p:cNvPr id="562" name="line562"/>
          <p:cNvSpPr/>
          <p:nvPr/>
        </p:nvSpPr>
        <p:spPr>
          <a:xfrm flipV="1">
            <a:off x="9808169" y="2045092"/>
            <a:ext cx="6679" cy="49331"/>
          </a:xfrm>
          <a:prstGeom prst="line">
            <a:avLst/>
          </a:prstGeom>
          <a:noFill/>
          <a:ln w="13335">
            <a:solidFill>
              <a:srgbClr val="FFFFFF"/>
            </a:solidFill>
            <a:prstDash val="solid"/>
          </a:ln>
        </p:spPr>
        <p:txBody>
          <a:bodyPr/>
          <a:lstStyle/>
          <a:p>
            <a:endParaRPr lang="uk-UA"/>
          </a:p>
        </p:txBody>
      </p:sp>
      <p:sp>
        <p:nvSpPr>
          <p:cNvPr id="563" name="line563"/>
          <p:cNvSpPr/>
          <p:nvPr/>
        </p:nvSpPr>
        <p:spPr>
          <a:xfrm flipH="1">
            <a:off x="9774687" y="2266135"/>
            <a:ext cx="134840" cy="55823"/>
          </a:xfrm>
          <a:prstGeom prst="line">
            <a:avLst/>
          </a:prstGeom>
          <a:noFill/>
          <a:ln w="14604">
            <a:solidFill>
              <a:srgbClr val="FFFFFF"/>
            </a:solidFill>
            <a:prstDash val="solid"/>
          </a:ln>
        </p:spPr>
        <p:txBody>
          <a:bodyPr/>
          <a:lstStyle/>
          <a:p>
            <a:endParaRPr lang="uk-UA"/>
          </a:p>
        </p:txBody>
      </p:sp>
      <p:sp>
        <p:nvSpPr>
          <p:cNvPr id="564" name="line564"/>
          <p:cNvSpPr/>
          <p:nvPr/>
        </p:nvSpPr>
        <p:spPr>
          <a:xfrm flipV="1">
            <a:off x="9787528" y="2267207"/>
            <a:ext cx="5859" cy="49435"/>
          </a:xfrm>
          <a:prstGeom prst="line">
            <a:avLst/>
          </a:prstGeom>
          <a:noFill/>
          <a:ln w="13335">
            <a:solidFill>
              <a:srgbClr val="FFFFFF"/>
            </a:solidFill>
            <a:prstDash val="solid"/>
          </a:ln>
        </p:spPr>
        <p:txBody>
          <a:bodyPr/>
          <a:lstStyle/>
          <a:p>
            <a:endParaRPr lang="uk-UA"/>
          </a:p>
        </p:txBody>
      </p:sp>
      <p:sp>
        <p:nvSpPr>
          <p:cNvPr id="565" name="line565"/>
          <p:cNvSpPr/>
          <p:nvPr/>
        </p:nvSpPr>
        <p:spPr>
          <a:xfrm flipV="1">
            <a:off x="9808396" y="2258568"/>
            <a:ext cx="5859" cy="49435"/>
          </a:xfrm>
          <a:prstGeom prst="line">
            <a:avLst/>
          </a:prstGeom>
          <a:noFill/>
          <a:ln w="13335">
            <a:solidFill>
              <a:srgbClr val="FFFFFF"/>
            </a:solidFill>
            <a:prstDash val="solid"/>
          </a:ln>
        </p:spPr>
        <p:txBody>
          <a:bodyPr/>
          <a:lstStyle/>
          <a:p>
            <a:endParaRPr lang="uk-UA"/>
          </a:p>
        </p:txBody>
      </p:sp>
      <p:sp>
        <p:nvSpPr>
          <p:cNvPr id="566" name="line566"/>
          <p:cNvSpPr/>
          <p:nvPr/>
        </p:nvSpPr>
        <p:spPr>
          <a:xfrm flipH="1">
            <a:off x="9820772" y="2404000"/>
            <a:ext cx="42668" cy="139561"/>
          </a:xfrm>
          <a:prstGeom prst="line">
            <a:avLst/>
          </a:prstGeom>
          <a:noFill/>
          <a:ln w="14604">
            <a:solidFill>
              <a:srgbClr val="FFFFFF"/>
            </a:solidFill>
            <a:prstDash val="solid"/>
          </a:ln>
        </p:spPr>
        <p:txBody>
          <a:bodyPr/>
          <a:lstStyle/>
          <a:p>
            <a:endParaRPr lang="uk-UA"/>
          </a:p>
        </p:txBody>
      </p:sp>
      <p:sp>
        <p:nvSpPr>
          <p:cNvPr id="567" name="line567"/>
          <p:cNvSpPr/>
          <p:nvPr/>
        </p:nvSpPr>
        <p:spPr>
          <a:xfrm flipH="1" flipV="1">
            <a:off x="9790411" y="2494311"/>
            <a:ext cx="34425" cy="35959"/>
          </a:xfrm>
          <a:prstGeom prst="line">
            <a:avLst/>
          </a:prstGeom>
          <a:noFill/>
          <a:ln w="13335">
            <a:solidFill>
              <a:srgbClr val="FFFFFF"/>
            </a:solidFill>
            <a:prstDash val="solid"/>
          </a:ln>
        </p:spPr>
        <p:txBody>
          <a:bodyPr/>
          <a:lstStyle/>
          <a:p>
            <a:endParaRPr lang="uk-UA"/>
          </a:p>
        </p:txBody>
      </p:sp>
      <p:sp>
        <p:nvSpPr>
          <p:cNvPr id="568" name="line568"/>
          <p:cNvSpPr/>
          <p:nvPr/>
        </p:nvSpPr>
        <p:spPr>
          <a:xfrm flipH="1">
            <a:off x="10265173" y="2053334"/>
            <a:ext cx="135019" cy="55389"/>
          </a:xfrm>
          <a:prstGeom prst="line">
            <a:avLst/>
          </a:prstGeom>
          <a:noFill/>
          <a:ln w="14604">
            <a:solidFill>
              <a:srgbClr val="FFFFFF"/>
            </a:solidFill>
            <a:prstDash val="solid"/>
          </a:ln>
        </p:spPr>
        <p:txBody>
          <a:bodyPr/>
          <a:lstStyle/>
          <a:p>
            <a:endParaRPr lang="uk-UA"/>
          </a:p>
        </p:txBody>
      </p:sp>
      <p:sp>
        <p:nvSpPr>
          <p:cNvPr id="569" name="line569"/>
          <p:cNvSpPr/>
          <p:nvPr/>
        </p:nvSpPr>
        <p:spPr>
          <a:xfrm flipV="1">
            <a:off x="10278032" y="2054032"/>
            <a:ext cx="6018" cy="49416"/>
          </a:xfrm>
          <a:prstGeom prst="line">
            <a:avLst/>
          </a:prstGeom>
          <a:noFill/>
          <a:ln w="13335">
            <a:solidFill>
              <a:srgbClr val="FFFFFF"/>
            </a:solidFill>
            <a:prstDash val="solid"/>
          </a:ln>
        </p:spPr>
        <p:txBody>
          <a:bodyPr/>
          <a:lstStyle/>
          <a:p>
            <a:endParaRPr lang="uk-UA"/>
          </a:p>
        </p:txBody>
      </p:sp>
      <p:sp>
        <p:nvSpPr>
          <p:cNvPr id="570" name="line570"/>
          <p:cNvSpPr/>
          <p:nvPr/>
        </p:nvSpPr>
        <p:spPr>
          <a:xfrm flipV="1">
            <a:off x="10298927" y="2045460"/>
            <a:ext cx="6018" cy="49416"/>
          </a:xfrm>
          <a:prstGeom prst="line">
            <a:avLst/>
          </a:prstGeom>
          <a:noFill/>
          <a:ln w="13335">
            <a:solidFill>
              <a:srgbClr val="FFFFFF"/>
            </a:solidFill>
            <a:prstDash val="solid"/>
          </a:ln>
        </p:spPr>
        <p:txBody>
          <a:bodyPr/>
          <a:lstStyle/>
          <a:p>
            <a:endParaRPr lang="uk-UA"/>
          </a:p>
        </p:txBody>
      </p:sp>
      <p:sp>
        <p:nvSpPr>
          <p:cNvPr id="571" name="line571"/>
          <p:cNvSpPr/>
          <p:nvPr/>
        </p:nvSpPr>
        <p:spPr>
          <a:xfrm flipH="1">
            <a:off x="10262029" y="2275808"/>
            <a:ext cx="141306" cy="36477"/>
          </a:xfrm>
          <a:prstGeom prst="line">
            <a:avLst/>
          </a:prstGeom>
          <a:noFill/>
          <a:ln w="14604">
            <a:solidFill>
              <a:srgbClr val="FFFFFF"/>
            </a:solidFill>
            <a:prstDash val="solid"/>
          </a:ln>
        </p:spPr>
        <p:txBody>
          <a:bodyPr/>
          <a:lstStyle/>
          <a:p>
            <a:endParaRPr lang="uk-UA"/>
          </a:p>
        </p:txBody>
      </p:sp>
      <p:sp>
        <p:nvSpPr>
          <p:cNvPr id="572" name="line572"/>
          <p:cNvSpPr/>
          <p:nvPr/>
        </p:nvSpPr>
        <p:spPr>
          <a:xfrm flipV="1">
            <a:off x="10275487" y="2260676"/>
            <a:ext cx="12695" cy="48135"/>
          </a:xfrm>
          <a:prstGeom prst="line">
            <a:avLst/>
          </a:prstGeom>
          <a:noFill/>
          <a:ln w="13335">
            <a:solidFill>
              <a:srgbClr val="FFFFFF"/>
            </a:solidFill>
            <a:prstDash val="solid"/>
          </a:ln>
        </p:spPr>
        <p:txBody>
          <a:bodyPr/>
          <a:lstStyle/>
          <a:p>
            <a:endParaRPr lang="uk-UA"/>
          </a:p>
        </p:txBody>
      </p:sp>
      <p:sp>
        <p:nvSpPr>
          <p:cNvPr id="573" name="line573"/>
          <p:cNvSpPr/>
          <p:nvPr/>
        </p:nvSpPr>
        <p:spPr>
          <a:xfrm flipV="1">
            <a:off x="10297355" y="2255031"/>
            <a:ext cx="12695" cy="48135"/>
          </a:xfrm>
          <a:prstGeom prst="line">
            <a:avLst/>
          </a:prstGeom>
          <a:noFill/>
          <a:ln w="13335">
            <a:solidFill>
              <a:srgbClr val="FFFFFF"/>
            </a:solidFill>
            <a:prstDash val="solid"/>
          </a:ln>
        </p:spPr>
        <p:txBody>
          <a:bodyPr/>
          <a:lstStyle/>
          <a:p>
            <a:endParaRPr lang="uk-UA"/>
          </a:p>
        </p:txBody>
      </p:sp>
      <p:sp>
        <p:nvSpPr>
          <p:cNvPr id="574" name="line574"/>
          <p:cNvSpPr/>
          <p:nvPr/>
        </p:nvSpPr>
        <p:spPr>
          <a:xfrm flipH="1">
            <a:off x="10290829" y="2414008"/>
            <a:ext cx="83707" cy="119546"/>
          </a:xfrm>
          <a:prstGeom prst="line">
            <a:avLst/>
          </a:prstGeom>
          <a:noFill/>
          <a:ln w="14604">
            <a:solidFill>
              <a:srgbClr val="FFFFFF"/>
            </a:solidFill>
            <a:prstDash val="solid"/>
          </a:ln>
        </p:spPr>
        <p:txBody>
          <a:bodyPr/>
          <a:lstStyle/>
          <a:p>
            <a:endParaRPr lang="uk-UA"/>
          </a:p>
        </p:txBody>
      </p:sp>
      <p:sp>
        <p:nvSpPr>
          <p:cNvPr id="575" name="line575"/>
          <p:cNvSpPr/>
          <p:nvPr/>
        </p:nvSpPr>
        <p:spPr>
          <a:xfrm flipH="1" flipV="1">
            <a:off x="10277173" y="2477332"/>
            <a:ext cx="21628" cy="44837"/>
          </a:xfrm>
          <a:prstGeom prst="line">
            <a:avLst/>
          </a:prstGeom>
          <a:noFill/>
          <a:ln w="13335">
            <a:solidFill>
              <a:srgbClr val="FFFFFF"/>
            </a:solidFill>
            <a:prstDash val="solid"/>
          </a:ln>
        </p:spPr>
        <p:txBody>
          <a:bodyPr/>
          <a:lstStyle/>
          <a:p>
            <a:endParaRPr lang="uk-UA"/>
          </a:p>
        </p:txBody>
      </p:sp>
      <p:sp>
        <p:nvSpPr>
          <p:cNvPr id="576" name="line576"/>
          <p:cNvSpPr/>
          <p:nvPr/>
        </p:nvSpPr>
        <p:spPr>
          <a:xfrm flipH="1">
            <a:off x="10795302" y="2013626"/>
            <a:ext cx="55911" cy="134803"/>
          </a:xfrm>
          <a:prstGeom prst="line">
            <a:avLst/>
          </a:prstGeom>
          <a:noFill/>
          <a:ln w="14604">
            <a:solidFill>
              <a:srgbClr val="FFFFFF"/>
            </a:solidFill>
            <a:prstDash val="solid"/>
          </a:ln>
        </p:spPr>
        <p:txBody>
          <a:bodyPr/>
          <a:lstStyle/>
          <a:p>
            <a:endParaRPr lang="uk-UA"/>
          </a:p>
        </p:txBody>
      </p:sp>
      <p:sp>
        <p:nvSpPr>
          <p:cNvPr id="577" name="line577"/>
          <p:cNvSpPr/>
          <p:nvPr/>
        </p:nvSpPr>
        <p:spPr>
          <a:xfrm flipH="1" flipV="1">
            <a:off x="10769825" y="2096484"/>
            <a:ext cx="30802" cy="39107"/>
          </a:xfrm>
          <a:prstGeom prst="line">
            <a:avLst/>
          </a:prstGeom>
          <a:noFill/>
          <a:ln w="13335">
            <a:solidFill>
              <a:srgbClr val="FFFFFF"/>
            </a:solidFill>
            <a:prstDash val="solid"/>
          </a:ln>
        </p:spPr>
        <p:txBody>
          <a:bodyPr/>
          <a:lstStyle/>
          <a:p>
            <a:endParaRPr lang="uk-UA"/>
          </a:p>
        </p:txBody>
      </p:sp>
      <p:sp>
        <p:nvSpPr>
          <p:cNvPr id="578" name="line578"/>
          <p:cNvSpPr/>
          <p:nvPr/>
        </p:nvSpPr>
        <p:spPr>
          <a:xfrm flipH="1">
            <a:off x="10798818" y="2225292"/>
            <a:ext cx="48880" cy="137509"/>
          </a:xfrm>
          <a:prstGeom prst="line">
            <a:avLst/>
          </a:prstGeom>
          <a:noFill/>
          <a:ln w="14604">
            <a:solidFill>
              <a:srgbClr val="FFFFFF"/>
            </a:solidFill>
            <a:prstDash val="solid"/>
          </a:ln>
        </p:spPr>
        <p:txBody>
          <a:bodyPr/>
          <a:lstStyle/>
          <a:p>
            <a:endParaRPr lang="uk-UA"/>
          </a:p>
        </p:txBody>
      </p:sp>
      <p:sp>
        <p:nvSpPr>
          <p:cNvPr id="579" name="line579"/>
          <p:cNvSpPr/>
          <p:nvPr/>
        </p:nvSpPr>
        <p:spPr>
          <a:xfrm flipH="1" flipV="1">
            <a:off x="10770694" y="2312239"/>
            <a:ext cx="32779" cy="37466"/>
          </a:xfrm>
          <a:prstGeom prst="line">
            <a:avLst/>
          </a:prstGeom>
          <a:noFill/>
          <a:ln w="13335">
            <a:solidFill>
              <a:srgbClr val="FFFFFF"/>
            </a:solidFill>
            <a:prstDash val="solid"/>
          </a:ln>
        </p:spPr>
        <p:txBody>
          <a:bodyPr/>
          <a:lstStyle/>
          <a:p>
            <a:endParaRPr lang="uk-UA"/>
          </a:p>
        </p:txBody>
      </p:sp>
      <p:sp>
        <p:nvSpPr>
          <p:cNvPr id="580" name="line580"/>
          <p:cNvSpPr/>
          <p:nvPr/>
        </p:nvSpPr>
        <p:spPr>
          <a:xfrm flipH="1">
            <a:off x="10801923" y="2404000"/>
            <a:ext cx="42668" cy="139561"/>
          </a:xfrm>
          <a:prstGeom prst="line">
            <a:avLst/>
          </a:prstGeom>
          <a:noFill/>
          <a:ln w="14604">
            <a:solidFill>
              <a:srgbClr val="FFFFFF"/>
            </a:solidFill>
            <a:prstDash val="solid"/>
          </a:ln>
        </p:spPr>
        <p:txBody>
          <a:bodyPr/>
          <a:lstStyle/>
          <a:p>
            <a:endParaRPr lang="uk-UA"/>
          </a:p>
        </p:txBody>
      </p:sp>
      <p:sp>
        <p:nvSpPr>
          <p:cNvPr id="581" name="line581"/>
          <p:cNvSpPr/>
          <p:nvPr/>
        </p:nvSpPr>
        <p:spPr>
          <a:xfrm flipH="1" flipV="1">
            <a:off x="10771562" y="2494311"/>
            <a:ext cx="34425" cy="35959"/>
          </a:xfrm>
          <a:prstGeom prst="line">
            <a:avLst/>
          </a:prstGeom>
          <a:noFill/>
          <a:ln w="13335">
            <a:solidFill>
              <a:srgbClr val="FFFFFF"/>
            </a:solidFill>
            <a:prstDash val="solid"/>
          </a:ln>
        </p:spPr>
        <p:txBody>
          <a:bodyPr/>
          <a:lstStyle/>
          <a:p>
            <a:endParaRPr lang="uk-UA"/>
          </a:p>
        </p:txBody>
      </p:sp>
      <p:sp>
        <p:nvSpPr>
          <p:cNvPr id="582" name="shape582"/>
          <p:cNvSpPr/>
          <p:nvPr/>
        </p:nvSpPr>
        <p:spPr>
          <a:xfrm>
            <a:off x="1216152" y="2889504"/>
            <a:ext cx="9811512" cy="804672"/>
          </a:xfrm>
          <a:prstGeom prst="rect">
            <a:avLst/>
          </a:prstGeom>
          <a:solidFill>
            <a:srgbClr val="050505"/>
          </a:solidFill>
          <a:ln w="12700">
            <a:solidFill>
              <a:srgbClr val="303030"/>
            </a:solidFill>
          </a:ln>
        </p:spPr>
        <p:txBody>
          <a:bodyPr/>
          <a:lstStyle/>
          <a:p>
            <a:endParaRPr lang="uk-UA"/>
          </a:p>
        </p:txBody>
      </p:sp>
      <p:sp>
        <p:nvSpPr>
          <p:cNvPr id="583" name="text583"/>
          <p:cNvSpPr txBox="1"/>
          <p:nvPr/>
        </p:nvSpPr>
        <p:spPr>
          <a:xfrm>
            <a:off x="530352" y="2930652"/>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Коптери</a:t>
            </a:r>
          </a:p>
        </p:txBody>
      </p:sp>
      <p:sp>
        <p:nvSpPr>
          <p:cNvPr id="584" name="shape584"/>
          <p:cNvSpPr/>
          <p:nvPr/>
        </p:nvSpPr>
        <p:spPr>
          <a:xfrm>
            <a:off x="1216152" y="2889504"/>
            <a:ext cx="83591" cy="202997"/>
          </a:xfrm>
          <a:prstGeom prst="rect">
            <a:avLst/>
          </a:prstGeom>
          <a:solidFill>
            <a:srgbClr val="0D8D56"/>
          </a:solidFill>
          <a:ln>
            <a:noFill/>
          </a:ln>
        </p:spPr>
        <p:txBody>
          <a:bodyPr/>
          <a:lstStyle/>
          <a:p>
            <a:endParaRPr lang="uk-UA"/>
          </a:p>
        </p:txBody>
      </p:sp>
      <p:sp>
        <p:nvSpPr>
          <p:cNvPr id="585" name="shape585"/>
          <p:cNvSpPr/>
          <p:nvPr/>
        </p:nvSpPr>
        <p:spPr>
          <a:xfrm>
            <a:off x="1297915" y="2889504"/>
            <a:ext cx="83591" cy="202997"/>
          </a:xfrm>
          <a:prstGeom prst="rect">
            <a:avLst/>
          </a:prstGeom>
          <a:solidFill>
            <a:srgbClr val="0D8D56"/>
          </a:solidFill>
          <a:ln>
            <a:noFill/>
          </a:ln>
        </p:spPr>
        <p:txBody>
          <a:bodyPr/>
          <a:lstStyle/>
          <a:p>
            <a:endParaRPr lang="uk-UA"/>
          </a:p>
        </p:txBody>
      </p:sp>
      <p:sp>
        <p:nvSpPr>
          <p:cNvPr id="586" name="shape586"/>
          <p:cNvSpPr/>
          <p:nvPr/>
        </p:nvSpPr>
        <p:spPr>
          <a:xfrm>
            <a:off x="1379677" y="2889504"/>
            <a:ext cx="83591" cy="202997"/>
          </a:xfrm>
          <a:prstGeom prst="rect">
            <a:avLst/>
          </a:prstGeom>
          <a:solidFill>
            <a:srgbClr val="0D8D56"/>
          </a:solidFill>
          <a:ln>
            <a:noFill/>
          </a:ln>
        </p:spPr>
        <p:txBody>
          <a:bodyPr/>
          <a:lstStyle/>
          <a:p>
            <a:endParaRPr lang="uk-UA"/>
          </a:p>
        </p:txBody>
      </p:sp>
      <p:sp>
        <p:nvSpPr>
          <p:cNvPr id="587" name="shape587"/>
          <p:cNvSpPr/>
          <p:nvPr/>
        </p:nvSpPr>
        <p:spPr>
          <a:xfrm>
            <a:off x="1461440" y="2889504"/>
            <a:ext cx="83591" cy="202997"/>
          </a:xfrm>
          <a:prstGeom prst="rect">
            <a:avLst/>
          </a:prstGeom>
          <a:solidFill>
            <a:srgbClr val="0D8D56"/>
          </a:solidFill>
          <a:ln>
            <a:noFill/>
          </a:ln>
        </p:spPr>
        <p:txBody>
          <a:bodyPr/>
          <a:lstStyle/>
          <a:p>
            <a:endParaRPr lang="uk-UA"/>
          </a:p>
        </p:txBody>
      </p:sp>
      <p:sp>
        <p:nvSpPr>
          <p:cNvPr id="588" name="shape588"/>
          <p:cNvSpPr/>
          <p:nvPr/>
        </p:nvSpPr>
        <p:spPr>
          <a:xfrm>
            <a:off x="1543202" y="2889504"/>
            <a:ext cx="83591" cy="202997"/>
          </a:xfrm>
          <a:prstGeom prst="rect">
            <a:avLst/>
          </a:prstGeom>
          <a:solidFill>
            <a:srgbClr val="0D8D56"/>
          </a:solidFill>
          <a:ln>
            <a:noFill/>
          </a:ln>
        </p:spPr>
        <p:txBody>
          <a:bodyPr/>
          <a:lstStyle/>
          <a:p>
            <a:endParaRPr lang="uk-UA"/>
          </a:p>
        </p:txBody>
      </p:sp>
      <p:sp>
        <p:nvSpPr>
          <p:cNvPr id="589" name="shape589"/>
          <p:cNvSpPr/>
          <p:nvPr/>
        </p:nvSpPr>
        <p:spPr>
          <a:xfrm>
            <a:off x="1624965" y="2889504"/>
            <a:ext cx="83591" cy="202997"/>
          </a:xfrm>
          <a:prstGeom prst="rect">
            <a:avLst/>
          </a:prstGeom>
          <a:solidFill>
            <a:srgbClr val="0D8D56"/>
          </a:solidFill>
          <a:ln>
            <a:noFill/>
          </a:ln>
        </p:spPr>
        <p:txBody>
          <a:bodyPr/>
          <a:lstStyle/>
          <a:p>
            <a:endParaRPr lang="uk-UA"/>
          </a:p>
        </p:txBody>
      </p:sp>
      <p:sp>
        <p:nvSpPr>
          <p:cNvPr id="590" name="shape590"/>
          <p:cNvSpPr/>
          <p:nvPr/>
        </p:nvSpPr>
        <p:spPr>
          <a:xfrm>
            <a:off x="1706728" y="2889504"/>
            <a:ext cx="83591" cy="202997"/>
          </a:xfrm>
          <a:prstGeom prst="rect">
            <a:avLst/>
          </a:prstGeom>
          <a:solidFill>
            <a:srgbClr val="0D8D56"/>
          </a:solidFill>
          <a:ln>
            <a:noFill/>
          </a:ln>
        </p:spPr>
        <p:txBody>
          <a:bodyPr/>
          <a:lstStyle/>
          <a:p>
            <a:endParaRPr lang="uk-UA"/>
          </a:p>
        </p:txBody>
      </p:sp>
      <p:sp>
        <p:nvSpPr>
          <p:cNvPr id="591" name="shape591"/>
          <p:cNvSpPr/>
          <p:nvPr/>
        </p:nvSpPr>
        <p:spPr>
          <a:xfrm>
            <a:off x="1788490" y="2889504"/>
            <a:ext cx="83591" cy="202997"/>
          </a:xfrm>
          <a:prstGeom prst="rect">
            <a:avLst/>
          </a:prstGeom>
          <a:solidFill>
            <a:srgbClr val="0D8D56"/>
          </a:solidFill>
          <a:ln>
            <a:noFill/>
          </a:ln>
        </p:spPr>
        <p:txBody>
          <a:bodyPr/>
          <a:lstStyle/>
          <a:p>
            <a:endParaRPr lang="uk-UA"/>
          </a:p>
        </p:txBody>
      </p:sp>
      <p:sp>
        <p:nvSpPr>
          <p:cNvPr id="592" name="shape592"/>
          <p:cNvSpPr/>
          <p:nvPr/>
        </p:nvSpPr>
        <p:spPr>
          <a:xfrm>
            <a:off x="1870253" y="2889504"/>
            <a:ext cx="83591" cy="202997"/>
          </a:xfrm>
          <a:prstGeom prst="rect">
            <a:avLst/>
          </a:prstGeom>
          <a:solidFill>
            <a:srgbClr val="0D8D56"/>
          </a:solidFill>
          <a:ln>
            <a:noFill/>
          </a:ln>
        </p:spPr>
        <p:txBody>
          <a:bodyPr/>
          <a:lstStyle/>
          <a:p>
            <a:endParaRPr lang="uk-UA"/>
          </a:p>
        </p:txBody>
      </p:sp>
      <p:sp>
        <p:nvSpPr>
          <p:cNvPr id="593" name="shape593"/>
          <p:cNvSpPr/>
          <p:nvPr/>
        </p:nvSpPr>
        <p:spPr>
          <a:xfrm>
            <a:off x="1952015" y="2889504"/>
            <a:ext cx="83591" cy="202997"/>
          </a:xfrm>
          <a:prstGeom prst="rect">
            <a:avLst/>
          </a:prstGeom>
          <a:solidFill>
            <a:srgbClr val="0D8D56"/>
          </a:solidFill>
          <a:ln>
            <a:noFill/>
          </a:ln>
        </p:spPr>
        <p:txBody>
          <a:bodyPr/>
          <a:lstStyle/>
          <a:p>
            <a:endParaRPr lang="uk-UA"/>
          </a:p>
        </p:txBody>
      </p:sp>
      <p:sp>
        <p:nvSpPr>
          <p:cNvPr id="594" name="shape594"/>
          <p:cNvSpPr/>
          <p:nvPr/>
        </p:nvSpPr>
        <p:spPr>
          <a:xfrm>
            <a:off x="2033778" y="2889504"/>
            <a:ext cx="83591" cy="202997"/>
          </a:xfrm>
          <a:prstGeom prst="rect">
            <a:avLst/>
          </a:prstGeom>
          <a:solidFill>
            <a:srgbClr val="0D8D56"/>
          </a:solidFill>
          <a:ln>
            <a:noFill/>
          </a:ln>
        </p:spPr>
        <p:txBody>
          <a:bodyPr/>
          <a:lstStyle/>
          <a:p>
            <a:endParaRPr lang="uk-UA"/>
          </a:p>
        </p:txBody>
      </p:sp>
      <p:sp>
        <p:nvSpPr>
          <p:cNvPr id="595" name="shape595"/>
          <p:cNvSpPr/>
          <p:nvPr/>
        </p:nvSpPr>
        <p:spPr>
          <a:xfrm>
            <a:off x="2115541" y="2889504"/>
            <a:ext cx="83591" cy="202997"/>
          </a:xfrm>
          <a:prstGeom prst="rect">
            <a:avLst/>
          </a:prstGeom>
          <a:solidFill>
            <a:srgbClr val="0D8D56"/>
          </a:solidFill>
          <a:ln>
            <a:noFill/>
          </a:ln>
        </p:spPr>
        <p:txBody>
          <a:bodyPr/>
          <a:lstStyle/>
          <a:p>
            <a:endParaRPr lang="uk-UA"/>
          </a:p>
        </p:txBody>
      </p:sp>
      <p:sp>
        <p:nvSpPr>
          <p:cNvPr id="596" name="shape596"/>
          <p:cNvSpPr/>
          <p:nvPr/>
        </p:nvSpPr>
        <p:spPr>
          <a:xfrm>
            <a:off x="2197303" y="2889504"/>
            <a:ext cx="83591" cy="202997"/>
          </a:xfrm>
          <a:prstGeom prst="rect">
            <a:avLst/>
          </a:prstGeom>
          <a:solidFill>
            <a:srgbClr val="0D8D56"/>
          </a:solidFill>
          <a:ln>
            <a:noFill/>
          </a:ln>
        </p:spPr>
        <p:txBody>
          <a:bodyPr/>
          <a:lstStyle/>
          <a:p>
            <a:endParaRPr lang="uk-UA"/>
          </a:p>
        </p:txBody>
      </p:sp>
      <p:sp>
        <p:nvSpPr>
          <p:cNvPr id="597" name="shape597"/>
          <p:cNvSpPr/>
          <p:nvPr/>
        </p:nvSpPr>
        <p:spPr>
          <a:xfrm>
            <a:off x="2279066" y="2889504"/>
            <a:ext cx="83591" cy="202997"/>
          </a:xfrm>
          <a:prstGeom prst="rect">
            <a:avLst/>
          </a:prstGeom>
          <a:solidFill>
            <a:srgbClr val="0D8D56"/>
          </a:solidFill>
          <a:ln>
            <a:noFill/>
          </a:ln>
        </p:spPr>
        <p:txBody>
          <a:bodyPr/>
          <a:lstStyle/>
          <a:p>
            <a:endParaRPr lang="uk-UA"/>
          </a:p>
        </p:txBody>
      </p:sp>
      <p:sp>
        <p:nvSpPr>
          <p:cNvPr id="598" name="shape598"/>
          <p:cNvSpPr/>
          <p:nvPr/>
        </p:nvSpPr>
        <p:spPr>
          <a:xfrm>
            <a:off x="2360828" y="2889504"/>
            <a:ext cx="83591" cy="202997"/>
          </a:xfrm>
          <a:prstGeom prst="rect">
            <a:avLst/>
          </a:prstGeom>
          <a:solidFill>
            <a:srgbClr val="0D8D56"/>
          </a:solidFill>
          <a:ln>
            <a:noFill/>
          </a:ln>
        </p:spPr>
        <p:txBody>
          <a:bodyPr/>
          <a:lstStyle/>
          <a:p>
            <a:endParaRPr lang="uk-UA"/>
          </a:p>
        </p:txBody>
      </p:sp>
      <p:sp>
        <p:nvSpPr>
          <p:cNvPr id="599" name="shape599"/>
          <p:cNvSpPr/>
          <p:nvPr/>
        </p:nvSpPr>
        <p:spPr>
          <a:xfrm>
            <a:off x="2442591" y="2889504"/>
            <a:ext cx="83591" cy="202997"/>
          </a:xfrm>
          <a:prstGeom prst="rect">
            <a:avLst/>
          </a:prstGeom>
          <a:solidFill>
            <a:srgbClr val="0D8D56"/>
          </a:solidFill>
          <a:ln>
            <a:noFill/>
          </a:ln>
        </p:spPr>
        <p:txBody>
          <a:bodyPr/>
          <a:lstStyle/>
          <a:p>
            <a:endParaRPr lang="uk-UA"/>
          </a:p>
        </p:txBody>
      </p:sp>
      <p:sp>
        <p:nvSpPr>
          <p:cNvPr id="600" name="shape600"/>
          <p:cNvSpPr/>
          <p:nvPr/>
        </p:nvSpPr>
        <p:spPr>
          <a:xfrm>
            <a:off x="2524354" y="2889504"/>
            <a:ext cx="83591" cy="202997"/>
          </a:xfrm>
          <a:prstGeom prst="rect">
            <a:avLst/>
          </a:prstGeom>
          <a:solidFill>
            <a:srgbClr val="0D8D56"/>
          </a:solidFill>
          <a:ln>
            <a:noFill/>
          </a:ln>
        </p:spPr>
        <p:txBody>
          <a:bodyPr/>
          <a:lstStyle/>
          <a:p>
            <a:endParaRPr lang="uk-UA"/>
          </a:p>
        </p:txBody>
      </p:sp>
      <p:sp>
        <p:nvSpPr>
          <p:cNvPr id="601" name="shape601"/>
          <p:cNvSpPr/>
          <p:nvPr/>
        </p:nvSpPr>
        <p:spPr>
          <a:xfrm>
            <a:off x="2606116" y="2889504"/>
            <a:ext cx="83591" cy="202997"/>
          </a:xfrm>
          <a:prstGeom prst="rect">
            <a:avLst/>
          </a:prstGeom>
          <a:solidFill>
            <a:srgbClr val="0D8D56"/>
          </a:solidFill>
          <a:ln>
            <a:noFill/>
          </a:ln>
        </p:spPr>
        <p:txBody>
          <a:bodyPr/>
          <a:lstStyle/>
          <a:p>
            <a:endParaRPr lang="uk-UA"/>
          </a:p>
        </p:txBody>
      </p:sp>
      <p:sp>
        <p:nvSpPr>
          <p:cNvPr id="602" name="shape602"/>
          <p:cNvSpPr/>
          <p:nvPr/>
        </p:nvSpPr>
        <p:spPr>
          <a:xfrm>
            <a:off x="2687879" y="2889504"/>
            <a:ext cx="83591" cy="202997"/>
          </a:xfrm>
          <a:prstGeom prst="rect">
            <a:avLst/>
          </a:prstGeom>
          <a:solidFill>
            <a:srgbClr val="0D8D56"/>
          </a:solidFill>
          <a:ln>
            <a:noFill/>
          </a:ln>
        </p:spPr>
        <p:txBody>
          <a:bodyPr/>
          <a:lstStyle/>
          <a:p>
            <a:endParaRPr lang="uk-UA"/>
          </a:p>
        </p:txBody>
      </p:sp>
      <p:sp>
        <p:nvSpPr>
          <p:cNvPr id="603" name="shape603"/>
          <p:cNvSpPr/>
          <p:nvPr/>
        </p:nvSpPr>
        <p:spPr>
          <a:xfrm>
            <a:off x="2769641" y="2889504"/>
            <a:ext cx="83591" cy="202997"/>
          </a:xfrm>
          <a:prstGeom prst="rect">
            <a:avLst/>
          </a:prstGeom>
          <a:solidFill>
            <a:srgbClr val="0D8D56"/>
          </a:solidFill>
          <a:ln>
            <a:noFill/>
          </a:ln>
        </p:spPr>
        <p:txBody>
          <a:bodyPr/>
          <a:lstStyle/>
          <a:p>
            <a:endParaRPr lang="uk-UA"/>
          </a:p>
        </p:txBody>
      </p:sp>
      <p:sp>
        <p:nvSpPr>
          <p:cNvPr id="604" name="shape604"/>
          <p:cNvSpPr/>
          <p:nvPr/>
        </p:nvSpPr>
        <p:spPr>
          <a:xfrm>
            <a:off x="2851404" y="2889504"/>
            <a:ext cx="83591" cy="202997"/>
          </a:xfrm>
          <a:prstGeom prst="rect">
            <a:avLst/>
          </a:prstGeom>
          <a:solidFill>
            <a:srgbClr val="0D8D56"/>
          </a:solidFill>
          <a:ln>
            <a:noFill/>
          </a:ln>
        </p:spPr>
        <p:txBody>
          <a:bodyPr/>
          <a:lstStyle/>
          <a:p>
            <a:endParaRPr lang="uk-UA"/>
          </a:p>
        </p:txBody>
      </p:sp>
      <p:sp>
        <p:nvSpPr>
          <p:cNvPr id="605" name="shape605"/>
          <p:cNvSpPr/>
          <p:nvPr/>
        </p:nvSpPr>
        <p:spPr>
          <a:xfrm>
            <a:off x="2933167" y="2889504"/>
            <a:ext cx="83591" cy="202997"/>
          </a:xfrm>
          <a:prstGeom prst="rect">
            <a:avLst/>
          </a:prstGeom>
          <a:solidFill>
            <a:srgbClr val="0D8D56"/>
          </a:solidFill>
          <a:ln>
            <a:noFill/>
          </a:ln>
        </p:spPr>
        <p:txBody>
          <a:bodyPr/>
          <a:lstStyle/>
          <a:p>
            <a:endParaRPr lang="uk-UA"/>
          </a:p>
        </p:txBody>
      </p:sp>
      <p:sp>
        <p:nvSpPr>
          <p:cNvPr id="606" name="shape606"/>
          <p:cNvSpPr/>
          <p:nvPr/>
        </p:nvSpPr>
        <p:spPr>
          <a:xfrm>
            <a:off x="3014929" y="2889504"/>
            <a:ext cx="83591" cy="202997"/>
          </a:xfrm>
          <a:prstGeom prst="rect">
            <a:avLst/>
          </a:prstGeom>
          <a:solidFill>
            <a:srgbClr val="0D8D56"/>
          </a:solidFill>
          <a:ln>
            <a:noFill/>
          </a:ln>
        </p:spPr>
        <p:txBody>
          <a:bodyPr/>
          <a:lstStyle/>
          <a:p>
            <a:endParaRPr lang="uk-UA"/>
          </a:p>
        </p:txBody>
      </p:sp>
      <p:sp>
        <p:nvSpPr>
          <p:cNvPr id="607" name="shape607"/>
          <p:cNvSpPr/>
          <p:nvPr/>
        </p:nvSpPr>
        <p:spPr>
          <a:xfrm>
            <a:off x="3096692" y="2889504"/>
            <a:ext cx="83591" cy="202997"/>
          </a:xfrm>
          <a:prstGeom prst="rect">
            <a:avLst/>
          </a:prstGeom>
          <a:solidFill>
            <a:srgbClr val="0D8D56"/>
          </a:solidFill>
          <a:ln>
            <a:noFill/>
          </a:ln>
        </p:spPr>
        <p:txBody>
          <a:bodyPr/>
          <a:lstStyle/>
          <a:p>
            <a:endParaRPr lang="uk-UA"/>
          </a:p>
        </p:txBody>
      </p:sp>
      <p:sp>
        <p:nvSpPr>
          <p:cNvPr id="608" name="shape608"/>
          <p:cNvSpPr/>
          <p:nvPr/>
        </p:nvSpPr>
        <p:spPr>
          <a:xfrm>
            <a:off x="3178454" y="2889504"/>
            <a:ext cx="83591" cy="202997"/>
          </a:xfrm>
          <a:prstGeom prst="rect">
            <a:avLst/>
          </a:prstGeom>
          <a:solidFill>
            <a:srgbClr val="0D8D56"/>
          </a:solidFill>
          <a:ln>
            <a:noFill/>
          </a:ln>
        </p:spPr>
        <p:txBody>
          <a:bodyPr/>
          <a:lstStyle/>
          <a:p>
            <a:endParaRPr lang="uk-UA"/>
          </a:p>
        </p:txBody>
      </p:sp>
      <p:sp>
        <p:nvSpPr>
          <p:cNvPr id="609" name="shape609"/>
          <p:cNvSpPr/>
          <p:nvPr/>
        </p:nvSpPr>
        <p:spPr>
          <a:xfrm>
            <a:off x="3260217" y="2889504"/>
            <a:ext cx="83591" cy="202997"/>
          </a:xfrm>
          <a:prstGeom prst="rect">
            <a:avLst/>
          </a:prstGeom>
          <a:solidFill>
            <a:srgbClr val="0D8D56"/>
          </a:solidFill>
          <a:ln>
            <a:noFill/>
          </a:ln>
        </p:spPr>
        <p:txBody>
          <a:bodyPr/>
          <a:lstStyle/>
          <a:p>
            <a:endParaRPr lang="uk-UA"/>
          </a:p>
        </p:txBody>
      </p:sp>
      <p:sp>
        <p:nvSpPr>
          <p:cNvPr id="610" name="shape610"/>
          <p:cNvSpPr/>
          <p:nvPr/>
        </p:nvSpPr>
        <p:spPr>
          <a:xfrm>
            <a:off x="3341980" y="2889504"/>
            <a:ext cx="83591" cy="202997"/>
          </a:xfrm>
          <a:prstGeom prst="rect">
            <a:avLst/>
          </a:prstGeom>
          <a:solidFill>
            <a:srgbClr val="0D8D56"/>
          </a:solidFill>
          <a:ln>
            <a:noFill/>
          </a:ln>
        </p:spPr>
        <p:txBody>
          <a:bodyPr/>
          <a:lstStyle/>
          <a:p>
            <a:endParaRPr lang="uk-UA"/>
          </a:p>
        </p:txBody>
      </p:sp>
      <p:sp>
        <p:nvSpPr>
          <p:cNvPr id="611" name="shape611"/>
          <p:cNvSpPr/>
          <p:nvPr/>
        </p:nvSpPr>
        <p:spPr>
          <a:xfrm>
            <a:off x="3423742" y="2889504"/>
            <a:ext cx="83591" cy="202997"/>
          </a:xfrm>
          <a:prstGeom prst="rect">
            <a:avLst/>
          </a:prstGeom>
          <a:solidFill>
            <a:srgbClr val="0D8D56"/>
          </a:solidFill>
          <a:ln>
            <a:noFill/>
          </a:ln>
        </p:spPr>
        <p:txBody>
          <a:bodyPr/>
          <a:lstStyle/>
          <a:p>
            <a:endParaRPr lang="uk-UA"/>
          </a:p>
        </p:txBody>
      </p:sp>
      <p:sp>
        <p:nvSpPr>
          <p:cNvPr id="612" name="shape612"/>
          <p:cNvSpPr/>
          <p:nvPr/>
        </p:nvSpPr>
        <p:spPr>
          <a:xfrm>
            <a:off x="3505505" y="2889504"/>
            <a:ext cx="83591" cy="202997"/>
          </a:xfrm>
          <a:prstGeom prst="rect">
            <a:avLst/>
          </a:prstGeom>
          <a:solidFill>
            <a:srgbClr val="0D8D56"/>
          </a:solidFill>
          <a:ln>
            <a:noFill/>
          </a:ln>
        </p:spPr>
        <p:txBody>
          <a:bodyPr/>
          <a:lstStyle/>
          <a:p>
            <a:endParaRPr lang="uk-UA"/>
          </a:p>
        </p:txBody>
      </p:sp>
      <p:sp>
        <p:nvSpPr>
          <p:cNvPr id="613" name="shape613"/>
          <p:cNvSpPr/>
          <p:nvPr/>
        </p:nvSpPr>
        <p:spPr>
          <a:xfrm>
            <a:off x="3587267" y="2889504"/>
            <a:ext cx="83591" cy="202997"/>
          </a:xfrm>
          <a:prstGeom prst="rect">
            <a:avLst/>
          </a:prstGeom>
          <a:solidFill>
            <a:srgbClr val="0D8D56"/>
          </a:solidFill>
          <a:ln>
            <a:noFill/>
          </a:ln>
        </p:spPr>
        <p:txBody>
          <a:bodyPr/>
          <a:lstStyle/>
          <a:p>
            <a:endParaRPr lang="uk-UA"/>
          </a:p>
        </p:txBody>
      </p:sp>
      <p:sp>
        <p:nvSpPr>
          <p:cNvPr id="614" name="shape614"/>
          <p:cNvSpPr/>
          <p:nvPr/>
        </p:nvSpPr>
        <p:spPr>
          <a:xfrm>
            <a:off x="3669030" y="2889504"/>
            <a:ext cx="83591" cy="202997"/>
          </a:xfrm>
          <a:prstGeom prst="rect">
            <a:avLst/>
          </a:prstGeom>
          <a:solidFill>
            <a:srgbClr val="0D8D56"/>
          </a:solidFill>
          <a:ln>
            <a:noFill/>
          </a:ln>
        </p:spPr>
        <p:txBody>
          <a:bodyPr/>
          <a:lstStyle/>
          <a:p>
            <a:endParaRPr lang="uk-UA"/>
          </a:p>
        </p:txBody>
      </p:sp>
      <p:sp>
        <p:nvSpPr>
          <p:cNvPr id="615" name="shape615"/>
          <p:cNvSpPr/>
          <p:nvPr/>
        </p:nvSpPr>
        <p:spPr>
          <a:xfrm>
            <a:off x="3750793" y="2889504"/>
            <a:ext cx="83591" cy="202997"/>
          </a:xfrm>
          <a:prstGeom prst="rect">
            <a:avLst/>
          </a:prstGeom>
          <a:solidFill>
            <a:srgbClr val="0D8D56"/>
          </a:solidFill>
          <a:ln>
            <a:noFill/>
          </a:ln>
        </p:spPr>
        <p:txBody>
          <a:bodyPr/>
          <a:lstStyle/>
          <a:p>
            <a:endParaRPr lang="uk-UA"/>
          </a:p>
        </p:txBody>
      </p:sp>
      <p:sp>
        <p:nvSpPr>
          <p:cNvPr id="616" name="shape616"/>
          <p:cNvSpPr/>
          <p:nvPr/>
        </p:nvSpPr>
        <p:spPr>
          <a:xfrm>
            <a:off x="3832555" y="2889504"/>
            <a:ext cx="83591" cy="202997"/>
          </a:xfrm>
          <a:prstGeom prst="rect">
            <a:avLst/>
          </a:prstGeom>
          <a:solidFill>
            <a:srgbClr val="0D8D56"/>
          </a:solidFill>
          <a:ln>
            <a:noFill/>
          </a:ln>
        </p:spPr>
        <p:txBody>
          <a:bodyPr/>
          <a:lstStyle/>
          <a:p>
            <a:endParaRPr lang="uk-UA"/>
          </a:p>
        </p:txBody>
      </p:sp>
      <p:sp>
        <p:nvSpPr>
          <p:cNvPr id="617" name="shape617"/>
          <p:cNvSpPr/>
          <p:nvPr/>
        </p:nvSpPr>
        <p:spPr>
          <a:xfrm>
            <a:off x="3914318" y="2889504"/>
            <a:ext cx="83591" cy="202997"/>
          </a:xfrm>
          <a:prstGeom prst="rect">
            <a:avLst/>
          </a:prstGeom>
          <a:solidFill>
            <a:srgbClr val="0D8D56"/>
          </a:solidFill>
          <a:ln>
            <a:noFill/>
          </a:ln>
        </p:spPr>
        <p:txBody>
          <a:bodyPr/>
          <a:lstStyle/>
          <a:p>
            <a:endParaRPr lang="uk-UA"/>
          </a:p>
        </p:txBody>
      </p:sp>
      <p:sp>
        <p:nvSpPr>
          <p:cNvPr id="618" name="shape618"/>
          <p:cNvSpPr/>
          <p:nvPr/>
        </p:nvSpPr>
        <p:spPr>
          <a:xfrm>
            <a:off x="3996080" y="2889504"/>
            <a:ext cx="83591" cy="202997"/>
          </a:xfrm>
          <a:prstGeom prst="rect">
            <a:avLst/>
          </a:prstGeom>
          <a:solidFill>
            <a:srgbClr val="0D8D56"/>
          </a:solidFill>
          <a:ln>
            <a:noFill/>
          </a:ln>
        </p:spPr>
        <p:txBody>
          <a:bodyPr/>
          <a:lstStyle/>
          <a:p>
            <a:endParaRPr lang="uk-UA"/>
          </a:p>
        </p:txBody>
      </p:sp>
      <p:sp>
        <p:nvSpPr>
          <p:cNvPr id="619" name="shape619"/>
          <p:cNvSpPr/>
          <p:nvPr/>
        </p:nvSpPr>
        <p:spPr>
          <a:xfrm>
            <a:off x="4077843" y="2889504"/>
            <a:ext cx="83591" cy="202997"/>
          </a:xfrm>
          <a:prstGeom prst="rect">
            <a:avLst/>
          </a:prstGeom>
          <a:solidFill>
            <a:srgbClr val="0D8D56"/>
          </a:solidFill>
          <a:ln>
            <a:noFill/>
          </a:ln>
        </p:spPr>
        <p:txBody>
          <a:bodyPr/>
          <a:lstStyle/>
          <a:p>
            <a:endParaRPr lang="uk-UA"/>
          </a:p>
        </p:txBody>
      </p:sp>
      <p:sp>
        <p:nvSpPr>
          <p:cNvPr id="620" name="shape620"/>
          <p:cNvSpPr/>
          <p:nvPr/>
        </p:nvSpPr>
        <p:spPr>
          <a:xfrm>
            <a:off x="4159606" y="2889504"/>
            <a:ext cx="83591" cy="202997"/>
          </a:xfrm>
          <a:prstGeom prst="rect">
            <a:avLst/>
          </a:prstGeom>
          <a:solidFill>
            <a:srgbClr val="0D8D56"/>
          </a:solidFill>
          <a:ln>
            <a:noFill/>
          </a:ln>
        </p:spPr>
        <p:txBody>
          <a:bodyPr/>
          <a:lstStyle/>
          <a:p>
            <a:endParaRPr lang="uk-UA"/>
          </a:p>
        </p:txBody>
      </p:sp>
      <p:sp>
        <p:nvSpPr>
          <p:cNvPr id="621" name="shape621"/>
          <p:cNvSpPr/>
          <p:nvPr/>
        </p:nvSpPr>
        <p:spPr>
          <a:xfrm>
            <a:off x="4241368" y="2889504"/>
            <a:ext cx="83591" cy="202997"/>
          </a:xfrm>
          <a:prstGeom prst="rect">
            <a:avLst/>
          </a:prstGeom>
          <a:solidFill>
            <a:srgbClr val="0D8D56"/>
          </a:solidFill>
          <a:ln>
            <a:noFill/>
          </a:ln>
        </p:spPr>
        <p:txBody>
          <a:bodyPr/>
          <a:lstStyle/>
          <a:p>
            <a:endParaRPr lang="uk-UA"/>
          </a:p>
        </p:txBody>
      </p:sp>
      <p:sp>
        <p:nvSpPr>
          <p:cNvPr id="622" name="shape622"/>
          <p:cNvSpPr/>
          <p:nvPr/>
        </p:nvSpPr>
        <p:spPr>
          <a:xfrm>
            <a:off x="4323131" y="2889504"/>
            <a:ext cx="83591" cy="202997"/>
          </a:xfrm>
          <a:prstGeom prst="rect">
            <a:avLst/>
          </a:prstGeom>
          <a:solidFill>
            <a:srgbClr val="0D8D56"/>
          </a:solidFill>
          <a:ln>
            <a:noFill/>
          </a:ln>
        </p:spPr>
        <p:txBody>
          <a:bodyPr/>
          <a:lstStyle/>
          <a:p>
            <a:endParaRPr lang="uk-UA"/>
          </a:p>
        </p:txBody>
      </p:sp>
      <p:sp>
        <p:nvSpPr>
          <p:cNvPr id="623" name="shape623"/>
          <p:cNvSpPr/>
          <p:nvPr/>
        </p:nvSpPr>
        <p:spPr>
          <a:xfrm>
            <a:off x="4404893" y="2889504"/>
            <a:ext cx="83591" cy="202997"/>
          </a:xfrm>
          <a:prstGeom prst="rect">
            <a:avLst/>
          </a:prstGeom>
          <a:solidFill>
            <a:srgbClr val="0D8D56"/>
          </a:solidFill>
          <a:ln>
            <a:noFill/>
          </a:ln>
        </p:spPr>
        <p:txBody>
          <a:bodyPr/>
          <a:lstStyle/>
          <a:p>
            <a:endParaRPr lang="uk-UA"/>
          </a:p>
        </p:txBody>
      </p:sp>
      <p:sp>
        <p:nvSpPr>
          <p:cNvPr id="624" name="shape624"/>
          <p:cNvSpPr/>
          <p:nvPr/>
        </p:nvSpPr>
        <p:spPr>
          <a:xfrm>
            <a:off x="4486656" y="2889504"/>
            <a:ext cx="83591" cy="202997"/>
          </a:xfrm>
          <a:prstGeom prst="rect">
            <a:avLst/>
          </a:prstGeom>
          <a:solidFill>
            <a:srgbClr val="0D8D56"/>
          </a:solidFill>
          <a:ln>
            <a:noFill/>
          </a:ln>
        </p:spPr>
        <p:txBody>
          <a:bodyPr/>
          <a:lstStyle/>
          <a:p>
            <a:endParaRPr lang="uk-UA"/>
          </a:p>
        </p:txBody>
      </p:sp>
      <p:sp>
        <p:nvSpPr>
          <p:cNvPr id="625" name="shape625"/>
          <p:cNvSpPr/>
          <p:nvPr/>
        </p:nvSpPr>
        <p:spPr>
          <a:xfrm>
            <a:off x="4568419" y="2889504"/>
            <a:ext cx="83591" cy="202997"/>
          </a:xfrm>
          <a:prstGeom prst="rect">
            <a:avLst/>
          </a:prstGeom>
          <a:solidFill>
            <a:srgbClr val="0D8D56"/>
          </a:solidFill>
          <a:ln>
            <a:noFill/>
          </a:ln>
        </p:spPr>
        <p:txBody>
          <a:bodyPr/>
          <a:lstStyle/>
          <a:p>
            <a:endParaRPr lang="uk-UA"/>
          </a:p>
        </p:txBody>
      </p:sp>
      <p:sp>
        <p:nvSpPr>
          <p:cNvPr id="626" name="shape626"/>
          <p:cNvSpPr/>
          <p:nvPr/>
        </p:nvSpPr>
        <p:spPr>
          <a:xfrm>
            <a:off x="4650181" y="2889504"/>
            <a:ext cx="83591" cy="202997"/>
          </a:xfrm>
          <a:prstGeom prst="rect">
            <a:avLst/>
          </a:prstGeom>
          <a:solidFill>
            <a:srgbClr val="0D8D56"/>
          </a:solidFill>
          <a:ln>
            <a:noFill/>
          </a:ln>
        </p:spPr>
        <p:txBody>
          <a:bodyPr/>
          <a:lstStyle/>
          <a:p>
            <a:endParaRPr lang="uk-UA"/>
          </a:p>
        </p:txBody>
      </p:sp>
      <p:sp>
        <p:nvSpPr>
          <p:cNvPr id="627" name="shape627"/>
          <p:cNvSpPr/>
          <p:nvPr/>
        </p:nvSpPr>
        <p:spPr>
          <a:xfrm>
            <a:off x="4731944" y="2889504"/>
            <a:ext cx="83591" cy="202997"/>
          </a:xfrm>
          <a:prstGeom prst="rect">
            <a:avLst/>
          </a:prstGeom>
          <a:solidFill>
            <a:srgbClr val="0D8D56"/>
          </a:solidFill>
          <a:ln>
            <a:noFill/>
          </a:ln>
        </p:spPr>
        <p:txBody>
          <a:bodyPr/>
          <a:lstStyle/>
          <a:p>
            <a:endParaRPr lang="uk-UA"/>
          </a:p>
        </p:txBody>
      </p:sp>
      <p:sp>
        <p:nvSpPr>
          <p:cNvPr id="628" name="shape628"/>
          <p:cNvSpPr/>
          <p:nvPr/>
        </p:nvSpPr>
        <p:spPr>
          <a:xfrm>
            <a:off x="4813706" y="2889504"/>
            <a:ext cx="83591" cy="202997"/>
          </a:xfrm>
          <a:prstGeom prst="rect">
            <a:avLst/>
          </a:prstGeom>
          <a:solidFill>
            <a:srgbClr val="0D8D56"/>
          </a:solidFill>
          <a:ln>
            <a:noFill/>
          </a:ln>
        </p:spPr>
        <p:txBody>
          <a:bodyPr/>
          <a:lstStyle/>
          <a:p>
            <a:endParaRPr lang="uk-UA"/>
          </a:p>
        </p:txBody>
      </p:sp>
      <p:sp>
        <p:nvSpPr>
          <p:cNvPr id="629" name="shape629"/>
          <p:cNvSpPr/>
          <p:nvPr/>
        </p:nvSpPr>
        <p:spPr>
          <a:xfrm>
            <a:off x="4895469" y="2889504"/>
            <a:ext cx="83591" cy="202997"/>
          </a:xfrm>
          <a:prstGeom prst="rect">
            <a:avLst/>
          </a:prstGeom>
          <a:solidFill>
            <a:srgbClr val="0D8D56"/>
          </a:solidFill>
          <a:ln>
            <a:noFill/>
          </a:ln>
        </p:spPr>
        <p:txBody>
          <a:bodyPr/>
          <a:lstStyle/>
          <a:p>
            <a:endParaRPr lang="uk-UA"/>
          </a:p>
        </p:txBody>
      </p:sp>
      <p:sp>
        <p:nvSpPr>
          <p:cNvPr id="630" name="shape630"/>
          <p:cNvSpPr/>
          <p:nvPr/>
        </p:nvSpPr>
        <p:spPr>
          <a:xfrm>
            <a:off x="4977232" y="2889504"/>
            <a:ext cx="83591" cy="202997"/>
          </a:xfrm>
          <a:prstGeom prst="rect">
            <a:avLst/>
          </a:prstGeom>
          <a:solidFill>
            <a:srgbClr val="0D8D56"/>
          </a:solidFill>
          <a:ln>
            <a:noFill/>
          </a:ln>
        </p:spPr>
        <p:txBody>
          <a:bodyPr/>
          <a:lstStyle/>
          <a:p>
            <a:endParaRPr lang="uk-UA"/>
          </a:p>
        </p:txBody>
      </p:sp>
      <p:sp>
        <p:nvSpPr>
          <p:cNvPr id="631" name="shape631"/>
          <p:cNvSpPr/>
          <p:nvPr/>
        </p:nvSpPr>
        <p:spPr>
          <a:xfrm>
            <a:off x="5058994" y="2889504"/>
            <a:ext cx="83591" cy="202997"/>
          </a:xfrm>
          <a:prstGeom prst="rect">
            <a:avLst/>
          </a:prstGeom>
          <a:solidFill>
            <a:srgbClr val="0D8D56"/>
          </a:solidFill>
          <a:ln>
            <a:noFill/>
          </a:ln>
        </p:spPr>
        <p:txBody>
          <a:bodyPr/>
          <a:lstStyle/>
          <a:p>
            <a:endParaRPr lang="uk-UA"/>
          </a:p>
        </p:txBody>
      </p:sp>
      <p:sp>
        <p:nvSpPr>
          <p:cNvPr id="632" name="shape632"/>
          <p:cNvSpPr/>
          <p:nvPr/>
        </p:nvSpPr>
        <p:spPr>
          <a:xfrm>
            <a:off x="5140757" y="2889504"/>
            <a:ext cx="83591" cy="202997"/>
          </a:xfrm>
          <a:prstGeom prst="rect">
            <a:avLst/>
          </a:prstGeom>
          <a:solidFill>
            <a:srgbClr val="0D8D56"/>
          </a:solidFill>
          <a:ln>
            <a:noFill/>
          </a:ln>
        </p:spPr>
        <p:txBody>
          <a:bodyPr/>
          <a:lstStyle/>
          <a:p>
            <a:endParaRPr lang="uk-UA"/>
          </a:p>
        </p:txBody>
      </p:sp>
      <p:sp>
        <p:nvSpPr>
          <p:cNvPr id="633" name="shape633"/>
          <p:cNvSpPr/>
          <p:nvPr/>
        </p:nvSpPr>
        <p:spPr>
          <a:xfrm>
            <a:off x="5222519" y="2889504"/>
            <a:ext cx="83591" cy="202997"/>
          </a:xfrm>
          <a:prstGeom prst="rect">
            <a:avLst/>
          </a:prstGeom>
          <a:solidFill>
            <a:srgbClr val="0D8D56"/>
          </a:solidFill>
          <a:ln>
            <a:noFill/>
          </a:ln>
        </p:spPr>
        <p:txBody>
          <a:bodyPr/>
          <a:lstStyle/>
          <a:p>
            <a:endParaRPr lang="uk-UA"/>
          </a:p>
        </p:txBody>
      </p:sp>
      <p:sp>
        <p:nvSpPr>
          <p:cNvPr id="634" name="shape634"/>
          <p:cNvSpPr/>
          <p:nvPr/>
        </p:nvSpPr>
        <p:spPr>
          <a:xfrm>
            <a:off x="5304282" y="2889504"/>
            <a:ext cx="83591" cy="202997"/>
          </a:xfrm>
          <a:prstGeom prst="rect">
            <a:avLst/>
          </a:prstGeom>
          <a:solidFill>
            <a:srgbClr val="0D8D56"/>
          </a:solidFill>
          <a:ln>
            <a:noFill/>
          </a:ln>
        </p:spPr>
        <p:txBody>
          <a:bodyPr/>
          <a:lstStyle/>
          <a:p>
            <a:endParaRPr lang="uk-UA"/>
          </a:p>
        </p:txBody>
      </p:sp>
      <p:sp>
        <p:nvSpPr>
          <p:cNvPr id="635" name="shape635"/>
          <p:cNvSpPr/>
          <p:nvPr/>
        </p:nvSpPr>
        <p:spPr>
          <a:xfrm>
            <a:off x="5386045" y="2889504"/>
            <a:ext cx="83591" cy="202997"/>
          </a:xfrm>
          <a:prstGeom prst="rect">
            <a:avLst/>
          </a:prstGeom>
          <a:solidFill>
            <a:srgbClr val="0D8D56"/>
          </a:solidFill>
          <a:ln>
            <a:noFill/>
          </a:ln>
        </p:spPr>
        <p:txBody>
          <a:bodyPr/>
          <a:lstStyle/>
          <a:p>
            <a:endParaRPr lang="uk-UA"/>
          </a:p>
        </p:txBody>
      </p:sp>
      <p:sp>
        <p:nvSpPr>
          <p:cNvPr id="636" name="shape636"/>
          <p:cNvSpPr/>
          <p:nvPr/>
        </p:nvSpPr>
        <p:spPr>
          <a:xfrm>
            <a:off x="5467807" y="2889504"/>
            <a:ext cx="83591" cy="202997"/>
          </a:xfrm>
          <a:prstGeom prst="rect">
            <a:avLst/>
          </a:prstGeom>
          <a:solidFill>
            <a:srgbClr val="0D8D56"/>
          </a:solidFill>
          <a:ln>
            <a:noFill/>
          </a:ln>
        </p:spPr>
        <p:txBody>
          <a:bodyPr/>
          <a:lstStyle/>
          <a:p>
            <a:endParaRPr lang="uk-UA"/>
          </a:p>
        </p:txBody>
      </p:sp>
      <p:sp>
        <p:nvSpPr>
          <p:cNvPr id="637" name="shape637"/>
          <p:cNvSpPr/>
          <p:nvPr/>
        </p:nvSpPr>
        <p:spPr>
          <a:xfrm>
            <a:off x="5549570" y="2889504"/>
            <a:ext cx="83591" cy="202997"/>
          </a:xfrm>
          <a:prstGeom prst="rect">
            <a:avLst/>
          </a:prstGeom>
          <a:solidFill>
            <a:srgbClr val="0D8D56"/>
          </a:solidFill>
          <a:ln>
            <a:noFill/>
          </a:ln>
        </p:spPr>
        <p:txBody>
          <a:bodyPr/>
          <a:lstStyle/>
          <a:p>
            <a:endParaRPr lang="uk-UA"/>
          </a:p>
        </p:txBody>
      </p:sp>
      <p:sp>
        <p:nvSpPr>
          <p:cNvPr id="638" name="shape638"/>
          <p:cNvSpPr/>
          <p:nvPr/>
        </p:nvSpPr>
        <p:spPr>
          <a:xfrm>
            <a:off x="5631332" y="2889504"/>
            <a:ext cx="83591" cy="202997"/>
          </a:xfrm>
          <a:prstGeom prst="rect">
            <a:avLst/>
          </a:prstGeom>
          <a:solidFill>
            <a:srgbClr val="0D8D56"/>
          </a:solidFill>
          <a:ln>
            <a:noFill/>
          </a:ln>
        </p:spPr>
        <p:txBody>
          <a:bodyPr/>
          <a:lstStyle/>
          <a:p>
            <a:endParaRPr lang="uk-UA"/>
          </a:p>
        </p:txBody>
      </p:sp>
      <p:sp>
        <p:nvSpPr>
          <p:cNvPr id="639" name="shape639"/>
          <p:cNvSpPr/>
          <p:nvPr/>
        </p:nvSpPr>
        <p:spPr>
          <a:xfrm>
            <a:off x="5713095" y="2889504"/>
            <a:ext cx="83591" cy="202997"/>
          </a:xfrm>
          <a:prstGeom prst="rect">
            <a:avLst/>
          </a:prstGeom>
          <a:solidFill>
            <a:srgbClr val="0D8D56"/>
          </a:solidFill>
          <a:ln>
            <a:noFill/>
          </a:ln>
        </p:spPr>
        <p:txBody>
          <a:bodyPr/>
          <a:lstStyle/>
          <a:p>
            <a:endParaRPr lang="uk-UA"/>
          </a:p>
        </p:txBody>
      </p:sp>
      <p:sp>
        <p:nvSpPr>
          <p:cNvPr id="640" name="shape640"/>
          <p:cNvSpPr/>
          <p:nvPr/>
        </p:nvSpPr>
        <p:spPr>
          <a:xfrm>
            <a:off x="5794858" y="2889504"/>
            <a:ext cx="83591" cy="202997"/>
          </a:xfrm>
          <a:prstGeom prst="rect">
            <a:avLst/>
          </a:prstGeom>
          <a:solidFill>
            <a:srgbClr val="0D8D56"/>
          </a:solidFill>
          <a:ln>
            <a:noFill/>
          </a:ln>
        </p:spPr>
        <p:txBody>
          <a:bodyPr/>
          <a:lstStyle/>
          <a:p>
            <a:endParaRPr lang="uk-UA"/>
          </a:p>
        </p:txBody>
      </p:sp>
      <p:sp>
        <p:nvSpPr>
          <p:cNvPr id="641" name="shape641"/>
          <p:cNvSpPr/>
          <p:nvPr/>
        </p:nvSpPr>
        <p:spPr>
          <a:xfrm>
            <a:off x="5876620" y="2889504"/>
            <a:ext cx="83591" cy="202997"/>
          </a:xfrm>
          <a:prstGeom prst="rect">
            <a:avLst/>
          </a:prstGeom>
          <a:solidFill>
            <a:srgbClr val="0D8D56"/>
          </a:solidFill>
          <a:ln>
            <a:noFill/>
          </a:ln>
        </p:spPr>
        <p:txBody>
          <a:bodyPr/>
          <a:lstStyle/>
          <a:p>
            <a:endParaRPr lang="uk-UA"/>
          </a:p>
        </p:txBody>
      </p:sp>
      <p:sp>
        <p:nvSpPr>
          <p:cNvPr id="642" name="shape642"/>
          <p:cNvSpPr/>
          <p:nvPr/>
        </p:nvSpPr>
        <p:spPr>
          <a:xfrm>
            <a:off x="5958383" y="2889504"/>
            <a:ext cx="83591" cy="202997"/>
          </a:xfrm>
          <a:prstGeom prst="rect">
            <a:avLst/>
          </a:prstGeom>
          <a:solidFill>
            <a:srgbClr val="0D8D56"/>
          </a:solidFill>
          <a:ln>
            <a:noFill/>
          </a:ln>
        </p:spPr>
        <p:txBody>
          <a:bodyPr/>
          <a:lstStyle/>
          <a:p>
            <a:endParaRPr lang="uk-UA"/>
          </a:p>
        </p:txBody>
      </p:sp>
      <p:sp>
        <p:nvSpPr>
          <p:cNvPr id="643" name="shape643"/>
          <p:cNvSpPr/>
          <p:nvPr/>
        </p:nvSpPr>
        <p:spPr>
          <a:xfrm>
            <a:off x="6040145" y="2889504"/>
            <a:ext cx="83591" cy="202997"/>
          </a:xfrm>
          <a:prstGeom prst="rect">
            <a:avLst/>
          </a:prstGeom>
          <a:solidFill>
            <a:srgbClr val="0D8D56"/>
          </a:solidFill>
          <a:ln>
            <a:noFill/>
          </a:ln>
        </p:spPr>
        <p:txBody>
          <a:bodyPr/>
          <a:lstStyle/>
          <a:p>
            <a:endParaRPr lang="uk-UA"/>
          </a:p>
        </p:txBody>
      </p:sp>
      <p:sp>
        <p:nvSpPr>
          <p:cNvPr id="644" name="shape644"/>
          <p:cNvSpPr/>
          <p:nvPr/>
        </p:nvSpPr>
        <p:spPr>
          <a:xfrm>
            <a:off x="6121908" y="2889504"/>
            <a:ext cx="83591" cy="202997"/>
          </a:xfrm>
          <a:prstGeom prst="rect">
            <a:avLst/>
          </a:prstGeom>
          <a:solidFill>
            <a:srgbClr val="0D8D56"/>
          </a:solidFill>
          <a:ln>
            <a:noFill/>
          </a:ln>
        </p:spPr>
        <p:txBody>
          <a:bodyPr/>
          <a:lstStyle/>
          <a:p>
            <a:endParaRPr lang="uk-UA"/>
          </a:p>
        </p:txBody>
      </p:sp>
      <p:sp>
        <p:nvSpPr>
          <p:cNvPr id="645" name="shape645"/>
          <p:cNvSpPr/>
          <p:nvPr/>
        </p:nvSpPr>
        <p:spPr>
          <a:xfrm>
            <a:off x="6203671" y="2889504"/>
            <a:ext cx="83591" cy="202997"/>
          </a:xfrm>
          <a:prstGeom prst="rect">
            <a:avLst/>
          </a:prstGeom>
          <a:solidFill>
            <a:srgbClr val="0D8D56"/>
          </a:solidFill>
          <a:ln>
            <a:noFill/>
          </a:ln>
        </p:spPr>
        <p:txBody>
          <a:bodyPr/>
          <a:lstStyle/>
          <a:p>
            <a:endParaRPr lang="uk-UA"/>
          </a:p>
        </p:txBody>
      </p:sp>
      <p:sp>
        <p:nvSpPr>
          <p:cNvPr id="646" name="shape646"/>
          <p:cNvSpPr/>
          <p:nvPr/>
        </p:nvSpPr>
        <p:spPr>
          <a:xfrm>
            <a:off x="6285433" y="2889504"/>
            <a:ext cx="83591" cy="202997"/>
          </a:xfrm>
          <a:prstGeom prst="rect">
            <a:avLst/>
          </a:prstGeom>
          <a:solidFill>
            <a:srgbClr val="0D8D56"/>
          </a:solidFill>
          <a:ln>
            <a:noFill/>
          </a:ln>
        </p:spPr>
        <p:txBody>
          <a:bodyPr/>
          <a:lstStyle/>
          <a:p>
            <a:endParaRPr lang="uk-UA"/>
          </a:p>
        </p:txBody>
      </p:sp>
      <p:sp>
        <p:nvSpPr>
          <p:cNvPr id="647" name="shape647"/>
          <p:cNvSpPr/>
          <p:nvPr/>
        </p:nvSpPr>
        <p:spPr>
          <a:xfrm>
            <a:off x="6367196" y="2889504"/>
            <a:ext cx="83591" cy="202997"/>
          </a:xfrm>
          <a:prstGeom prst="rect">
            <a:avLst/>
          </a:prstGeom>
          <a:solidFill>
            <a:srgbClr val="0D8D56"/>
          </a:solidFill>
          <a:ln>
            <a:noFill/>
          </a:ln>
        </p:spPr>
        <p:txBody>
          <a:bodyPr/>
          <a:lstStyle/>
          <a:p>
            <a:endParaRPr lang="uk-UA"/>
          </a:p>
        </p:txBody>
      </p:sp>
      <p:sp>
        <p:nvSpPr>
          <p:cNvPr id="648" name="shape648"/>
          <p:cNvSpPr/>
          <p:nvPr/>
        </p:nvSpPr>
        <p:spPr>
          <a:xfrm>
            <a:off x="6448958" y="2889504"/>
            <a:ext cx="83591" cy="202997"/>
          </a:xfrm>
          <a:prstGeom prst="rect">
            <a:avLst/>
          </a:prstGeom>
          <a:solidFill>
            <a:srgbClr val="0D8D56"/>
          </a:solidFill>
          <a:ln>
            <a:noFill/>
          </a:ln>
        </p:spPr>
        <p:txBody>
          <a:bodyPr/>
          <a:lstStyle/>
          <a:p>
            <a:endParaRPr lang="uk-UA"/>
          </a:p>
        </p:txBody>
      </p:sp>
      <p:sp>
        <p:nvSpPr>
          <p:cNvPr id="649" name="shape649"/>
          <p:cNvSpPr/>
          <p:nvPr/>
        </p:nvSpPr>
        <p:spPr>
          <a:xfrm>
            <a:off x="6530721" y="2889504"/>
            <a:ext cx="83591" cy="202997"/>
          </a:xfrm>
          <a:prstGeom prst="rect">
            <a:avLst/>
          </a:prstGeom>
          <a:solidFill>
            <a:srgbClr val="0D8D56"/>
          </a:solidFill>
          <a:ln>
            <a:noFill/>
          </a:ln>
        </p:spPr>
        <p:txBody>
          <a:bodyPr/>
          <a:lstStyle/>
          <a:p>
            <a:endParaRPr lang="uk-UA"/>
          </a:p>
        </p:txBody>
      </p:sp>
      <p:sp>
        <p:nvSpPr>
          <p:cNvPr id="650" name="shape650"/>
          <p:cNvSpPr/>
          <p:nvPr/>
        </p:nvSpPr>
        <p:spPr>
          <a:xfrm>
            <a:off x="6612484" y="2889504"/>
            <a:ext cx="83591" cy="202997"/>
          </a:xfrm>
          <a:prstGeom prst="rect">
            <a:avLst/>
          </a:prstGeom>
          <a:solidFill>
            <a:srgbClr val="0D8D56"/>
          </a:solidFill>
          <a:ln>
            <a:noFill/>
          </a:ln>
        </p:spPr>
        <p:txBody>
          <a:bodyPr/>
          <a:lstStyle/>
          <a:p>
            <a:endParaRPr lang="uk-UA"/>
          </a:p>
        </p:txBody>
      </p:sp>
      <p:sp>
        <p:nvSpPr>
          <p:cNvPr id="651" name="shape651"/>
          <p:cNvSpPr/>
          <p:nvPr/>
        </p:nvSpPr>
        <p:spPr>
          <a:xfrm>
            <a:off x="6694246" y="2889504"/>
            <a:ext cx="83591" cy="202997"/>
          </a:xfrm>
          <a:prstGeom prst="rect">
            <a:avLst/>
          </a:prstGeom>
          <a:solidFill>
            <a:srgbClr val="0D8D56"/>
          </a:solidFill>
          <a:ln>
            <a:noFill/>
          </a:ln>
        </p:spPr>
        <p:txBody>
          <a:bodyPr/>
          <a:lstStyle/>
          <a:p>
            <a:endParaRPr lang="uk-UA"/>
          </a:p>
        </p:txBody>
      </p:sp>
      <p:sp>
        <p:nvSpPr>
          <p:cNvPr id="652" name="shape652"/>
          <p:cNvSpPr/>
          <p:nvPr/>
        </p:nvSpPr>
        <p:spPr>
          <a:xfrm>
            <a:off x="6776009" y="2889504"/>
            <a:ext cx="83591" cy="202997"/>
          </a:xfrm>
          <a:prstGeom prst="rect">
            <a:avLst/>
          </a:prstGeom>
          <a:solidFill>
            <a:srgbClr val="0D8D56"/>
          </a:solidFill>
          <a:ln>
            <a:noFill/>
          </a:ln>
        </p:spPr>
        <p:txBody>
          <a:bodyPr/>
          <a:lstStyle/>
          <a:p>
            <a:endParaRPr lang="uk-UA"/>
          </a:p>
        </p:txBody>
      </p:sp>
      <p:sp>
        <p:nvSpPr>
          <p:cNvPr id="653" name="shape653"/>
          <p:cNvSpPr/>
          <p:nvPr/>
        </p:nvSpPr>
        <p:spPr>
          <a:xfrm>
            <a:off x="6857771" y="2889504"/>
            <a:ext cx="83591" cy="202997"/>
          </a:xfrm>
          <a:prstGeom prst="rect">
            <a:avLst/>
          </a:prstGeom>
          <a:solidFill>
            <a:srgbClr val="0D8D56"/>
          </a:solidFill>
          <a:ln>
            <a:noFill/>
          </a:ln>
        </p:spPr>
        <p:txBody>
          <a:bodyPr/>
          <a:lstStyle/>
          <a:p>
            <a:endParaRPr lang="uk-UA"/>
          </a:p>
        </p:txBody>
      </p:sp>
      <p:sp>
        <p:nvSpPr>
          <p:cNvPr id="654" name="shape654"/>
          <p:cNvSpPr/>
          <p:nvPr/>
        </p:nvSpPr>
        <p:spPr>
          <a:xfrm>
            <a:off x="6939534" y="2889504"/>
            <a:ext cx="83591" cy="202997"/>
          </a:xfrm>
          <a:prstGeom prst="rect">
            <a:avLst/>
          </a:prstGeom>
          <a:solidFill>
            <a:srgbClr val="0D8D56"/>
          </a:solidFill>
          <a:ln>
            <a:noFill/>
          </a:ln>
        </p:spPr>
        <p:txBody>
          <a:bodyPr/>
          <a:lstStyle/>
          <a:p>
            <a:endParaRPr lang="uk-UA"/>
          </a:p>
        </p:txBody>
      </p:sp>
      <p:sp>
        <p:nvSpPr>
          <p:cNvPr id="655" name="shape655"/>
          <p:cNvSpPr/>
          <p:nvPr/>
        </p:nvSpPr>
        <p:spPr>
          <a:xfrm>
            <a:off x="7021297" y="2889504"/>
            <a:ext cx="83591" cy="202997"/>
          </a:xfrm>
          <a:prstGeom prst="rect">
            <a:avLst/>
          </a:prstGeom>
          <a:solidFill>
            <a:srgbClr val="0D8D56"/>
          </a:solidFill>
          <a:ln>
            <a:noFill/>
          </a:ln>
        </p:spPr>
        <p:txBody>
          <a:bodyPr/>
          <a:lstStyle/>
          <a:p>
            <a:endParaRPr lang="uk-UA"/>
          </a:p>
        </p:txBody>
      </p:sp>
      <p:sp>
        <p:nvSpPr>
          <p:cNvPr id="656" name="shape656"/>
          <p:cNvSpPr/>
          <p:nvPr/>
        </p:nvSpPr>
        <p:spPr>
          <a:xfrm>
            <a:off x="7103059" y="2889504"/>
            <a:ext cx="83591" cy="202997"/>
          </a:xfrm>
          <a:prstGeom prst="rect">
            <a:avLst/>
          </a:prstGeom>
          <a:solidFill>
            <a:srgbClr val="0D8D56"/>
          </a:solidFill>
          <a:ln>
            <a:noFill/>
          </a:ln>
        </p:spPr>
        <p:txBody>
          <a:bodyPr/>
          <a:lstStyle/>
          <a:p>
            <a:endParaRPr lang="uk-UA"/>
          </a:p>
        </p:txBody>
      </p:sp>
      <p:sp>
        <p:nvSpPr>
          <p:cNvPr id="657" name="shape657"/>
          <p:cNvSpPr/>
          <p:nvPr/>
        </p:nvSpPr>
        <p:spPr>
          <a:xfrm>
            <a:off x="7184822" y="2889504"/>
            <a:ext cx="83591" cy="202997"/>
          </a:xfrm>
          <a:prstGeom prst="rect">
            <a:avLst/>
          </a:prstGeom>
          <a:solidFill>
            <a:srgbClr val="0D8D56"/>
          </a:solidFill>
          <a:ln>
            <a:noFill/>
          </a:ln>
        </p:spPr>
        <p:txBody>
          <a:bodyPr/>
          <a:lstStyle/>
          <a:p>
            <a:endParaRPr lang="uk-UA"/>
          </a:p>
        </p:txBody>
      </p:sp>
      <p:sp>
        <p:nvSpPr>
          <p:cNvPr id="658" name="shape658"/>
          <p:cNvSpPr/>
          <p:nvPr/>
        </p:nvSpPr>
        <p:spPr>
          <a:xfrm>
            <a:off x="7266584" y="2889504"/>
            <a:ext cx="83591" cy="202997"/>
          </a:xfrm>
          <a:prstGeom prst="rect">
            <a:avLst/>
          </a:prstGeom>
          <a:solidFill>
            <a:srgbClr val="0D8D56"/>
          </a:solidFill>
          <a:ln>
            <a:noFill/>
          </a:ln>
        </p:spPr>
        <p:txBody>
          <a:bodyPr/>
          <a:lstStyle/>
          <a:p>
            <a:endParaRPr lang="uk-UA"/>
          </a:p>
        </p:txBody>
      </p:sp>
      <p:sp>
        <p:nvSpPr>
          <p:cNvPr id="659" name="shape659"/>
          <p:cNvSpPr/>
          <p:nvPr/>
        </p:nvSpPr>
        <p:spPr>
          <a:xfrm>
            <a:off x="7348347" y="2889504"/>
            <a:ext cx="83591" cy="202997"/>
          </a:xfrm>
          <a:prstGeom prst="rect">
            <a:avLst/>
          </a:prstGeom>
          <a:solidFill>
            <a:srgbClr val="0D8D56"/>
          </a:solidFill>
          <a:ln>
            <a:noFill/>
          </a:ln>
        </p:spPr>
        <p:txBody>
          <a:bodyPr/>
          <a:lstStyle/>
          <a:p>
            <a:endParaRPr lang="uk-UA"/>
          </a:p>
        </p:txBody>
      </p:sp>
      <p:sp>
        <p:nvSpPr>
          <p:cNvPr id="660" name="shape660"/>
          <p:cNvSpPr/>
          <p:nvPr/>
        </p:nvSpPr>
        <p:spPr>
          <a:xfrm>
            <a:off x="7430110" y="2889504"/>
            <a:ext cx="83591" cy="202997"/>
          </a:xfrm>
          <a:prstGeom prst="rect">
            <a:avLst/>
          </a:prstGeom>
          <a:solidFill>
            <a:srgbClr val="0D8D56"/>
          </a:solidFill>
          <a:ln>
            <a:noFill/>
          </a:ln>
        </p:spPr>
        <p:txBody>
          <a:bodyPr/>
          <a:lstStyle/>
          <a:p>
            <a:endParaRPr lang="uk-UA"/>
          </a:p>
        </p:txBody>
      </p:sp>
      <p:sp>
        <p:nvSpPr>
          <p:cNvPr id="661" name="shape661"/>
          <p:cNvSpPr/>
          <p:nvPr/>
        </p:nvSpPr>
        <p:spPr>
          <a:xfrm>
            <a:off x="7511872" y="2889504"/>
            <a:ext cx="83591" cy="202997"/>
          </a:xfrm>
          <a:prstGeom prst="rect">
            <a:avLst/>
          </a:prstGeom>
          <a:solidFill>
            <a:srgbClr val="0D8D56"/>
          </a:solidFill>
          <a:ln>
            <a:noFill/>
          </a:ln>
        </p:spPr>
        <p:txBody>
          <a:bodyPr/>
          <a:lstStyle/>
          <a:p>
            <a:endParaRPr lang="uk-UA"/>
          </a:p>
        </p:txBody>
      </p:sp>
      <p:sp>
        <p:nvSpPr>
          <p:cNvPr id="662" name="shape662"/>
          <p:cNvSpPr/>
          <p:nvPr/>
        </p:nvSpPr>
        <p:spPr>
          <a:xfrm>
            <a:off x="7593635" y="2889504"/>
            <a:ext cx="83591" cy="202997"/>
          </a:xfrm>
          <a:prstGeom prst="rect">
            <a:avLst/>
          </a:prstGeom>
          <a:solidFill>
            <a:srgbClr val="0D8D56"/>
          </a:solidFill>
          <a:ln>
            <a:noFill/>
          </a:ln>
        </p:spPr>
        <p:txBody>
          <a:bodyPr/>
          <a:lstStyle/>
          <a:p>
            <a:endParaRPr lang="uk-UA"/>
          </a:p>
        </p:txBody>
      </p:sp>
      <p:sp>
        <p:nvSpPr>
          <p:cNvPr id="663" name="shape663"/>
          <p:cNvSpPr/>
          <p:nvPr/>
        </p:nvSpPr>
        <p:spPr>
          <a:xfrm>
            <a:off x="7675397" y="2889504"/>
            <a:ext cx="83591" cy="202997"/>
          </a:xfrm>
          <a:prstGeom prst="rect">
            <a:avLst/>
          </a:prstGeom>
          <a:solidFill>
            <a:srgbClr val="0D8D56"/>
          </a:solidFill>
          <a:ln>
            <a:noFill/>
          </a:ln>
        </p:spPr>
        <p:txBody>
          <a:bodyPr/>
          <a:lstStyle/>
          <a:p>
            <a:endParaRPr lang="uk-UA"/>
          </a:p>
        </p:txBody>
      </p:sp>
      <p:sp>
        <p:nvSpPr>
          <p:cNvPr id="664" name="shape664"/>
          <p:cNvSpPr/>
          <p:nvPr/>
        </p:nvSpPr>
        <p:spPr>
          <a:xfrm>
            <a:off x="7757160" y="2889504"/>
            <a:ext cx="83591" cy="202997"/>
          </a:xfrm>
          <a:prstGeom prst="rect">
            <a:avLst/>
          </a:prstGeom>
          <a:solidFill>
            <a:srgbClr val="0D8D56"/>
          </a:solidFill>
          <a:ln>
            <a:noFill/>
          </a:ln>
        </p:spPr>
        <p:txBody>
          <a:bodyPr/>
          <a:lstStyle/>
          <a:p>
            <a:endParaRPr lang="uk-UA"/>
          </a:p>
        </p:txBody>
      </p:sp>
      <p:sp>
        <p:nvSpPr>
          <p:cNvPr id="665" name="shape665"/>
          <p:cNvSpPr/>
          <p:nvPr/>
        </p:nvSpPr>
        <p:spPr>
          <a:xfrm>
            <a:off x="7838923" y="2889504"/>
            <a:ext cx="83591" cy="202997"/>
          </a:xfrm>
          <a:prstGeom prst="rect">
            <a:avLst/>
          </a:prstGeom>
          <a:solidFill>
            <a:srgbClr val="0D8D56"/>
          </a:solidFill>
          <a:ln>
            <a:noFill/>
          </a:ln>
        </p:spPr>
        <p:txBody>
          <a:bodyPr/>
          <a:lstStyle/>
          <a:p>
            <a:endParaRPr lang="uk-UA"/>
          </a:p>
        </p:txBody>
      </p:sp>
      <p:sp>
        <p:nvSpPr>
          <p:cNvPr id="666" name="shape666"/>
          <p:cNvSpPr/>
          <p:nvPr/>
        </p:nvSpPr>
        <p:spPr>
          <a:xfrm>
            <a:off x="7920685" y="2889504"/>
            <a:ext cx="83591" cy="202997"/>
          </a:xfrm>
          <a:prstGeom prst="rect">
            <a:avLst/>
          </a:prstGeom>
          <a:solidFill>
            <a:srgbClr val="0D8D56"/>
          </a:solidFill>
          <a:ln>
            <a:noFill/>
          </a:ln>
        </p:spPr>
        <p:txBody>
          <a:bodyPr/>
          <a:lstStyle/>
          <a:p>
            <a:endParaRPr lang="uk-UA"/>
          </a:p>
        </p:txBody>
      </p:sp>
      <p:sp>
        <p:nvSpPr>
          <p:cNvPr id="667" name="shape667"/>
          <p:cNvSpPr/>
          <p:nvPr/>
        </p:nvSpPr>
        <p:spPr>
          <a:xfrm>
            <a:off x="8002448" y="2889504"/>
            <a:ext cx="83591" cy="202997"/>
          </a:xfrm>
          <a:prstGeom prst="rect">
            <a:avLst/>
          </a:prstGeom>
          <a:solidFill>
            <a:srgbClr val="0D8D56"/>
          </a:solidFill>
          <a:ln>
            <a:noFill/>
          </a:ln>
        </p:spPr>
        <p:txBody>
          <a:bodyPr/>
          <a:lstStyle/>
          <a:p>
            <a:endParaRPr lang="uk-UA"/>
          </a:p>
        </p:txBody>
      </p:sp>
      <p:sp>
        <p:nvSpPr>
          <p:cNvPr id="668" name="shape668"/>
          <p:cNvSpPr/>
          <p:nvPr/>
        </p:nvSpPr>
        <p:spPr>
          <a:xfrm>
            <a:off x="8084210" y="2889504"/>
            <a:ext cx="83591" cy="202997"/>
          </a:xfrm>
          <a:prstGeom prst="rect">
            <a:avLst/>
          </a:prstGeom>
          <a:solidFill>
            <a:srgbClr val="0D8D56"/>
          </a:solidFill>
          <a:ln>
            <a:noFill/>
          </a:ln>
        </p:spPr>
        <p:txBody>
          <a:bodyPr/>
          <a:lstStyle/>
          <a:p>
            <a:endParaRPr lang="uk-UA"/>
          </a:p>
        </p:txBody>
      </p:sp>
      <p:sp>
        <p:nvSpPr>
          <p:cNvPr id="669" name="shape669"/>
          <p:cNvSpPr/>
          <p:nvPr/>
        </p:nvSpPr>
        <p:spPr>
          <a:xfrm>
            <a:off x="8165973" y="2889504"/>
            <a:ext cx="83591" cy="202997"/>
          </a:xfrm>
          <a:prstGeom prst="rect">
            <a:avLst/>
          </a:prstGeom>
          <a:solidFill>
            <a:srgbClr val="0D8D56"/>
          </a:solidFill>
          <a:ln>
            <a:noFill/>
          </a:ln>
        </p:spPr>
        <p:txBody>
          <a:bodyPr/>
          <a:lstStyle/>
          <a:p>
            <a:endParaRPr lang="uk-UA"/>
          </a:p>
        </p:txBody>
      </p:sp>
      <p:sp>
        <p:nvSpPr>
          <p:cNvPr id="670" name="shape670"/>
          <p:cNvSpPr/>
          <p:nvPr/>
        </p:nvSpPr>
        <p:spPr>
          <a:xfrm>
            <a:off x="8247736" y="2889504"/>
            <a:ext cx="83591" cy="202997"/>
          </a:xfrm>
          <a:prstGeom prst="rect">
            <a:avLst/>
          </a:prstGeom>
          <a:solidFill>
            <a:srgbClr val="0D8D56"/>
          </a:solidFill>
          <a:ln>
            <a:noFill/>
          </a:ln>
        </p:spPr>
        <p:txBody>
          <a:bodyPr/>
          <a:lstStyle/>
          <a:p>
            <a:endParaRPr lang="uk-UA"/>
          </a:p>
        </p:txBody>
      </p:sp>
      <p:sp>
        <p:nvSpPr>
          <p:cNvPr id="671" name="shape671"/>
          <p:cNvSpPr/>
          <p:nvPr/>
        </p:nvSpPr>
        <p:spPr>
          <a:xfrm>
            <a:off x="8329498" y="2889504"/>
            <a:ext cx="83591" cy="202997"/>
          </a:xfrm>
          <a:prstGeom prst="rect">
            <a:avLst/>
          </a:prstGeom>
          <a:solidFill>
            <a:srgbClr val="0D8D56"/>
          </a:solidFill>
          <a:ln>
            <a:noFill/>
          </a:ln>
        </p:spPr>
        <p:txBody>
          <a:bodyPr/>
          <a:lstStyle/>
          <a:p>
            <a:endParaRPr lang="uk-UA"/>
          </a:p>
        </p:txBody>
      </p:sp>
      <p:sp>
        <p:nvSpPr>
          <p:cNvPr id="672" name="shape672"/>
          <p:cNvSpPr/>
          <p:nvPr/>
        </p:nvSpPr>
        <p:spPr>
          <a:xfrm>
            <a:off x="8411261" y="2889504"/>
            <a:ext cx="83591" cy="202997"/>
          </a:xfrm>
          <a:prstGeom prst="rect">
            <a:avLst/>
          </a:prstGeom>
          <a:solidFill>
            <a:srgbClr val="0D8D56"/>
          </a:solidFill>
          <a:ln>
            <a:noFill/>
          </a:ln>
        </p:spPr>
        <p:txBody>
          <a:bodyPr/>
          <a:lstStyle/>
          <a:p>
            <a:endParaRPr lang="uk-UA"/>
          </a:p>
        </p:txBody>
      </p:sp>
      <p:sp>
        <p:nvSpPr>
          <p:cNvPr id="673" name="shape673"/>
          <p:cNvSpPr/>
          <p:nvPr/>
        </p:nvSpPr>
        <p:spPr>
          <a:xfrm>
            <a:off x="8493023" y="2889504"/>
            <a:ext cx="83591" cy="202997"/>
          </a:xfrm>
          <a:prstGeom prst="rect">
            <a:avLst/>
          </a:prstGeom>
          <a:solidFill>
            <a:srgbClr val="0D8D56"/>
          </a:solidFill>
          <a:ln>
            <a:noFill/>
          </a:ln>
        </p:spPr>
        <p:txBody>
          <a:bodyPr/>
          <a:lstStyle/>
          <a:p>
            <a:endParaRPr lang="uk-UA"/>
          </a:p>
        </p:txBody>
      </p:sp>
      <p:sp>
        <p:nvSpPr>
          <p:cNvPr id="674" name="shape674"/>
          <p:cNvSpPr/>
          <p:nvPr/>
        </p:nvSpPr>
        <p:spPr>
          <a:xfrm>
            <a:off x="8574786" y="2889504"/>
            <a:ext cx="83591" cy="202997"/>
          </a:xfrm>
          <a:prstGeom prst="rect">
            <a:avLst/>
          </a:prstGeom>
          <a:solidFill>
            <a:srgbClr val="0D8D56"/>
          </a:solidFill>
          <a:ln>
            <a:noFill/>
          </a:ln>
        </p:spPr>
        <p:txBody>
          <a:bodyPr/>
          <a:lstStyle/>
          <a:p>
            <a:endParaRPr lang="uk-UA"/>
          </a:p>
        </p:txBody>
      </p:sp>
      <p:sp>
        <p:nvSpPr>
          <p:cNvPr id="675" name="shape675"/>
          <p:cNvSpPr/>
          <p:nvPr/>
        </p:nvSpPr>
        <p:spPr>
          <a:xfrm>
            <a:off x="8656549" y="2889504"/>
            <a:ext cx="83591" cy="202997"/>
          </a:xfrm>
          <a:prstGeom prst="rect">
            <a:avLst/>
          </a:prstGeom>
          <a:solidFill>
            <a:srgbClr val="0D8D56"/>
          </a:solidFill>
          <a:ln>
            <a:noFill/>
          </a:ln>
        </p:spPr>
        <p:txBody>
          <a:bodyPr/>
          <a:lstStyle/>
          <a:p>
            <a:endParaRPr lang="uk-UA"/>
          </a:p>
        </p:txBody>
      </p:sp>
      <p:sp>
        <p:nvSpPr>
          <p:cNvPr id="676" name="shape676"/>
          <p:cNvSpPr/>
          <p:nvPr/>
        </p:nvSpPr>
        <p:spPr>
          <a:xfrm>
            <a:off x="8738311" y="2889504"/>
            <a:ext cx="83591" cy="202997"/>
          </a:xfrm>
          <a:prstGeom prst="rect">
            <a:avLst/>
          </a:prstGeom>
          <a:solidFill>
            <a:srgbClr val="0D8D56"/>
          </a:solidFill>
          <a:ln>
            <a:noFill/>
          </a:ln>
        </p:spPr>
        <p:txBody>
          <a:bodyPr/>
          <a:lstStyle/>
          <a:p>
            <a:endParaRPr lang="uk-UA"/>
          </a:p>
        </p:txBody>
      </p:sp>
      <p:sp>
        <p:nvSpPr>
          <p:cNvPr id="677" name="shape677"/>
          <p:cNvSpPr/>
          <p:nvPr/>
        </p:nvSpPr>
        <p:spPr>
          <a:xfrm>
            <a:off x="8820074" y="2889504"/>
            <a:ext cx="83591" cy="202997"/>
          </a:xfrm>
          <a:prstGeom prst="rect">
            <a:avLst/>
          </a:prstGeom>
          <a:solidFill>
            <a:srgbClr val="0D8D56"/>
          </a:solidFill>
          <a:ln>
            <a:noFill/>
          </a:ln>
        </p:spPr>
        <p:txBody>
          <a:bodyPr/>
          <a:lstStyle/>
          <a:p>
            <a:endParaRPr lang="uk-UA"/>
          </a:p>
        </p:txBody>
      </p:sp>
      <p:sp>
        <p:nvSpPr>
          <p:cNvPr id="678" name="shape678"/>
          <p:cNvSpPr/>
          <p:nvPr/>
        </p:nvSpPr>
        <p:spPr>
          <a:xfrm>
            <a:off x="8901836" y="2889504"/>
            <a:ext cx="83591" cy="202997"/>
          </a:xfrm>
          <a:prstGeom prst="rect">
            <a:avLst/>
          </a:prstGeom>
          <a:solidFill>
            <a:srgbClr val="0D8D56"/>
          </a:solidFill>
          <a:ln>
            <a:noFill/>
          </a:ln>
        </p:spPr>
        <p:txBody>
          <a:bodyPr/>
          <a:lstStyle/>
          <a:p>
            <a:endParaRPr lang="uk-UA"/>
          </a:p>
        </p:txBody>
      </p:sp>
      <p:sp>
        <p:nvSpPr>
          <p:cNvPr id="679" name="shape679"/>
          <p:cNvSpPr/>
          <p:nvPr/>
        </p:nvSpPr>
        <p:spPr>
          <a:xfrm>
            <a:off x="8983599" y="2889504"/>
            <a:ext cx="83591" cy="202997"/>
          </a:xfrm>
          <a:prstGeom prst="rect">
            <a:avLst/>
          </a:prstGeom>
          <a:solidFill>
            <a:srgbClr val="0D8D56"/>
          </a:solidFill>
          <a:ln>
            <a:noFill/>
          </a:ln>
        </p:spPr>
        <p:txBody>
          <a:bodyPr/>
          <a:lstStyle/>
          <a:p>
            <a:endParaRPr lang="uk-UA"/>
          </a:p>
        </p:txBody>
      </p:sp>
      <p:sp>
        <p:nvSpPr>
          <p:cNvPr id="680" name="shape680"/>
          <p:cNvSpPr/>
          <p:nvPr/>
        </p:nvSpPr>
        <p:spPr>
          <a:xfrm>
            <a:off x="9065362" y="2889504"/>
            <a:ext cx="83591" cy="202997"/>
          </a:xfrm>
          <a:prstGeom prst="rect">
            <a:avLst/>
          </a:prstGeom>
          <a:solidFill>
            <a:srgbClr val="0D8D56"/>
          </a:solidFill>
          <a:ln>
            <a:noFill/>
          </a:ln>
        </p:spPr>
        <p:txBody>
          <a:bodyPr/>
          <a:lstStyle/>
          <a:p>
            <a:endParaRPr lang="uk-UA"/>
          </a:p>
        </p:txBody>
      </p:sp>
      <p:sp>
        <p:nvSpPr>
          <p:cNvPr id="681" name="shape681"/>
          <p:cNvSpPr/>
          <p:nvPr/>
        </p:nvSpPr>
        <p:spPr>
          <a:xfrm>
            <a:off x="9147124" y="2889504"/>
            <a:ext cx="83591" cy="202997"/>
          </a:xfrm>
          <a:prstGeom prst="rect">
            <a:avLst/>
          </a:prstGeom>
          <a:solidFill>
            <a:srgbClr val="0D8D56"/>
          </a:solidFill>
          <a:ln>
            <a:noFill/>
          </a:ln>
        </p:spPr>
        <p:txBody>
          <a:bodyPr/>
          <a:lstStyle/>
          <a:p>
            <a:endParaRPr lang="uk-UA"/>
          </a:p>
        </p:txBody>
      </p:sp>
      <p:sp>
        <p:nvSpPr>
          <p:cNvPr id="682" name="shape682"/>
          <p:cNvSpPr/>
          <p:nvPr/>
        </p:nvSpPr>
        <p:spPr>
          <a:xfrm>
            <a:off x="9228887" y="2889504"/>
            <a:ext cx="83591" cy="202997"/>
          </a:xfrm>
          <a:prstGeom prst="rect">
            <a:avLst/>
          </a:prstGeom>
          <a:solidFill>
            <a:srgbClr val="0D8D56"/>
          </a:solidFill>
          <a:ln>
            <a:noFill/>
          </a:ln>
        </p:spPr>
        <p:txBody>
          <a:bodyPr/>
          <a:lstStyle/>
          <a:p>
            <a:endParaRPr lang="uk-UA"/>
          </a:p>
        </p:txBody>
      </p:sp>
      <p:sp>
        <p:nvSpPr>
          <p:cNvPr id="683" name="shape683"/>
          <p:cNvSpPr/>
          <p:nvPr/>
        </p:nvSpPr>
        <p:spPr>
          <a:xfrm>
            <a:off x="9310649" y="2889504"/>
            <a:ext cx="83591" cy="202997"/>
          </a:xfrm>
          <a:prstGeom prst="rect">
            <a:avLst/>
          </a:prstGeom>
          <a:solidFill>
            <a:srgbClr val="0D8D56"/>
          </a:solidFill>
          <a:ln>
            <a:noFill/>
          </a:ln>
        </p:spPr>
        <p:txBody>
          <a:bodyPr/>
          <a:lstStyle/>
          <a:p>
            <a:endParaRPr lang="uk-UA"/>
          </a:p>
        </p:txBody>
      </p:sp>
      <p:sp>
        <p:nvSpPr>
          <p:cNvPr id="684" name="shape684"/>
          <p:cNvSpPr/>
          <p:nvPr/>
        </p:nvSpPr>
        <p:spPr>
          <a:xfrm>
            <a:off x="9392412" y="2889504"/>
            <a:ext cx="83591" cy="202997"/>
          </a:xfrm>
          <a:prstGeom prst="rect">
            <a:avLst/>
          </a:prstGeom>
          <a:solidFill>
            <a:srgbClr val="0D8D56"/>
          </a:solidFill>
          <a:ln>
            <a:noFill/>
          </a:ln>
        </p:spPr>
        <p:txBody>
          <a:bodyPr/>
          <a:lstStyle/>
          <a:p>
            <a:endParaRPr lang="uk-UA"/>
          </a:p>
        </p:txBody>
      </p:sp>
      <p:sp>
        <p:nvSpPr>
          <p:cNvPr id="685" name="shape685"/>
          <p:cNvSpPr/>
          <p:nvPr/>
        </p:nvSpPr>
        <p:spPr>
          <a:xfrm>
            <a:off x="9474175" y="2889504"/>
            <a:ext cx="83591" cy="202997"/>
          </a:xfrm>
          <a:prstGeom prst="rect">
            <a:avLst/>
          </a:prstGeom>
          <a:solidFill>
            <a:srgbClr val="0D8D56"/>
          </a:solidFill>
          <a:ln>
            <a:noFill/>
          </a:ln>
        </p:spPr>
        <p:txBody>
          <a:bodyPr/>
          <a:lstStyle/>
          <a:p>
            <a:endParaRPr lang="uk-UA"/>
          </a:p>
        </p:txBody>
      </p:sp>
      <p:sp>
        <p:nvSpPr>
          <p:cNvPr id="686" name="shape686"/>
          <p:cNvSpPr/>
          <p:nvPr/>
        </p:nvSpPr>
        <p:spPr>
          <a:xfrm>
            <a:off x="9555937" y="2889504"/>
            <a:ext cx="83591" cy="202997"/>
          </a:xfrm>
          <a:prstGeom prst="rect">
            <a:avLst/>
          </a:prstGeom>
          <a:solidFill>
            <a:srgbClr val="0D8D56"/>
          </a:solidFill>
          <a:ln>
            <a:noFill/>
          </a:ln>
        </p:spPr>
        <p:txBody>
          <a:bodyPr/>
          <a:lstStyle/>
          <a:p>
            <a:endParaRPr lang="uk-UA"/>
          </a:p>
        </p:txBody>
      </p:sp>
      <p:sp>
        <p:nvSpPr>
          <p:cNvPr id="687" name="shape687"/>
          <p:cNvSpPr/>
          <p:nvPr/>
        </p:nvSpPr>
        <p:spPr>
          <a:xfrm>
            <a:off x="9637700" y="2889504"/>
            <a:ext cx="83591" cy="202997"/>
          </a:xfrm>
          <a:prstGeom prst="rect">
            <a:avLst/>
          </a:prstGeom>
          <a:solidFill>
            <a:srgbClr val="0D8D56"/>
          </a:solidFill>
          <a:ln>
            <a:noFill/>
          </a:ln>
        </p:spPr>
        <p:txBody>
          <a:bodyPr/>
          <a:lstStyle/>
          <a:p>
            <a:endParaRPr lang="uk-UA"/>
          </a:p>
        </p:txBody>
      </p:sp>
      <p:sp>
        <p:nvSpPr>
          <p:cNvPr id="688" name="shape688"/>
          <p:cNvSpPr/>
          <p:nvPr/>
        </p:nvSpPr>
        <p:spPr>
          <a:xfrm>
            <a:off x="9719462" y="2889504"/>
            <a:ext cx="83591" cy="202997"/>
          </a:xfrm>
          <a:prstGeom prst="rect">
            <a:avLst/>
          </a:prstGeom>
          <a:solidFill>
            <a:srgbClr val="0D8D56"/>
          </a:solidFill>
          <a:ln>
            <a:noFill/>
          </a:ln>
        </p:spPr>
        <p:txBody>
          <a:bodyPr/>
          <a:lstStyle/>
          <a:p>
            <a:endParaRPr lang="uk-UA"/>
          </a:p>
        </p:txBody>
      </p:sp>
      <p:sp>
        <p:nvSpPr>
          <p:cNvPr id="689" name="shape689"/>
          <p:cNvSpPr/>
          <p:nvPr/>
        </p:nvSpPr>
        <p:spPr>
          <a:xfrm>
            <a:off x="9801225" y="2889504"/>
            <a:ext cx="83591" cy="202997"/>
          </a:xfrm>
          <a:prstGeom prst="rect">
            <a:avLst/>
          </a:prstGeom>
          <a:solidFill>
            <a:srgbClr val="0D8D56"/>
          </a:solidFill>
          <a:ln>
            <a:noFill/>
          </a:ln>
        </p:spPr>
        <p:txBody>
          <a:bodyPr/>
          <a:lstStyle/>
          <a:p>
            <a:endParaRPr lang="uk-UA"/>
          </a:p>
        </p:txBody>
      </p:sp>
      <p:sp>
        <p:nvSpPr>
          <p:cNvPr id="690" name="shape690"/>
          <p:cNvSpPr/>
          <p:nvPr/>
        </p:nvSpPr>
        <p:spPr>
          <a:xfrm>
            <a:off x="9882988" y="2889504"/>
            <a:ext cx="83591" cy="202997"/>
          </a:xfrm>
          <a:prstGeom prst="rect">
            <a:avLst/>
          </a:prstGeom>
          <a:solidFill>
            <a:srgbClr val="0D8D56"/>
          </a:solidFill>
          <a:ln>
            <a:noFill/>
          </a:ln>
        </p:spPr>
        <p:txBody>
          <a:bodyPr/>
          <a:lstStyle/>
          <a:p>
            <a:endParaRPr lang="uk-UA"/>
          </a:p>
        </p:txBody>
      </p:sp>
      <p:sp>
        <p:nvSpPr>
          <p:cNvPr id="691" name="shape691"/>
          <p:cNvSpPr/>
          <p:nvPr/>
        </p:nvSpPr>
        <p:spPr>
          <a:xfrm>
            <a:off x="9964750" y="2889504"/>
            <a:ext cx="83591" cy="202997"/>
          </a:xfrm>
          <a:prstGeom prst="rect">
            <a:avLst/>
          </a:prstGeom>
          <a:solidFill>
            <a:srgbClr val="0D8D56"/>
          </a:solidFill>
          <a:ln>
            <a:noFill/>
          </a:ln>
        </p:spPr>
        <p:txBody>
          <a:bodyPr/>
          <a:lstStyle/>
          <a:p>
            <a:endParaRPr lang="uk-UA"/>
          </a:p>
        </p:txBody>
      </p:sp>
      <p:sp>
        <p:nvSpPr>
          <p:cNvPr id="692" name="shape692"/>
          <p:cNvSpPr/>
          <p:nvPr/>
        </p:nvSpPr>
        <p:spPr>
          <a:xfrm>
            <a:off x="10046513" y="2889504"/>
            <a:ext cx="83591" cy="202997"/>
          </a:xfrm>
          <a:prstGeom prst="rect">
            <a:avLst/>
          </a:prstGeom>
          <a:solidFill>
            <a:srgbClr val="0D8D56"/>
          </a:solidFill>
          <a:ln>
            <a:noFill/>
          </a:ln>
        </p:spPr>
        <p:txBody>
          <a:bodyPr/>
          <a:lstStyle/>
          <a:p>
            <a:endParaRPr lang="uk-UA"/>
          </a:p>
        </p:txBody>
      </p:sp>
      <p:sp>
        <p:nvSpPr>
          <p:cNvPr id="693" name="shape693"/>
          <p:cNvSpPr/>
          <p:nvPr/>
        </p:nvSpPr>
        <p:spPr>
          <a:xfrm>
            <a:off x="10128275" y="2889504"/>
            <a:ext cx="83591" cy="202997"/>
          </a:xfrm>
          <a:prstGeom prst="rect">
            <a:avLst/>
          </a:prstGeom>
          <a:solidFill>
            <a:srgbClr val="0D8D56"/>
          </a:solidFill>
          <a:ln>
            <a:noFill/>
          </a:ln>
        </p:spPr>
        <p:txBody>
          <a:bodyPr/>
          <a:lstStyle/>
          <a:p>
            <a:endParaRPr lang="uk-UA"/>
          </a:p>
        </p:txBody>
      </p:sp>
      <p:sp>
        <p:nvSpPr>
          <p:cNvPr id="694" name="shape694"/>
          <p:cNvSpPr/>
          <p:nvPr/>
        </p:nvSpPr>
        <p:spPr>
          <a:xfrm>
            <a:off x="10210038" y="2889504"/>
            <a:ext cx="83591" cy="202997"/>
          </a:xfrm>
          <a:prstGeom prst="rect">
            <a:avLst/>
          </a:prstGeom>
          <a:solidFill>
            <a:srgbClr val="0D8D56"/>
          </a:solidFill>
          <a:ln>
            <a:noFill/>
          </a:ln>
        </p:spPr>
        <p:txBody>
          <a:bodyPr/>
          <a:lstStyle/>
          <a:p>
            <a:endParaRPr lang="uk-UA"/>
          </a:p>
        </p:txBody>
      </p:sp>
      <p:sp>
        <p:nvSpPr>
          <p:cNvPr id="695" name="shape695"/>
          <p:cNvSpPr/>
          <p:nvPr/>
        </p:nvSpPr>
        <p:spPr>
          <a:xfrm>
            <a:off x="10291801" y="2889504"/>
            <a:ext cx="83591" cy="202997"/>
          </a:xfrm>
          <a:prstGeom prst="rect">
            <a:avLst/>
          </a:prstGeom>
          <a:solidFill>
            <a:srgbClr val="0D8D56"/>
          </a:solidFill>
          <a:ln>
            <a:noFill/>
          </a:ln>
        </p:spPr>
        <p:txBody>
          <a:bodyPr/>
          <a:lstStyle/>
          <a:p>
            <a:endParaRPr lang="uk-UA"/>
          </a:p>
        </p:txBody>
      </p:sp>
      <p:sp>
        <p:nvSpPr>
          <p:cNvPr id="696" name="shape696"/>
          <p:cNvSpPr/>
          <p:nvPr/>
        </p:nvSpPr>
        <p:spPr>
          <a:xfrm>
            <a:off x="10373563" y="2889504"/>
            <a:ext cx="83591" cy="202997"/>
          </a:xfrm>
          <a:prstGeom prst="rect">
            <a:avLst/>
          </a:prstGeom>
          <a:solidFill>
            <a:srgbClr val="0D8D56"/>
          </a:solidFill>
          <a:ln>
            <a:noFill/>
          </a:ln>
        </p:spPr>
        <p:txBody>
          <a:bodyPr/>
          <a:lstStyle/>
          <a:p>
            <a:endParaRPr lang="uk-UA"/>
          </a:p>
        </p:txBody>
      </p:sp>
      <p:sp>
        <p:nvSpPr>
          <p:cNvPr id="697" name="shape697"/>
          <p:cNvSpPr/>
          <p:nvPr/>
        </p:nvSpPr>
        <p:spPr>
          <a:xfrm>
            <a:off x="10455326" y="2889504"/>
            <a:ext cx="83591" cy="202997"/>
          </a:xfrm>
          <a:prstGeom prst="rect">
            <a:avLst/>
          </a:prstGeom>
          <a:solidFill>
            <a:srgbClr val="0D8D56"/>
          </a:solidFill>
          <a:ln>
            <a:noFill/>
          </a:ln>
        </p:spPr>
        <p:txBody>
          <a:bodyPr/>
          <a:lstStyle/>
          <a:p>
            <a:endParaRPr lang="uk-UA"/>
          </a:p>
        </p:txBody>
      </p:sp>
      <p:sp>
        <p:nvSpPr>
          <p:cNvPr id="698" name="shape698"/>
          <p:cNvSpPr/>
          <p:nvPr/>
        </p:nvSpPr>
        <p:spPr>
          <a:xfrm>
            <a:off x="10537088" y="2889504"/>
            <a:ext cx="83591" cy="202997"/>
          </a:xfrm>
          <a:prstGeom prst="rect">
            <a:avLst/>
          </a:prstGeom>
          <a:solidFill>
            <a:srgbClr val="0D8D56"/>
          </a:solidFill>
          <a:ln>
            <a:noFill/>
          </a:ln>
        </p:spPr>
        <p:txBody>
          <a:bodyPr/>
          <a:lstStyle/>
          <a:p>
            <a:endParaRPr lang="uk-UA"/>
          </a:p>
        </p:txBody>
      </p:sp>
      <p:sp>
        <p:nvSpPr>
          <p:cNvPr id="699" name="shape699"/>
          <p:cNvSpPr/>
          <p:nvPr/>
        </p:nvSpPr>
        <p:spPr>
          <a:xfrm>
            <a:off x="10618851" y="2889504"/>
            <a:ext cx="83591" cy="202997"/>
          </a:xfrm>
          <a:prstGeom prst="rect">
            <a:avLst/>
          </a:prstGeom>
          <a:solidFill>
            <a:srgbClr val="0D8D56"/>
          </a:solidFill>
          <a:ln>
            <a:noFill/>
          </a:ln>
        </p:spPr>
        <p:txBody>
          <a:bodyPr/>
          <a:lstStyle/>
          <a:p>
            <a:endParaRPr lang="uk-UA"/>
          </a:p>
        </p:txBody>
      </p:sp>
      <p:sp>
        <p:nvSpPr>
          <p:cNvPr id="700" name="shape700"/>
          <p:cNvSpPr/>
          <p:nvPr/>
        </p:nvSpPr>
        <p:spPr>
          <a:xfrm>
            <a:off x="10700614" y="2889504"/>
            <a:ext cx="83591" cy="202997"/>
          </a:xfrm>
          <a:prstGeom prst="rect">
            <a:avLst/>
          </a:prstGeom>
          <a:solidFill>
            <a:srgbClr val="0D8D56"/>
          </a:solidFill>
          <a:ln>
            <a:noFill/>
          </a:ln>
        </p:spPr>
        <p:txBody>
          <a:bodyPr/>
          <a:lstStyle/>
          <a:p>
            <a:endParaRPr lang="uk-UA"/>
          </a:p>
        </p:txBody>
      </p:sp>
      <p:sp>
        <p:nvSpPr>
          <p:cNvPr id="701" name="shape701"/>
          <p:cNvSpPr/>
          <p:nvPr/>
        </p:nvSpPr>
        <p:spPr>
          <a:xfrm>
            <a:off x="10782376" y="2889504"/>
            <a:ext cx="83591" cy="202997"/>
          </a:xfrm>
          <a:prstGeom prst="rect">
            <a:avLst/>
          </a:prstGeom>
          <a:solidFill>
            <a:srgbClr val="0D8D56"/>
          </a:solidFill>
          <a:ln>
            <a:noFill/>
          </a:ln>
        </p:spPr>
        <p:txBody>
          <a:bodyPr/>
          <a:lstStyle/>
          <a:p>
            <a:endParaRPr lang="uk-UA"/>
          </a:p>
        </p:txBody>
      </p:sp>
      <p:sp>
        <p:nvSpPr>
          <p:cNvPr id="702" name="shape702"/>
          <p:cNvSpPr/>
          <p:nvPr/>
        </p:nvSpPr>
        <p:spPr>
          <a:xfrm>
            <a:off x="10864139" y="2889504"/>
            <a:ext cx="83591" cy="202997"/>
          </a:xfrm>
          <a:prstGeom prst="rect">
            <a:avLst/>
          </a:prstGeom>
          <a:solidFill>
            <a:srgbClr val="0D8D56"/>
          </a:solidFill>
          <a:ln>
            <a:noFill/>
          </a:ln>
        </p:spPr>
        <p:txBody>
          <a:bodyPr/>
          <a:lstStyle/>
          <a:p>
            <a:endParaRPr lang="uk-UA"/>
          </a:p>
        </p:txBody>
      </p:sp>
      <p:sp>
        <p:nvSpPr>
          <p:cNvPr id="703" name="shape703"/>
          <p:cNvSpPr/>
          <p:nvPr/>
        </p:nvSpPr>
        <p:spPr>
          <a:xfrm>
            <a:off x="10945901" y="2889504"/>
            <a:ext cx="83591" cy="202997"/>
          </a:xfrm>
          <a:prstGeom prst="rect">
            <a:avLst/>
          </a:prstGeom>
          <a:solidFill>
            <a:srgbClr val="0D8D56"/>
          </a:solidFill>
          <a:ln>
            <a:noFill/>
          </a:ln>
        </p:spPr>
        <p:txBody>
          <a:bodyPr/>
          <a:lstStyle/>
          <a:p>
            <a:endParaRPr lang="uk-UA"/>
          </a:p>
        </p:txBody>
      </p:sp>
      <p:sp>
        <p:nvSpPr>
          <p:cNvPr id="704" name="line704"/>
          <p:cNvSpPr/>
          <p:nvPr/>
        </p:nvSpPr>
        <p:spPr>
          <a:xfrm>
            <a:off x="1216152" y="2889504"/>
            <a:ext cx="9811512" cy="0"/>
          </a:xfrm>
          <a:prstGeom prst="line">
            <a:avLst/>
          </a:prstGeom>
          <a:noFill/>
          <a:ln w="4445">
            <a:solidFill>
              <a:srgbClr val="5A5A5A"/>
            </a:solidFill>
            <a:prstDash val="solid"/>
          </a:ln>
        </p:spPr>
        <p:txBody>
          <a:bodyPr/>
          <a:lstStyle/>
          <a:p>
            <a:endParaRPr lang="uk-UA"/>
          </a:p>
        </p:txBody>
      </p:sp>
      <p:sp>
        <p:nvSpPr>
          <p:cNvPr id="705" name="text705"/>
          <p:cNvSpPr txBox="1"/>
          <p:nvPr/>
        </p:nvSpPr>
        <p:spPr>
          <a:xfrm>
            <a:off x="530352" y="3131820"/>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БПЛА крило</a:t>
            </a:r>
          </a:p>
        </p:txBody>
      </p:sp>
      <p:sp>
        <p:nvSpPr>
          <p:cNvPr id="706" name="shape706"/>
          <p:cNvSpPr/>
          <p:nvPr/>
        </p:nvSpPr>
        <p:spPr>
          <a:xfrm>
            <a:off x="1216152" y="3090672"/>
            <a:ext cx="83591" cy="202997"/>
          </a:xfrm>
          <a:prstGeom prst="rect">
            <a:avLst/>
          </a:prstGeom>
          <a:solidFill>
            <a:srgbClr val="0D8D56"/>
          </a:solidFill>
          <a:ln>
            <a:noFill/>
          </a:ln>
        </p:spPr>
        <p:txBody>
          <a:bodyPr/>
          <a:lstStyle/>
          <a:p>
            <a:endParaRPr lang="uk-UA"/>
          </a:p>
        </p:txBody>
      </p:sp>
      <p:sp>
        <p:nvSpPr>
          <p:cNvPr id="707" name="shape707"/>
          <p:cNvSpPr/>
          <p:nvPr/>
        </p:nvSpPr>
        <p:spPr>
          <a:xfrm>
            <a:off x="1297915" y="3090672"/>
            <a:ext cx="83591" cy="202997"/>
          </a:xfrm>
          <a:prstGeom prst="rect">
            <a:avLst/>
          </a:prstGeom>
          <a:solidFill>
            <a:srgbClr val="0D8D56"/>
          </a:solidFill>
          <a:ln>
            <a:noFill/>
          </a:ln>
        </p:spPr>
        <p:txBody>
          <a:bodyPr/>
          <a:lstStyle/>
          <a:p>
            <a:endParaRPr lang="uk-UA"/>
          </a:p>
        </p:txBody>
      </p:sp>
      <p:sp>
        <p:nvSpPr>
          <p:cNvPr id="708" name="shape708"/>
          <p:cNvSpPr/>
          <p:nvPr/>
        </p:nvSpPr>
        <p:spPr>
          <a:xfrm>
            <a:off x="1379677" y="3090672"/>
            <a:ext cx="83591" cy="202997"/>
          </a:xfrm>
          <a:prstGeom prst="rect">
            <a:avLst/>
          </a:prstGeom>
          <a:solidFill>
            <a:srgbClr val="0D8D56"/>
          </a:solidFill>
          <a:ln>
            <a:noFill/>
          </a:ln>
        </p:spPr>
        <p:txBody>
          <a:bodyPr/>
          <a:lstStyle/>
          <a:p>
            <a:endParaRPr lang="uk-UA"/>
          </a:p>
        </p:txBody>
      </p:sp>
      <p:sp>
        <p:nvSpPr>
          <p:cNvPr id="709" name="shape709"/>
          <p:cNvSpPr/>
          <p:nvPr/>
        </p:nvSpPr>
        <p:spPr>
          <a:xfrm>
            <a:off x="1461440" y="3090672"/>
            <a:ext cx="83591" cy="202997"/>
          </a:xfrm>
          <a:prstGeom prst="rect">
            <a:avLst/>
          </a:prstGeom>
          <a:solidFill>
            <a:srgbClr val="0D8D56"/>
          </a:solidFill>
          <a:ln>
            <a:noFill/>
          </a:ln>
        </p:spPr>
        <p:txBody>
          <a:bodyPr/>
          <a:lstStyle/>
          <a:p>
            <a:endParaRPr lang="uk-UA"/>
          </a:p>
        </p:txBody>
      </p:sp>
      <p:sp>
        <p:nvSpPr>
          <p:cNvPr id="710" name="shape710"/>
          <p:cNvSpPr/>
          <p:nvPr/>
        </p:nvSpPr>
        <p:spPr>
          <a:xfrm>
            <a:off x="1543202" y="3090672"/>
            <a:ext cx="83591" cy="202997"/>
          </a:xfrm>
          <a:prstGeom prst="rect">
            <a:avLst/>
          </a:prstGeom>
          <a:solidFill>
            <a:srgbClr val="0D8D56"/>
          </a:solidFill>
          <a:ln>
            <a:noFill/>
          </a:ln>
        </p:spPr>
        <p:txBody>
          <a:bodyPr/>
          <a:lstStyle/>
          <a:p>
            <a:endParaRPr lang="uk-UA"/>
          </a:p>
        </p:txBody>
      </p:sp>
      <p:sp>
        <p:nvSpPr>
          <p:cNvPr id="711" name="shape711"/>
          <p:cNvSpPr/>
          <p:nvPr/>
        </p:nvSpPr>
        <p:spPr>
          <a:xfrm>
            <a:off x="1624965" y="3090672"/>
            <a:ext cx="83591" cy="202997"/>
          </a:xfrm>
          <a:prstGeom prst="rect">
            <a:avLst/>
          </a:prstGeom>
          <a:solidFill>
            <a:srgbClr val="0D8D56"/>
          </a:solidFill>
          <a:ln>
            <a:noFill/>
          </a:ln>
        </p:spPr>
        <p:txBody>
          <a:bodyPr/>
          <a:lstStyle/>
          <a:p>
            <a:endParaRPr lang="uk-UA"/>
          </a:p>
        </p:txBody>
      </p:sp>
      <p:sp>
        <p:nvSpPr>
          <p:cNvPr id="712" name="shape712"/>
          <p:cNvSpPr/>
          <p:nvPr/>
        </p:nvSpPr>
        <p:spPr>
          <a:xfrm>
            <a:off x="1706728" y="3090672"/>
            <a:ext cx="83591" cy="202997"/>
          </a:xfrm>
          <a:prstGeom prst="rect">
            <a:avLst/>
          </a:prstGeom>
          <a:solidFill>
            <a:srgbClr val="0D8D56"/>
          </a:solidFill>
          <a:ln>
            <a:noFill/>
          </a:ln>
        </p:spPr>
        <p:txBody>
          <a:bodyPr/>
          <a:lstStyle/>
          <a:p>
            <a:endParaRPr lang="uk-UA"/>
          </a:p>
        </p:txBody>
      </p:sp>
      <p:sp>
        <p:nvSpPr>
          <p:cNvPr id="713" name="shape713"/>
          <p:cNvSpPr/>
          <p:nvPr/>
        </p:nvSpPr>
        <p:spPr>
          <a:xfrm>
            <a:off x="1788490" y="3090672"/>
            <a:ext cx="83591" cy="202997"/>
          </a:xfrm>
          <a:prstGeom prst="rect">
            <a:avLst/>
          </a:prstGeom>
          <a:solidFill>
            <a:srgbClr val="0D8D56"/>
          </a:solidFill>
          <a:ln>
            <a:noFill/>
          </a:ln>
        </p:spPr>
        <p:txBody>
          <a:bodyPr/>
          <a:lstStyle/>
          <a:p>
            <a:endParaRPr lang="uk-UA"/>
          </a:p>
        </p:txBody>
      </p:sp>
      <p:sp>
        <p:nvSpPr>
          <p:cNvPr id="714" name="shape714"/>
          <p:cNvSpPr/>
          <p:nvPr/>
        </p:nvSpPr>
        <p:spPr>
          <a:xfrm>
            <a:off x="1870253" y="3090672"/>
            <a:ext cx="83591" cy="202997"/>
          </a:xfrm>
          <a:prstGeom prst="rect">
            <a:avLst/>
          </a:prstGeom>
          <a:solidFill>
            <a:srgbClr val="0D8D56"/>
          </a:solidFill>
          <a:ln>
            <a:noFill/>
          </a:ln>
        </p:spPr>
        <p:txBody>
          <a:bodyPr/>
          <a:lstStyle/>
          <a:p>
            <a:endParaRPr lang="uk-UA"/>
          </a:p>
        </p:txBody>
      </p:sp>
      <p:sp>
        <p:nvSpPr>
          <p:cNvPr id="715" name="shape715"/>
          <p:cNvSpPr/>
          <p:nvPr/>
        </p:nvSpPr>
        <p:spPr>
          <a:xfrm>
            <a:off x="1952015" y="3090672"/>
            <a:ext cx="83591" cy="202997"/>
          </a:xfrm>
          <a:prstGeom prst="rect">
            <a:avLst/>
          </a:prstGeom>
          <a:solidFill>
            <a:srgbClr val="0D8D56"/>
          </a:solidFill>
          <a:ln>
            <a:noFill/>
          </a:ln>
        </p:spPr>
        <p:txBody>
          <a:bodyPr/>
          <a:lstStyle/>
          <a:p>
            <a:endParaRPr lang="uk-UA"/>
          </a:p>
        </p:txBody>
      </p:sp>
      <p:sp>
        <p:nvSpPr>
          <p:cNvPr id="716" name="shape716"/>
          <p:cNvSpPr/>
          <p:nvPr/>
        </p:nvSpPr>
        <p:spPr>
          <a:xfrm>
            <a:off x="2033778" y="3090672"/>
            <a:ext cx="83591" cy="202997"/>
          </a:xfrm>
          <a:prstGeom prst="rect">
            <a:avLst/>
          </a:prstGeom>
          <a:solidFill>
            <a:srgbClr val="0D8D56"/>
          </a:solidFill>
          <a:ln>
            <a:noFill/>
          </a:ln>
        </p:spPr>
        <p:txBody>
          <a:bodyPr/>
          <a:lstStyle/>
          <a:p>
            <a:endParaRPr lang="uk-UA"/>
          </a:p>
        </p:txBody>
      </p:sp>
      <p:sp>
        <p:nvSpPr>
          <p:cNvPr id="717" name="shape717"/>
          <p:cNvSpPr/>
          <p:nvPr/>
        </p:nvSpPr>
        <p:spPr>
          <a:xfrm>
            <a:off x="2115541" y="3090672"/>
            <a:ext cx="83591" cy="202997"/>
          </a:xfrm>
          <a:prstGeom prst="rect">
            <a:avLst/>
          </a:prstGeom>
          <a:solidFill>
            <a:srgbClr val="0D8D56"/>
          </a:solidFill>
          <a:ln>
            <a:noFill/>
          </a:ln>
        </p:spPr>
        <p:txBody>
          <a:bodyPr/>
          <a:lstStyle/>
          <a:p>
            <a:endParaRPr lang="uk-UA"/>
          </a:p>
        </p:txBody>
      </p:sp>
      <p:sp>
        <p:nvSpPr>
          <p:cNvPr id="718" name="shape718"/>
          <p:cNvSpPr/>
          <p:nvPr/>
        </p:nvSpPr>
        <p:spPr>
          <a:xfrm>
            <a:off x="2197303" y="3090672"/>
            <a:ext cx="83591" cy="202997"/>
          </a:xfrm>
          <a:prstGeom prst="rect">
            <a:avLst/>
          </a:prstGeom>
          <a:solidFill>
            <a:srgbClr val="0D8D56"/>
          </a:solidFill>
          <a:ln>
            <a:noFill/>
          </a:ln>
        </p:spPr>
        <p:txBody>
          <a:bodyPr/>
          <a:lstStyle/>
          <a:p>
            <a:endParaRPr lang="uk-UA"/>
          </a:p>
        </p:txBody>
      </p:sp>
      <p:sp>
        <p:nvSpPr>
          <p:cNvPr id="719" name="shape719"/>
          <p:cNvSpPr/>
          <p:nvPr/>
        </p:nvSpPr>
        <p:spPr>
          <a:xfrm>
            <a:off x="2279066" y="3090672"/>
            <a:ext cx="83591" cy="202997"/>
          </a:xfrm>
          <a:prstGeom prst="rect">
            <a:avLst/>
          </a:prstGeom>
          <a:solidFill>
            <a:srgbClr val="0D8D56"/>
          </a:solidFill>
          <a:ln>
            <a:noFill/>
          </a:ln>
        </p:spPr>
        <p:txBody>
          <a:bodyPr/>
          <a:lstStyle/>
          <a:p>
            <a:endParaRPr lang="uk-UA"/>
          </a:p>
        </p:txBody>
      </p:sp>
      <p:sp>
        <p:nvSpPr>
          <p:cNvPr id="720" name="shape720"/>
          <p:cNvSpPr/>
          <p:nvPr/>
        </p:nvSpPr>
        <p:spPr>
          <a:xfrm>
            <a:off x="2360828" y="3090672"/>
            <a:ext cx="83591" cy="202997"/>
          </a:xfrm>
          <a:prstGeom prst="rect">
            <a:avLst/>
          </a:prstGeom>
          <a:solidFill>
            <a:srgbClr val="0D8D56"/>
          </a:solidFill>
          <a:ln>
            <a:noFill/>
          </a:ln>
        </p:spPr>
        <p:txBody>
          <a:bodyPr/>
          <a:lstStyle/>
          <a:p>
            <a:endParaRPr lang="uk-UA"/>
          </a:p>
        </p:txBody>
      </p:sp>
      <p:sp>
        <p:nvSpPr>
          <p:cNvPr id="721" name="shape721"/>
          <p:cNvSpPr/>
          <p:nvPr/>
        </p:nvSpPr>
        <p:spPr>
          <a:xfrm>
            <a:off x="2442591" y="3090672"/>
            <a:ext cx="83591" cy="202997"/>
          </a:xfrm>
          <a:prstGeom prst="rect">
            <a:avLst/>
          </a:prstGeom>
          <a:solidFill>
            <a:srgbClr val="0D8D56"/>
          </a:solidFill>
          <a:ln>
            <a:noFill/>
          </a:ln>
        </p:spPr>
        <p:txBody>
          <a:bodyPr/>
          <a:lstStyle/>
          <a:p>
            <a:endParaRPr lang="uk-UA"/>
          </a:p>
        </p:txBody>
      </p:sp>
      <p:sp>
        <p:nvSpPr>
          <p:cNvPr id="722" name="shape722"/>
          <p:cNvSpPr/>
          <p:nvPr/>
        </p:nvSpPr>
        <p:spPr>
          <a:xfrm>
            <a:off x="2524354" y="3090672"/>
            <a:ext cx="83591" cy="202997"/>
          </a:xfrm>
          <a:prstGeom prst="rect">
            <a:avLst/>
          </a:prstGeom>
          <a:solidFill>
            <a:srgbClr val="0D8D56"/>
          </a:solidFill>
          <a:ln>
            <a:noFill/>
          </a:ln>
        </p:spPr>
        <p:txBody>
          <a:bodyPr/>
          <a:lstStyle/>
          <a:p>
            <a:endParaRPr lang="uk-UA"/>
          </a:p>
        </p:txBody>
      </p:sp>
      <p:sp>
        <p:nvSpPr>
          <p:cNvPr id="723" name="shape723"/>
          <p:cNvSpPr/>
          <p:nvPr/>
        </p:nvSpPr>
        <p:spPr>
          <a:xfrm>
            <a:off x="2606116" y="3090672"/>
            <a:ext cx="83591" cy="202997"/>
          </a:xfrm>
          <a:prstGeom prst="rect">
            <a:avLst/>
          </a:prstGeom>
          <a:solidFill>
            <a:srgbClr val="0D8D56"/>
          </a:solidFill>
          <a:ln>
            <a:noFill/>
          </a:ln>
        </p:spPr>
        <p:txBody>
          <a:bodyPr/>
          <a:lstStyle/>
          <a:p>
            <a:endParaRPr lang="uk-UA"/>
          </a:p>
        </p:txBody>
      </p:sp>
      <p:sp>
        <p:nvSpPr>
          <p:cNvPr id="724" name="shape724"/>
          <p:cNvSpPr/>
          <p:nvPr/>
        </p:nvSpPr>
        <p:spPr>
          <a:xfrm>
            <a:off x="2687879" y="3090672"/>
            <a:ext cx="83591" cy="202997"/>
          </a:xfrm>
          <a:prstGeom prst="rect">
            <a:avLst/>
          </a:prstGeom>
          <a:solidFill>
            <a:srgbClr val="0D8D56"/>
          </a:solidFill>
          <a:ln>
            <a:noFill/>
          </a:ln>
        </p:spPr>
        <p:txBody>
          <a:bodyPr/>
          <a:lstStyle/>
          <a:p>
            <a:endParaRPr lang="uk-UA"/>
          </a:p>
        </p:txBody>
      </p:sp>
      <p:sp>
        <p:nvSpPr>
          <p:cNvPr id="725" name="shape725"/>
          <p:cNvSpPr/>
          <p:nvPr/>
        </p:nvSpPr>
        <p:spPr>
          <a:xfrm>
            <a:off x="2769641" y="3090672"/>
            <a:ext cx="83591" cy="202997"/>
          </a:xfrm>
          <a:prstGeom prst="rect">
            <a:avLst/>
          </a:prstGeom>
          <a:solidFill>
            <a:srgbClr val="0D8D56"/>
          </a:solidFill>
          <a:ln>
            <a:noFill/>
          </a:ln>
        </p:spPr>
        <p:txBody>
          <a:bodyPr/>
          <a:lstStyle/>
          <a:p>
            <a:endParaRPr lang="uk-UA"/>
          </a:p>
        </p:txBody>
      </p:sp>
      <p:sp>
        <p:nvSpPr>
          <p:cNvPr id="726" name="shape726"/>
          <p:cNvSpPr/>
          <p:nvPr/>
        </p:nvSpPr>
        <p:spPr>
          <a:xfrm>
            <a:off x="2851404" y="3090672"/>
            <a:ext cx="83591" cy="202997"/>
          </a:xfrm>
          <a:prstGeom prst="rect">
            <a:avLst/>
          </a:prstGeom>
          <a:solidFill>
            <a:srgbClr val="0D8D56"/>
          </a:solidFill>
          <a:ln>
            <a:noFill/>
          </a:ln>
        </p:spPr>
        <p:txBody>
          <a:bodyPr/>
          <a:lstStyle/>
          <a:p>
            <a:endParaRPr lang="uk-UA"/>
          </a:p>
        </p:txBody>
      </p:sp>
      <p:sp>
        <p:nvSpPr>
          <p:cNvPr id="727" name="shape727"/>
          <p:cNvSpPr/>
          <p:nvPr/>
        </p:nvSpPr>
        <p:spPr>
          <a:xfrm>
            <a:off x="2933167" y="3090672"/>
            <a:ext cx="83591" cy="202997"/>
          </a:xfrm>
          <a:prstGeom prst="rect">
            <a:avLst/>
          </a:prstGeom>
          <a:solidFill>
            <a:srgbClr val="0D8D56"/>
          </a:solidFill>
          <a:ln>
            <a:noFill/>
          </a:ln>
        </p:spPr>
        <p:txBody>
          <a:bodyPr/>
          <a:lstStyle/>
          <a:p>
            <a:endParaRPr lang="uk-UA"/>
          </a:p>
        </p:txBody>
      </p:sp>
      <p:sp>
        <p:nvSpPr>
          <p:cNvPr id="728" name="shape728"/>
          <p:cNvSpPr/>
          <p:nvPr/>
        </p:nvSpPr>
        <p:spPr>
          <a:xfrm>
            <a:off x="3014929" y="3090672"/>
            <a:ext cx="83591" cy="202997"/>
          </a:xfrm>
          <a:prstGeom prst="rect">
            <a:avLst/>
          </a:prstGeom>
          <a:solidFill>
            <a:srgbClr val="0D8D56"/>
          </a:solidFill>
          <a:ln>
            <a:noFill/>
          </a:ln>
        </p:spPr>
        <p:txBody>
          <a:bodyPr/>
          <a:lstStyle/>
          <a:p>
            <a:endParaRPr lang="uk-UA"/>
          </a:p>
        </p:txBody>
      </p:sp>
      <p:sp>
        <p:nvSpPr>
          <p:cNvPr id="729" name="shape729"/>
          <p:cNvSpPr/>
          <p:nvPr/>
        </p:nvSpPr>
        <p:spPr>
          <a:xfrm>
            <a:off x="3096692" y="3090672"/>
            <a:ext cx="83591" cy="202997"/>
          </a:xfrm>
          <a:prstGeom prst="rect">
            <a:avLst/>
          </a:prstGeom>
          <a:solidFill>
            <a:srgbClr val="0D8D56"/>
          </a:solidFill>
          <a:ln>
            <a:noFill/>
          </a:ln>
        </p:spPr>
        <p:txBody>
          <a:bodyPr/>
          <a:lstStyle/>
          <a:p>
            <a:endParaRPr lang="uk-UA"/>
          </a:p>
        </p:txBody>
      </p:sp>
      <p:sp>
        <p:nvSpPr>
          <p:cNvPr id="730" name="shape730"/>
          <p:cNvSpPr/>
          <p:nvPr/>
        </p:nvSpPr>
        <p:spPr>
          <a:xfrm>
            <a:off x="3178454" y="3090672"/>
            <a:ext cx="83591" cy="202997"/>
          </a:xfrm>
          <a:prstGeom prst="rect">
            <a:avLst/>
          </a:prstGeom>
          <a:solidFill>
            <a:srgbClr val="0D8D56"/>
          </a:solidFill>
          <a:ln>
            <a:noFill/>
          </a:ln>
        </p:spPr>
        <p:txBody>
          <a:bodyPr/>
          <a:lstStyle/>
          <a:p>
            <a:endParaRPr lang="uk-UA"/>
          </a:p>
        </p:txBody>
      </p:sp>
      <p:sp>
        <p:nvSpPr>
          <p:cNvPr id="731" name="shape731"/>
          <p:cNvSpPr/>
          <p:nvPr/>
        </p:nvSpPr>
        <p:spPr>
          <a:xfrm>
            <a:off x="3260217" y="3090672"/>
            <a:ext cx="83591" cy="202997"/>
          </a:xfrm>
          <a:prstGeom prst="rect">
            <a:avLst/>
          </a:prstGeom>
          <a:solidFill>
            <a:srgbClr val="0D8D56"/>
          </a:solidFill>
          <a:ln>
            <a:noFill/>
          </a:ln>
        </p:spPr>
        <p:txBody>
          <a:bodyPr/>
          <a:lstStyle/>
          <a:p>
            <a:endParaRPr lang="uk-UA"/>
          </a:p>
        </p:txBody>
      </p:sp>
      <p:sp>
        <p:nvSpPr>
          <p:cNvPr id="732" name="shape732"/>
          <p:cNvSpPr/>
          <p:nvPr/>
        </p:nvSpPr>
        <p:spPr>
          <a:xfrm>
            <a:off x="3341980" y="3090672"/>
            <a:ext cx="83591" cy="202997"/>
          </a:xfrm>
          <a:prstGeom prst="rect">
            <a:avLst/>
          </a:prstGeom>
          <a:solidFill>
            <a:srgbClr val="0D8D56"/>
          </a:solidFill>
          <a:ln>
            <a:noFill/>
          </a:ln>
        </p:spPr>
        <p:txBody>
          <a:bodyPr/>
          <a:lstStyle/>
          <a:p>
            <a:endParaRPr lang="uk-UA"/>
          </a:p>
        </p:txBody>
      </p:sp>
      <p:sp>
        <p:nvSpPr>
          <p:cNvPr id="733" name="shape733"/>
          <p:cNvSpPr/>
          <p:nvPr/>
        </p:nvSpPr>
        <p:spPr>
          <a:xfrm>
            <a:off x="3423742" y="3090672"/>
            <a:ext cx="83591" cy="202997"/>
          </a:xfrm>
          <a:prstGeom prst="rect">
            <a:avLst/>
          </a:prstGeom>
          <a:solidFill>
            <a:srgbClr val="0D8D56"/>
          </a:solidFill>
          <a:ln>
            <a:noFill/>
          </a:ln>
        </p:spPr>
        <p:txBody>
          <a:bodyPr/>
          <a:lstStyle/>
          <a:p>
            <a:endParaRPr lang="uk-UA"/>
          </a:p>
        </p:txBody>
      </p:sp>
      <p:sp>
        <p:nvSpPr>
          <p:cNvPr id="734" name="shape734"/>
          <p:cNvSpPr/>
          <p:nvPr/>
        </p:nvSpPr>
        <p:spPr>
          <a:xfrm>
            <a:off x="3505505" y="3090672"/>
            <a:ext cx="83591" cy="202997"/>
          </a:xfrm>
          <a:prstGeom prst="rect">
            <a:avLst/>
          </a:prstGeom>
          <a:solidFill>
            <a:srgbClr val="0D8D56"/>
          </a:solidFill>
          <a:ln>
            <a:noFill/>
          </a:ln>
        </p:spPr>
        <p:txBody>
          <a:bodyPr/>
          <a:lstStyle/>
          <a:p>
            <a:endParaRPr lang="uk-UA"/>
          </a:p>
        </p:txBody>
      </p:sp>
      <p:sp>
        <p:nvSpPr>
          <p:cNvPr id="735" name="shape735"/>
          <p:cNvSpPr/>
          <p:nvPr/>
        </p:nvSpPr>
        <p:spPr>
          <a:xfrm>
            <a:off x="3587267" y="3090672"/>
            <a:ext cx="83591" cy="202997"/>
          </a:xfrm>
          <a:prstGeom prst="rect">
            <a:avLst/>
          </a:prstGeom>
          <a:solidFill>
            <a:srgbClr val="0D8D56"/>
          </a:solidFill>
          <a:ln>
            <a:noFill/>
          </a:ln>
        </p:spPr>
        <p:txBody>
          <a:bodyPr/>
          <a:lstStyle/>
          <a:p>
            <a:endParaRPr lang="uk-UA"/>
          </a:p>
        </p:txBody>
      </p:sp>
      <p:sp>
        <p:nvSpPr>
          <p:cNvPr id="736" name="shape736"/>
          <p:cNvSpPr/>
          <p:nvPr/>
        </p:nvSpPr>
        <p:spPr>
          <a:xfrm>
            <a:off x="3669030" y="3090672"/>
            <a:ext cx="83591" cy="202997"/>
          </a:xfrm>
          <a:prstGeom prst="rect">
            <a:avLst/>
          </a:prstGeom>
          <a:solidFill>
            <a:srgbClr val="0D8D56"/>
          </a:solidFill>
          <a:ln>
            <a:noFill/>
          </a:ln>
        </p:spPr>
        <p:txBody>
          <a:bodyPr/>
          <a:lstStyle/>
          <a:p>
            <a:endParaRPr lang="uk-UA"/>
          </a:p>
        </p:txBody>
      </p:sp>
      <p:sp>
        <p:nvSpPr>
          <p:cNvPr id="737" name="shape737"/>
          <p:cNvSpPr/>
          <p:nvPr/>
        </p:nvSpPr>
        <p:spPr>
          <a:xfrm>
            <a:off x="3750793" y="3090672"/>
            <a:ext cx="83591" cy="202997"/>
          </a:xfrm>
          <a:prstGeom prst="rect">
            <a:avLst/>
          </a:prstGeom>
          <a:solidFill>
            <a:srgbClr val="0D8D56"/>
          </a:solidFill>
          <a:ln>
            <a:noFill/>
          </a:ln>
        </p:spPr>
        <p:txBody>
          <a:bodyPr/>
          <a:lstStyle/>
          <a:p>
            <a:endParaRPr lang="uk-UA"/>
          </a:p>
        </p:txBody>
      </p:sp>
      <p:sp>
        <p:nvSpPr>
          <p:cNvPr id="738" name="shape738"/>
          <p:cNvSpPr/>
          <p:nvPr/>
        </p:nvSpPr>
        <p:spPr>
          <a:xfrm>
            <a:off x="3832555" y="3090672"/>
            <a:ext cx="83591" cy="202997"/>
          </a:xfrm>
          <a:prstGeom prst="rect">
            <a:avLst/>
          </a:prstGeom>
          <a:solidFill>
            <a:srgbClr val="0D8D56"/>
          </a:solidFill>
          <a:ln>
            <a:noFill/>
          </a:ln>
        </p:spPr>
        <p:txBody>
          <a:bodyPr/>
          <a:lstStyle/>
          <a:p>
            <a:endParaRPr lang="uk-UA"/>
          </a:p>
        </p:txBody>
      </p:sp>
      <p:sp>
        <p:nvSpPr>
          <p:cNvPr id="739" name="shape739"/>
          <p:cNvSpPr/>
          <p:nvPr/>
        </p:nvSpPr>
        <p:spPr>
          <a:xfrm>
            <a:off x="3914318" y="3090672"/>
            <a:ext cx="83591" cy="202997"/>
          </a:xfrm>
          <a:prstGeom prst="rect">
            <a:avLst/>
          </a:prstGeom>
          <a:solidFill>
            <a:srgbClr val="0D8D56"/>
          </a:solidFill>
          <a:ln>
            <a:noFill/>
          </a:ln>
        </p:spPr>
        <p:txBody>
          <a:bodyPr/>
          <a:lstStyle/>
          <a:p>
            <a:endParaRPr lang="uk-UA"/>
          </a:p>
        </p:txBody>
      </p:sp>
      <p:sp>
        <p:nvSpPr>
          <p:cNvPr id="740" name="shape740"/>
          <p:cNvSpPr/>
          <p:nvPr/>
        </p:nvSpPr>
        <p:spPr>
          <a:xfrm>
            <a:off x="3996080" y="3090672"/>
            <a:ext cx="83591" cy="202997"/>
          </a:xfrm>
          <a:prstGeom prst="rect">
            <a:avLst/>
          </a:prstGeom>
          <a:solidFill>
            <a:srgbClr val="0D8D56"/>
          </a:solidFill>
          <a:ln>
            <a:noFill/>
          </a:ln>
        </p:spPr>
        <p:txBody>
          <a:bodyPr/>
          <a:lstStyle/>
          <a:p>
            <a:endParaRPr lang="uk-UA"/>
          </a:p>
        </p:txBody>
      </p:sp>
      <p:sp>
        <p:nvSpPr>
          <p:cNvPr id="741" name="shape741"/>
          <p:cNvSpPr/>
          <p:nvPr/>
        </p:nvSpPr>
        <p:spPr>
          <a:xfrm>
            <a:off x="4077843" y="3090672"/>
            <a:ext cx="83591" cy="202997"/>
          </a:xfrm>
          <a:prstGeom prst="rect">
            <a:avLst/>
          </a:prstGeom>
          <a:solidFill>
            <a:srgbClr val="0D8D56"/>
          </a:solidFill>
          <a:ln>
            <a:noFill/>
          </a:ln>
        </p:spPr>
        <p:txBody>
          <a:bodyPr/>
          <a:lstStyle/>
          <a:p>
            <a:endParaRPr lang="uk-UA"/>
          </a:p>
        </p:txBody>
      </p:sp>
      <p:sp>
        <p:nvSpPr>
          <p:cNvPr id="742" name="shape742"/>
          <p:cNvSpPr/>
          <p:nvPr/>
        </p:nvSpPr>
        <p:spPr>
          <a:xfrm>
            <a:off x="4159606" y="3090672"/>
            <a:ext cx="83591" cy="202997"/>
          </a:xfrm>
          <a:prstGeom prst="rect">
            <a:avLst/>
          </a:prstGeom>
          <a:solidFill>
            <a:srgbClr val="0D8D56"/>
          </a:solidFill>
          <a:ln>
            <a:noFill/>
          </a:ln>
        </p:spPr>
        <p:txBody>
          <a:bodyPr/>
          <a:lstStyle/>
          <a:p>
            <a:endParaRPr lang="uk-UA"/>
          </a:p>
        </p:txBody>
      </p:sp>
      <p:sp>
        <p:nvSpPr>
          <p:cNvPr id="743" name="shape743"/>
          <p:cNvSpPr/>
          <p:nvPr/>
        </p:nvSpPr>
        <p:spPr>
          <a:xfrm>
            <a:off x="4241368" y="3090672"/>
            <a:ext cx="83591" cy="202997"/>
          </a:xfrm>
          <a:prstGeom prst="rect">
            <a:avLst/>
          </a:prstGeom>
          <a:solidFill>
            <a:srgbClr val="0D8D56"/>
          </a:solidFill>
          <a:ln>
            <a:noFill/>
          </a:ln>
        </p:spPr>
        <p:txBody>
          <a:bodyPr/>
          <a:lstStyle/>
          <a:p>
            <a:endParaRPr lang="uk-UA"/>
          </a:p>
        </p:txBody>
      </p:sp>
      <p:sp>
        <p:nvSpPr>
          <p:cNvPr id="744" name="shape744"/>
          <p:cNvSpPr/>
          <p:nvPr/>
        </p:nvSpPr>
        <p:spPr>
          <a:xfrm>
            <a:off x="4323131" y="3090672"/>
            <a:ext cx="83591" cy="202997"/>
          </a:xfrm>
          <a:prstGeom prst="rect">
            <a:avLst/>
          </a:prstGeom>
          <a:solidFill>
            <a:srgbClr val="0D8D56"/>
          </a:solidFill>
          <a:ln>
            <a:noFill/>
          </a:ln>
        </p:spPr>
        <p:txBody>
          <a:bodyPr/>
          <a:lstStyle/>
          <a:p>
            <a:endParaRPr lang="uk-UA"/>
          </a:p>
        </p:txBody>
      </p:sp>
      <p:sp>
        <p:nvSpPr>
          <p:cNvPr id="745" name="shape745"/>
          <p:cNvSpPr/>
          <p:nvPr/>
        </p:nvSpPr>
        <p:spPr>
          <a:xfrm>
            <a:off x="4404893" y="3090672"/>
            <a:ext cx="83591" cy="202997"/>
          </a:xfrm>
          <a:prstGeom prst="rect">
            <a:avLst/>
          </a:prstGeom>
          <a:solidFill>
            <a:srgbClr val="0D8D56"/>
          </a:solidFill>
          <a:ln>
            <a:noFill/>
          </a:ln>
        </p:spPr>
        <p:txBody>
          <a:bodyPr/>
          <a:lstStyle/>
          <a:p>
            <a:endParaRPr lang="uk-UA"/>
          </a:p>
        </p:txBody>
      </p:sp>
      <p:sp>
        <p:nvSpPr>
          <p:cNvPr id="746" name="shape746"/>
          <p:cNvSpPr/>
          <p:nvPr/>
        </p:nvSpPr>
        <p:spPr>
          <a:xfrm>
            <a:off x="4486656" y="3090672"/>
            <a:ext cx="83591" cy="202997"/>
          </a:xfrm>
          <a:prstGeom prst="rect">
            <a:avLst/>
          </a:prstGeom>
          <a:solidFill>
            <a:srgbClr val="0D8D56"/>
          </a:solidFill>
          <a:ln>
            <a:noFill/>
          </a:ln>
        </p:spPr>
        <p:txBody>
          <a:bodyPr/>
          <a:lstStyle/>
          <a:p>
            <a:endParaRPr lang="uk-UA"/>
          </a:p>
        </p:txBody>
      </p:sp>
      <p:sp>
        <p:nvSpPr>
          <p:cNvPr id="747" name="shape747"/>
          <p:cNvSpPr/>
          <p:nvPr/>
        </p:nvSpPr>
        <p:spPr>
          <a:xfrm>
            <a:off x="4568419" y="3090672"/>
            <a:ext cx="83591" cy="202997"/>
          </a:xfrm>
          <a:prstGeom prst="rect">
            <a:avLst/>
          </a:prstGeom>
          <a:solidFill>
            <a:srgbClr val="0D8D56"/>
          </a:solidFill>
          <a:ln>
            <a:noFill/>
          </a:ln>
        </p:spPr>
        <p:txBody>
          <a:bodyPr/>
          <a:lstStyle/>
          <a:p>
            <a:endParaRPr lang="uk-UA"/>
          </a:p>
        </p:txBody>
      </p:sp>
      <p:sp>
        <p:nvSpPr>
          <p:cNvPr id="748" name="shape748"/>
          <p:cNvSpPr/>
          <p:nvPr/>
        </p:nvSpPr>
        <p:spPr>
          <a:xfrm>
            <a:off x="4650181" y="3090672"/>
            <a:ext cx="83591" cy="202997"/>
          </a:xfrm>
          <a:prstGeom prst="rect">
            <a:avLst/>
          </a:prstGeom>
          <a:solidFill>
            <a:srgbClr val="0D8D56"/>
          </a:solidFill>
          <a:ln>
            <a:noFill/>
          </a:ln>
        </p:spPr>
        <p:txBody>
          <a:bodyPr/>
          <a:lstStyle/>
          <a:p>
            <a:endParaRPr lang="uk-UA"/>
          </a:p>
        </p:txBody>
      </p:sp>
      <p:sp>
        <p:nvSpPr>
          <p:cNvPr id="749" name="shape749"/>
          <p:cNvSpPr/>
          <p:nvPr/>
        </p:nvSpPr>
        <p:spPr>
          <a:xfrm>
            <a:off x="4731944" y="3090672"/>
            <a:ext cx="83591" cy="202997"/>
          </a:xfrm>
          <a:prstGeom prst="rect">
            <a:avLst/>
          </a:prstGeom>
          <a:solidFill>
            <a:srgbClr val="0D8D56"/>
          </a:solidFill>
          <a:ln>
            <a:noFill/>
          </a:ln>
        </p:spPr>
        <p:txBody>
          <a:bodyPr/>
          <a:lstStyle/>
          <a:p>
            <a:endParaRPr lang="uk-UA"/>
          </a:p>
        </p:txBody>
      </p:sp>
      <p:sp>
        <p:nvSpPr>
          <p:cNvPr id="750" name="shape750"/>
          <p:cNvSpPr/>
          <p:nvPr/>
        </p:nvSpPr>
        <p:spPr>
          <a:xfrm>
            <a:off x="4813706" y="3090672"/>
            <a:ext cx="83591" cy="202997"/>
          </a:xfrm>
          <a:prstGeom prst="rect">
            <a:avLst/>
          </a:prstGeom>
          <a:solidFill>
            <a:srgbClr val="0D8D56"/>
          </a:solidFill>
          <a:ln>
            <a:noFill/>
          </a:ln>
        </p:spPr>
        <p:txBody>
          <a:bodyPr/>
          <a:lstStyle/>
          <a:p>
            <a:endParaRPr lang="uk-UA"/>
          </a:p>
        </p:txBody>
      </p:sp>
      <p:sp>
        <p:nvSpPr>
          <p:cNvPr id="751" name="shape751"/>
          <p:cNvSpPr/>
          <p:nvPr/>
        </p:nvSpPr>
        <p:spPr>
          <a:xfrm>
            <a:off x="4895469" y="3090672"/>
            <a:ext cx="83591" cy="202997"/>
          </a:xfrm>
          <a:prstGeom prst="rect">
            <a:avLst/>
          </a:prstGeom>
          <a:solidFill>
            <a:srgbClr val="0D8D56"/>
          </a:solidFill>
          <a:ln>
            <a:noFill/>
          </a:ln>
        </p:spPr>
        <p:txBody>
          <a:bodyPr/>
          <a:lstStyle/>
          <a:p>
            <a:endParaRPr lang="uk-UA"/>
          </a:p>
        </p:txBody>
      </p:sp>
      <p:sp>
        <p:nvSpPr>
          <p:cNvPr id="752" name="shape752"/>
          <p:cNvSpPr/>
          <p:nvPr/>
        </p:nvSpPr>
        <p:spPr>
          <a:xfrm>
            <a:off x="4977232" y="3090672"/>
            <a:ext cx="83591" cy="202997"/>
          </a:xfrm>
          <a:prstGeom prst="rect">
            <a:avLst/>
          </a:prstGeom>
          <a:solidFill>
            <a:srgbClr val="0D8D56"/>
          </a:solidFill>
          <a:ln>
            <a:noFill/>
          </a:ln>
        </p:spPr>
        <p:txBody>
          <a:bodyPr/>
          <a:lstStyle/>
          <a:p>
            <a:endParaRPr lang="uk-UA"/>
          </a:p>
        </p:txBody>
      </p:sp>
      <p:sp>
        <p:nvSpPr>
          <p:cNvPr id="753" name="shape753"/>
          <p:cNvSpPr/>
          <p:nvPr/>
        </p:nvSpPr>
        <p:spPr>
          <a:xfrm>
            <a:off x="5058994" y="3090672"/>
            <a:ext cx="83591" cy="202997"/>
          </a:xfrm>
          <a:prstGeom prst="rect">
            <a:avLst/>
          </a:prstGeom>
          <a:solidFill>
            <a:srgbClr val="0D8D56"/>
          </a:solidFill>
          <a:ln>
            <a:noFill/>
          </a:ln>
        </p:spPr>
        <p:txBody>
          <a:bodyPr/>
          <a:lstStyle/>
          <a:p>
            <a:endParaRPr lang="uk-UA"/>
          </a:p>
        </p:txBody>
      </p:sp>
      <p:sp>
        <p:nvSpPr>
          <p:cNvPr id="754" name="shape754"/>
          <p:cNvSpPr/>
          <p:nvPr/>
        </p:nvSpPr>
        <p:spPr>
          <a:xfrm>
            <a:off x="5140757" y="3090672"/>
            <a:ext cx="83591" cy="202997"/>
          </a:xfrm>
          <a:prstGeom prst="rect">
            <a:avLst/>
          </a:prstGeom>
          <a:solidFill>
            <a:srgbClr val="0D8D56"/>
          </a:solidFill>
          <a:ln>
            <a:noFill/>
          </a:ln>
        </p:spPr>
        <p:txBody>
          <a:bodyPr/>
          <a:lstStyle/>
          <a:p>
            <a:endParaRPr lang="uk-UA"/>
          </a:p>
        </p:txBody>
      </p:sp>
      <p:sp>
        <p:nvSpPr>
          <p:cNvPr id="755" name="shape755"/>
          <p:cNvSpPr/>
          <p:nvPr/>
        </p:nvSpPr>
        <p:spPr>
          <a:xfrm>
            <a:off x="5222519" y="3090672"/>
            <a:ext cx="83591" cy="202997"/>
          </a:xfrm>
          <a:prstGeom prst="rect">
            <a:avLst/>
          </a:prstGeom>
          <a:solidFill>
            <a:srgbClr val="0D8D56"/>
          </a:solidFill>
          <a:ln>
            <a:noFill/>
          </a:ln>
        </p:spPr>
        <p:txBody>
          <a:bodyPr/>
          <a:lstStyle/>
          <a:p>
            <a:endParaRPr lang="uk-UA"/>
          </a:p>
        </p:txBody>
      </p:sp>
      <p:sp>
        <p:nvSpPr>
          <p:cNvPr id="756" name="shape756"/>
          <p:cNvSpPr/>
          <p:nvPr/>
        </p:nvSpPr>
        <p:spPr>
          <a:xfrm>
            <a:off x="5304282" y="3090672"/>
            <a:ext cx="83591" cy="202997"/>
          </a:xfrm>
          <a:prstGeom prst="rect">
            <a:avLst/>
          </a:prstGeom>
          <a:solidFill>
            <a:srgbClr val="0D8D56"/>
          </a:solidFill>
          <a:ln>
            <a:noFill/>
          </a:ln>
        </p:spPr>
        <p:txBody>
          <a:bodyPr/>
          <a:lstStyle/>
          <a:p>
            <a:endParaRPr lang="uk-UA"/>
          </a:p>
        </p:txBody>
      </p:sp>
      <p:sp>
        <p:nvSpPr>
          <p:cNvPr id="757" name="shape757"/>
          <p:cNvSpPr/>
          <p:nvPr/>
        </p:nvSpPr>
        <p:spPr>
          <a:xfrm>
            <a:off x="5386045" y="3090672"/>
            <a:ext cx="83591" cy="202997"/>
          </a:xfrm>
          <a:prstGeom prst="rect">
            <a:avLst/>
          </a:prstGeom>
          <a:solidFill>
            <a:srgbClr val="0D8D56"/>
          </a:solidFill>
          <a:ln>
            <a:noFill/>
          </a:ln>
        </p:spPr>
        <p:txBody>
          <a:bodyPr/>
          <a:lstStyle/>
          <a:p>
            <a:endParaRPr lang="uk-UA"/>
          </a:p>
        </p:txBody>
      </p:sp>
      <p:sp>
        <p:nvSpPr>
          <p:cNvPr id="758" name="shape758"/>
          <p:cNvSpPr/>
          <p:nvPr/>
        </p:nvSpPr>
        <p:spPr>
          <a:xfrm>
            <a:off x="5467807" y="3090672"/>
            <a:ext cx="83591" cy="202997"/>
          </a:xfrm>
          <a:prstGeom prst="rect">
            <a:avLst/>
          </a:prstGeom>
          <a:solidFill>
            <a:srgbClr val="0D8D56"/>
          </a:solidFill>
          <a:ln>
            <a:noFill/>
          </a:ln>
        </p:spPr>
        <p:txBody>
          <a:bodyPr/>
          <a:lstStyle/>
          <a:p>
            <a:endParaRPr lang="uk-UA"/>
          </a:p>
        </p:txBody>
      </p:sp>
      <p:sp>
        <p:nvSpPr>
          <p:cNvPr id="759" name="shape759"/>
          <p:cNvSpPr/>
          <p:nvPr/>
        </p:nvSpPr>
        <p:spPr>
          <a:xfrm>
            <a:off x="5549570" y="3090672"/>
            <a:ext cx="83591" cy="202997"/>
          </a:xfrm>
          <a:prstGeom prst="rect">
            <a:avLst/>
          </a:prstGeom>
          <a:solidFill>
            <a:srgbClr val="0D8D56"/>
          </a:solidFill>
          <a:ln>
            <a:noFill/>
          </a:ln>
        </p:spPr>
        <p:txBody>
          <a:bodyPr/>
          <a:lstStyle/>
          <a:p>
            <a:endParaRPr lang="uk-UA"/>
          </a:p>
        </p:txBody>
      </p:sp>
      <p:sp>
        <p:nvSpPr>
          <p:cNvPr id="760" name="shape760"/>
          <p:cNvSpPr/>
          <p:nvPr/>
        </p:nvSpPr>
        <p:spPr>
          <a:xfrm>
            <a:off x="5631332" y="3090672"/>
            <a:ext cx="83591" cy="202997"/>
          </a:xfrm>
          <a:prstGeom prst="rect">
            <a:avLst/>
          </a:prstGeom>
          <a:solidFill>
            <a:srgbClr val="0D8D56"/>
          </a:solidFill>
          <a:ln>
            <a:noFill/>
          </a:ln>
        </p:spPr>
        <p:txBody>
          <a:bodyPr/>
          <a:lstStyle/>
          <a:p>
            <a:endParaRPr lang="uk-UA"/>
          </a:p>
        </p:txBody>
      </p:sp>
      <p:sp>
        <p:nvSpPr>
          <p:cNvPr id="761" name="shape761"/>
          <p:cNvSpPr/>
          <p:nvPr/>
        </p:nvSpPr>
        <p:spPr>
          <a:xfrm>
            <a:off x="5713095" y="3090672"/>
            <a:ext cx="83591" cy="202997"/>
          </a:xfrm>
          <a:prstGeom prst="rect">
            <a:avLst/>
          </a:prstGeom>
          <a:solidFill>
            <a:srgbClr val="0D8D56"/>
          </a:solidFill>
          <a:ln>
            <a:noFill/>
          </a:ln>
        </p:spPr>
        <p:txBody>
          <a:bodyPr/>
          <a:lstStyle/>
          <a:p>
            <a:endParaRPr lang="uk-UA"/>
          </a:p>
        </p:txBody>
      </p:sp>
      <p:sp>
        <p:nvSpPr>
          <p:cNvPr id="762" name="shape762"/>
          <p:cNvSpPr/>
          <p:nvPr/>
        </p:nvSpPr>
        <p:spPr>
          <a:xfrm>
            <a:off x="5794858" y="3090672"/>
            <a:ext cx="83591" cy="202997"/>
          </a:xfrm>
          <a:prstGeom prst="rect">
            <a:avLst/>
          </a:prstGeom>
          <a:solidFill>
            <a:srgbClr val="0D8D56"/>
          </a:solidFill>
          <a:ln>
            <a:noFill/>
          </a:ln>
        </p:spPr>
        <p:txBody>
          <a:bodyPr/>
          <a:lstStyle/>
          <a:p>
            <a:endParaRPr lang="uk-UA"/>
          </a:p>
        </p:txBody>
      </p:sp>
      <p:sp>
        <p:nvSpPr>
          <p:cNvPr id="763" name="shape763"/>
          <p:cNvSpPr/>
          <p:nvPr/>
        </p:nvSpPr>
        <p:spPr>
          <a:xfrm>
            <a:off x="5876620" y="3090672"/>
            <a:ext cx="83591" cy="202997"/>
          </a:xfrm>
          <a:prstGeom prst="rect">
            <a:avLst/>
          </a:prstGeom>
          <a:solidFill>
            <a:srgbClr val="0D8D56"/>
          </a:solidFill>
          <a:ln>
            <a:noFill/>
          </a:ln>
        </p:spPr>
        <p:txBody>
          <a:bodyPr/>
          <a:lstStyle/>
          <a:p>
            <a:endParaRPr lang="uk-UA"/>
          </a:p>
        </p:txBody>
      </p:sp>
      <p:sp>
        <p:nvSpPr>
          <p:cNvPr id="764" name="shape764"/>
          <p:cNvSpPr/>
          <p:nvPr/>
        </p:nvSpPr>
        <p:spPr>
          <a:xfrm>
            <a:off x="5958383" y="3090672"/>
            <a:ext cx="83591" cy="202997"/>
          </a:xfrm>
          <a:prstGeom prst="rect">
            <a:avLst/>
          </a:prstGeom>
          <a:solidFill>
            <a:srgbClr val="0D8D56"/>
          </a:solidFill>
          <a:ln>
            <a:noFill/>
          </a:ln>
        </p:spPr>
        <p:txBody>
          <a:bodyPr/>
          <a:lstStyle/>
          <a:p>
            <a:endParaRPr lang="uk-UA"/>
          </a:p>
        </p:txBody>
      </p:sp>
      <p:sp>
        <p:nvSpPr>
          <p:cNvPr id="765" name="shape765"/>
          <p:cNvSpPr/>
          <p:nvPr/>
        </p:nvSpPr>
        <p:spPr>
          <a:xfrm>
            <a:off x="6040145" y="3090672"/>
            <a:ext cx="83591" cy="202997"/>
          </a:xfrm>
          <a:prstGeom prst="rect">
            <a:avLst/>
          </a:prstGeom>
          <a:solidFill>
            <a:srgbClr val="0D8D56"/>
          </a:solidFill>
          <a:ln>
            <a:noFill/>
          </a:ln>
        </p:spPr>
        <p:txBody>
          <a:bodyPr/>
          <a:lstStyle/>
          <a:p>
            <a:endParaRPr lang="uk-UA"/>
          </a:p>
        </p:txBody>
      </p:sp>
      <p:sp>
        <p:nvSpPr>
          <p:cNvPr id="766" name="shape766"/>
          <p:cNvSpPr/>
          <p:nvPr/>
        </p:nvSpPr>
        <p:spPr>
          <a:xfrm>
            <a:off x="6121908" y="3090672"/>
            <a:ext cx="83591" cy="202997"/>
          </a:xfrm>
          <a:prstGeom prst="rect">
            <a:avLst/>
          </a:prstGeom>
          <a:solidFill>
            <a:srgbClr val="0D8D56"/>
          </a:solidFill>
          <a:ln>
            <a:noFill/>
          </a:ln>
        </p:spPr>
        <p:txBody>
          <a:bodyPr/>
          <a:lstStyle/>
          <a:p>
            <a:endParaRPr lang="uk-UA"/>
          </a:p>
        </p:txBody>
      </p:sp>
      <p:sp>
        <p:nvSpPr>
          <p:cNvPr id="767" name="shape767"/>
          <p:cNvSpPr/>
          <p:nvPr/>
        </p:nvSpPr>
        <p:spPr>
          <a:xfrm>
            <a:off x="6203671" y="3090672"/>
            <a:ext cx="83591" cy="202997"/>
          </a:xfrm>
          <a:prstGeom prst="rect">
            <a:avLst/>
          </a:prstGeom>
          <a:solidFill>
            <a:srgbClr val="0D8D56"/>
          </a:solidFill>
          <a:ln>
            <a:noFill/>
          </a:ln>
        </p:spPr>
        <p:txBody>
          <a:bodyPr/>
          <a:lstStyle/>
          <a:p>
            <a:endParaRPr lang="uk-UA"/>
          </a:p>
        </p:txBody>
      </p:sp>
      <p:sp>
        <p:nvSpPr>
          <p:cNvPr id="768" name="shape768"/>
          <p:cNvSpPr/>
          <p:nvPr/>
        </p:nvSpPr>
        <p:spPr>
          <a:xfrm>
            <a:off x="6285433" y="3090672"/>
            <a:ext cx="83591" cy="202997"/>
          </a:xfrm>
          <a:prstGeom prst="rect">
            <a:avLst/>
          </a:prstGeom>
          <a:solidFill>
            <a:srgbClr val="0D8D56"/>
          </a:solidFill>
          <a:ln>
            <a:noFill/>
          </a:ln>
        </p:spPr>
        <p:txBody>
          <a:bodyPr/>
          <a:lstStyle/>
          <a:p>
            <a:endParaRPr lang="uk-UA"/>
          </a:p>
        </p:txBody>
      </p:sp>
      <p:sp>
        <p:nvSpPr>
          <p:cNvPr id="769" name="shape769"/>
          <p:cNvSpPr/>
          <p:nvPr/>
        </p:nvSpPr>
        <p:spPr>
          <a:xfrm>
            <a:off x="6367196" y="3090672"/>
            <a:ext cx="83591" cy="202997"/>
          </a:xfrm>
          <a:prstGeom prst="rect">
            <a:avLst/>
          </a:prstGeom>
          <a:solidFill>
            <a:srgbClr val="0D8D56"/>
          </a:solidFill>
          <a:ln>
            <a:noFill/>
          </a:ln>
        </p:spPr>
        <p:txBody>
          <a:bodyPr/>
          <a:lstStyle/>
          <a:p>
            <a:endParaRPr lang="uk-UA"/>
          </a:p>
        </p:txBody>
      </p:sp>
      <p:sp>
        <p:nvSpPr>
          <p:cNvPr id="770" name="shape770"/>
          <p:cNvSpPr/>
          <p:nvPr/>
        </p:nvSpPr>
        <p:spPr>
          <a:xfrm>
            <a:off x="6448958" y="3090672"/>
            <a:ext cx="83591" cy="202997"/>
          </a:xfrm>
          <a:prstGeom prst="rect">
            <a:avLst/>
          </a:prstGeom>
          <a:solidFill>
            <a:srgbClr val="0D8D56"/>
          </a:solidFill>
          <a:ln>
            <a:noFill/>
          </a:ln>
        </p:spPr>
        <p:txBody>
          <a:bodyPr/>
          <a:lstStyle/>
          <a:p>
            <a:endParaRPr lang="uk-UA"/>
          </a:p>
        </p:txBody>
      </p:sp>
      <p:sp>
        <p:nvSpPr>
          <p:cNvPr id="771" name="shape771"/>
          <p:cNvSpPr/>
          <p:nvPr/>
        </p:nvSpPr>
        <p:spPr>
          <a:xfrm>
            <a:off x="6530721" y="3090672"/>
            <a:ext cx="83591" cy="202997"/>
          </a:xfrm>
          <a:prstGeom prst="rect">
            <a:avLst/>
          </a:prstGeom>
          <a:solidFill>
            <a:srgbClr val="0D8D56"/>
          </a:solidFill>
          <a:ln>
            <a:noFill/>
          </a:ln>
        </p:spPr>
        <p:txBody>
          <a:bodyPr/>
          <a:lstStyle/>
          <a:p>
            <a:endParaRPr lang="uk-UA"/>
          </a:p>
        </p:txBody>
      </p:sp>
      <p:sp>
        <p:nvSpPr>
          <p:cNvPr id="772" name="shape772"/>
          <p:cNvSpPr/>
          <p:nvPr/>
        </p:nvSpPr>
        <p:spPr>
          <a:xfrm>
            <a:off x="6612484" y="3090672"/>
            <a:ext cx="83591" cy="202997"/>
          </a:xfrm>
          <a:prstGeom prst="rect">
            <a:avLst/>
          </a:prstGeom>
          <a:solidFill>
            <a:srgbClr val="0D8D56"/>
          </a:solidFill>
          <a:ln>
            <a:noFill/>
          </a:ln>
        </p:spPr>
        <p:txBody>
          <a:bodyPr/>
          <a:lstStyle/>
          <a:p>
            <a:endParaRPr lang="uk-UA"/>
          </a:p>
        </p:txBody>
      </p:sp>
      <p:sp>
        <p:nvSpPr>
          <p:cNvPr id="773" name="shape773"/>
          <p:cNvSpPr/>
          <p:nvPr/>
        </p:nvSpPr>
        <p:spPr>
          <a:xfrm>
            <a:off x="6694246" y="3090672"/>
            <a:ext cx="83591" cy="202997"/>
          </a:xfrm>
          <a:prstGeom prst="rect">
            <a:avLst/>
          </a:prstGeom>
          <a:solidFill>
            <a:srgbClr val="0D8D56"/>
          </a:solidFill>
          <a:ln>
            <a:noFill/>
          </a:ln>
        </p:spPr>
        <p:txBody>
          <a:bodyPr/>
          <a:lstStyle/>
          <a:p>
            <a:endParaRPr lang="uk-UA"/>
          </a:p>
        </p:txBody>
      </p:sp>
      <p:sp>
        <p:nvSpPr>
          <p:cNvPr id="774" name="shape774"/>
          <p:cNvSpPr/>
          <p:nvPr/>
        </p:nvSpPr>
        <p:spPr>
          <a:xfrm>
            <a:off x="6776009" y="3090672"/>
            <a:ext cx="83591" cy="202997"/>
          </a:xfrm>
          <a:prstGeom prst="rect">
            <a:avLst/>
          </a:prstGeom>
          <a:solidFill>
            <a:srgbClr val="0D8D56"/>
          </a:solidFill>
          <a:ln>
            <a:noFill/>
          </a:ln>
        </p:spPr>
        <p:txBody>
          <a:bodyPr/>
          <a:lstStyle/>
          <a:p>
            <a:endParaRPr lang="uk-UA"/>
          </a:p>
        </p:txBody>
      </p:sp>
      <p:sp>
        <p:nvSpPr>
          <p:cNvPr id="775" name="shape775"/>
          <p:cNvSpPr/>
          <p:nvPr/>
        </p:nvSpPr>
        <p:spPr>
          <a:xfrm>
            <a:off x="6857771" y="3090672"/>
            <a:ext cx="83591" cy="202997"/>
          </a:xfrm>
          <a:prstGeom prst="rect">
            <a:avLst/>
          </a:prstGeom>
          <a:solidFill>
            <a:srgbClr val="0D8D56"/>
          </a:solidFill>
          <a:ln>
            <a:noFill/>
          </a:ln>
        </p:spPr>
        <p:txBody>
          <a:bodyPr/>
          <a:lstStyle/>
          <a:p>
            <a:endParaRPr lang="uk-UA"/>
          </a:p>
        </p:txBody>
      </p:sp>
      <p:sp>
        <p:nvSpPr>
          <p:cNvPr id="776" name="shape776"/>
          <p:cNvSpPr/>
          <p:nvPr/>
        </p:nvSpPr>
        <p:spPr>
          <a:xfrm>
            <a:off x="6939534" y="3090672"/>
            <a:ext cx="83591" cy="202997"/>
          </a:xfrm>
          <a:prstGeom prst="rect">
            <a:avLst/>
          </a:prstGeom>
          <a:solidFill>
            <a:srgbClr val="0D8D56"/>
          </a:solidFill>
          <a:ln>
            <a:noFill/>
          </a:ln>
        </p:spPr>
        <p:txBody>
          <a:bodyPr/>
          <a:lstStyle/>
          <a:p>
            <a:endParaRPr lang="uk-UA"/>
          </a:p>
        </p:txBody>
      </p:sp>
      <p:sp>
        <p:nvSpPr>
          <p:cNvPr id="777" name="shape777"/>
          <p:cNvSpPr/>
          <p:nvPr/>
        </p:nvSpPr>
        <p:spPr>
          <a:xfrm>
            <a:off x="7021297" y="3090672"/>
            <a:ext cx="83591" cy="202997"/>
          </a:xfrm>
          <a:prstGeom prst="rect">
            <a:avLst/>
          </a:prstGeom>
          <a:solidFill>
            <a:srgbClr val="0D8D56"/>
          </a:solidFill>
          <a:ln>
            <a:noFill/>
          </a:ln>
        </p:spPr>
        <p:txBody>
          <a:bodyPr/>
          <a:lstStyle/>
          <a:p>
            <a:endParaRPr lang="uk-UA"/>
          </a:p>
        </p:txBody>
      </p:sp>
      <p:sp>
        <p:nvSpPr>
          <p:cNvPr id="778" name="shape778"/>
          <p:cNvSpPr/>
          <p:nvPr/>
        </p:nvSpPr>
        <p:spPr>
          <a:xfrm>
            <a:off x="7103059" y="3090672"/>
            <a:ext cx="83591" cy="202997"/>
          </a:xfrm>
          <a:prstGeom prst="rect">
            <a:avLst/>
          </a:prstGeom>
          <a:solidFill>
            <a:srgbClr val="0D8D56"/>
          </a:solidFill>
          <a:ln>
            <a:noFill/>
          </a:ln>
        </p:spPr>
        <p:txBody>
          <a:bodyPr/>
          <a:lstStyle/>
          <a:p>
            <a:endParaRPr lang="uk-UA"/>
          </a:p>
        </p:txBody>
      </p:sp>
      <p:sp>
        <p:nvSpPr>
          <p:cNvPr id="779" name="shape779"/>
          <p:cNvSpPr/>
          <p:nvPr/>
        </p:nvSpPr>
        <p:spPr>
          <a:xfrm>
            <a:off x="7184822" y="3090672"/>
            <a:ext cx="83591" cy="202997"/>
          </a:xfrm>
          <a:prstGeom prst="rect">
            <a:avLst/>
          </a:prstGeom>
          <a:solidFill>
            <a:srgbClr val="0D8D56"/>
          </a:solidFill>
          <a:ln>
            <a:noFill/>
          </a:ln>
        </p:spPr>
        <p:txBody>
          <a:bodyPr/>
          <a:lstStyle/>
          <a:p>
            <a:endParaRPr lang="uk-UA"/>
          </a:p>
        </p:txBody>
      </p:sp>
      <p:sp>
        <p:nvSpPr>
          <p:cNvPr id="780" name="shape780"/>
          <p:cNvSpPr/>
          <p:nvPr/>
        </p:nvSpPr>
        <p:spPr>
          <a:xfrm>
            <a:off x="7266584" y="3090672"/>
            <a:ext cx="83591" cy="202997"/>
          </a:xfrm>
          <a:prstGeom prst="rect">
            <a:avLst/>
          </a:prstGeom>
          <a:solidFill>
            <a:srgbClr val="0D8D56"/>
          </a:solidFill>
          <a:ln>
            <a:noFill/>
          </a:ln>
        </p:spPr>
        <p:txBody>
          <a:bodyPr/>
          <a:lstStyle/>
          <a:p>
            <a:endParaRPr lang="uk-UA"/>
          </a:p>
        </p:txBody>
      </p:sp>
      <p:sp>
        <p:nvSpPr>
          <p:cNvPr id="781" name="shape781"/>
          <p:cNvSpPr/>
          <p:nvPr/>
        </p:nvSpPr>
        <p:spPr>
          <a:xfrm>
            <a:off x="7348347" y="3090672"/>
            <a:ext cx="83591" cy="202997"/>
          </a:xfrm>
          <a:prstGeom prst="rect">
            <a:avLst/>
          </a:prstGeom>
          <a:solidFill>
            <a:srgbClr val="0D8D56"/>
          </a:solidFill>
          <a:ln>
            <a:noFill/>
          </a:ln>
        </p:spPr>
        <p:txBody>
          <a:bodyPr/>
          <a:lstStyle/>
          <a:p>
            <a:endParaRPr lang="uk-UA"/>
          </a:p>
        </p:txBody>
      </p:sp>
      <p:sp>
        <p:nvSpPr>
          <p:cNvPr id="782" name="shape782"/>
          <p:cNvSpPr/>
          <p:nvPr/>
        </p:nvSpPr>
        <p:spPr>
          <a:xfrm>
            <a:off x="7430110" y="3090672"/>
            <a:ext cx="83591" cy="202997"/>
          </a:xfrm>
          <a:prstGeom prst="rect">
            <a:avLst/>
          </a:prstGeom>
          <a:solidFill>
            <a:srgbClr val="0D8D56"/>
          </a:solidFill>
          <a:ln>
            <a:noFill/>
          </a:ln>
        </p:spPr>
        <p:txBody>
          <a:bodyPr/>
          <a:lstStyle/>
          <a:p>
            <a:endParaRPr lang="uk-UA"/>
          </a:p>
        </p:txBody>
      </p:sp>
      <p:sp>
        <p:nvSpPr>
          <p:cNvPr id="783" name="shape783"/>
          <p:cNvSpPr/>
          <p:nvPr/>
        </p:nvSpPr>
        <p:spPr>
          <a:xfrm>
            <a:off x="7511872" y="3090672"/>
            <a:ext cx="83591" cy="202997"/>
          </a:xfrm>
          <a:prstGeom prst="rect">
            <a:avLst/>
          </a:prstGeom>
          <a:solidFill>
            <a:srgbClr val="0D8D56"/>
          </a:solidFill>
          <a:ln>
            <a:noFill/>
          </a:ln>
        </p:spPr>
        <p:txBody>
          <a:bodyPr/>
          <a:lstStyle/>
          <a:p>
            <a:endParaRPr lang="uk-UA"/>
          </a:p>
        </p:txBody>
      </p:sp>
      <p:sp>
        <p:nvSpPr>
          <p:cNvPr id="784" name="shape784"/>
          <p:cNvSpPr/>
          <p:nvPr/>
        </p:nvSpPr>
        <p:spPr>
          <a:xfrm>
            <a:off x="7593635" y="3090672"/>
            <a:ext cx="83591" cy="202997"/>
          </a:xfrm>
          <a:prstGeom prst="rect">
            <a:avLst/>
          </a:prstGeom>
          <a:solidFill>
            <a:srgbClr val="0D8D56"/>
          </a:solidFill>
          <a:ln>
            <a:noFill/>
          </a:ln>
        </p:spPr>
        <p:txBody>
          <a:bodyPr/>
          <a:lstStyle/>
          <a:p>
            <a:endParaRPr lang="uk-UA"/>
          </a:p>
        </p:txBody>
      </p:sp>
      <p:sp>
        <p:nvSpPr>
          <p:cNvPr id="785" name="shape785"/>
          <p:cNvSpPr/>
          <p:nvPr/>
        </p:nvSpPr>
        <p:spPr>
          <a:xfrm>
            <a:off x="7675397" y="3090672"/>
            <a:ext cx="83591" cy="202997"/>
          </a:xfrm>
          <a:prstGeom prst="rect">
            <a:avLst/>
          </a:prstGeom>
          <a:solidFill>
            <a:srgbClr val="0D8D56"/>
          </a:solidFill>
          <a:ln>
            <a:noFill/>
          </a:ln>
        </p:spPr>
        <p:txBody>
          <a:bodyPr/>
          <a:lstStyle/>
          <a:p>
            <a:endParaRPr lang="uk-UA"/>
          </a:p>
        </p:txBody>
      </p:sp>
      <p:sp>
        <p:nvSpPr>
          <p:cNvPr id="786" name="shape786"/>
          <p:cNvSpPr/>
          <p:nvPr/>
        </p:nvSpPr>
        <p:spPr>
          <a:xfrm>
            <a:off x="7757160" y="3090672"/>
            <a:ext cx="83591" cy="202997"/>
          </a:xfrm>
          <a:prstGeom prst="rect">
            <a:avLst/>
          </a:prstGeom>
          <a:solidFill>
            <a:srgbClr val="0D8D56"/>
          </a:solidFill>
          <a:ln>
            <a:noFill/>
          </a:ln>
        </p:spPr>
        <p:txBody>
          <a:bodyPr/>
          <a:lstStyle/>
          <a:p>
            <a:endParaRPr lang="uk-UA"/>
          </a:p>
        </p:txBody>
      </p:sp>
      <p:sp>
        <p:nvSpPr>
          <p:cNvPr id="787" name="shape787"/>
          <p:cNvSpPr/>
          <p:nvPr/>
        </p:nvSpPr>
        <p:spPr>
          <a:xfrm>
            <a:off x="7838923" y="3090672"/>
            <a:ext cx="83591" cy="202997"/>
          </a:xfrm>
          <a:prstGeom prst="rect">
            <a:avLst/>
          </a:prstGeom>
          <a:solidFill>
            <a:srgbClr val="0D8D56"/>
          </a:solidFill>
          <a:ln>
            <a:noFill/>
          </a:ln>
        </p:spPr>
        <p:txBody>
          <a:bodyPr/>
          <a:lstStyle/>
          <a:p>
            <a:endParaRPr lang="uk-UA"/>
          </a:p>
        </p:txBody>
      </p:sp>
      <p:sp>
        <p:nvSpPr>
          <p:cNvPr id="788" name="shape788"/>
          <p:cNvSpPr/>
          <p:nvPr/>
        </p:nvSpPr>
        <p:spPr>
          <a:xfrm>
            <a:off x="7920685" y="3090672"/>
            <a:ext cx="83591" cy="202997"/>
          </a:xfrm>
          <a:prstGeom prst="rect">
            <a:avLst/>
          </a:prstGeom>
          <a:solidFill>
            <a:srgbClr val="0D8D56"/>
          </a:solidFill>
          <a:ln>
            <a:noFill/>
          </a:ln>
        </p:spPr>
        <p:txBody>
          <a:bodyPr/>
          <a:lstStyle/>
          <a:p>
            <a:endParaRPr lang="uk-UA"/>
          </a:p>
        </p:txBody>
      </p:sp>
      <p:sp>
        <p:nvSpPr>
          <p:cNvPr id="789" name="shape789"/>
          <p:cNvSpPr/>
          <p:nvPr/>
        </p:nvSpPr>
        <p:spPr>
          <a:xfrm>
            <a:off x="8002448" y="3090672"/>
            <a:ext cx="83591" cy="202997"/>
          </a:xfrm>
          <a:prstGeom prst="rect">
            <a:avLst/>
          </a:prstGeom>
          <a:solidFill>
            <a:srgbClr val="0D8D56"/>
          </a:solidFill>
          <a:ln>
            <a:noFill/>
          </a:ln>
        </p:spPr>
        <p:txBody>
          <a:bodyPr/>
          <a:lstStyle/>
          <a:p>
            <a:endParaRPr lang="uk-UA"/>
          </a:p>
        </p:txBody>
      </p:sp>
      <p:sp>
        <p:nvSpPr>
          <p:cNvPr id="790" name="shape790"/>
          <p:cNvSpPr/>
          <p:nvPr/>
        </p:nvSpPr>
        <p:spPr>
          <a:xfrm>
            <a:off x="8084210" y="3090672"/>
            <a:ext cx="83591" cy="202997"/>
          </a:xfrm>
          <a:prstGeom prst="rect">
            <a:avLst/>
          </a:prstGeom>
          <a:solidFill>
            <a:srgbClr val="0D8D56"/>
          </a:solidFill>
          <a:ln>
            <a:noFill/>
          </a:ln>
        </p:spPr>
        <p:txBody>
          <a:bodyPr/>
          <a:lstStyle/>
          <a:p>
            <a:endParaRPr lang="uk-UA"/>
          </a:p>
        </p:txBody>
      </p:sp>
      <p:sp>
        <p:nvSpPr>
          <p:cNvPr id="791" name="shape791"/>
          <p:cNvSpPr/>
          <p:nvPr/>
        </p:nvSpPr>
        <p:spPr>
          <a:xfrm>
            <a:off x="8165973" y="3090672"/>
            <a:ext cx="83591" cy="202997"/>
          </a:xfrm>
          <a:prstGeom prst="rect">
            <a:avLst/>
          </a:prstGeom>
          <a:solidFill>
            <a:srgbClr val="0D8D56"/>
          </a:solidFill>
          <a:ln>
            <a:noFill/>
          </a:ln>
        </p:spPr>
        <p:txBody>
          <a:bodyPr/>
          <a:lstStyle/>
          <a:p>
            <a:endParaRPr lang="uk-UA"/>
          </a:p>
        </p:txBody>
      </p:sp>
      <p:sp>
        <p:nvSpPr>
          <p:cNvPr id="792" name="shape792"/>
          <p:cNvSpPr/>
          <p:nvPr/>
        </p:nvSpPr>
        <p:spPr>
          <a:xfrm>
            <a:off x="8247736" y="3090672"/>
            <a:ext cx="83591" cy="202997"/>
          </a:xfrm>
          <a:prstGeom prst="rect">
            <a:avLst/>
          </a:prstGeom>
          <a:solidFill>
            <a:srgbClr val="0D8D56"/>
          </a:solidFill>
          <a:ln>
            <a:noFill/>
          </a:ln>
        </p:spPr>
        <p:txBody>
          <a:bodyPr/>
          <a:lstStyle/>
          <a:p>
            <a:endParaRPr lang="uk-UA"/>
          </a:p>
        </p:txBody>
      </p:sp>
      <p:sp>
        <p:nvSpPr>
          <p:cNvPr id="793" name="shape793"/>
          <p:cNvSpPr/>
          <p:nvPr/>
        </p:nvSpPr>
        <p:spPr>
          <a:xfrm>
            <a:off x="8329498" y="3090672"/>
            <a:ext cx="83591" cy="202997"/>
          </a:xfrm>
          <a:prstGeom prst="rect">
            <a:avLst/>
          </a:prstGeom>
          <a:solidFill>
            <a:srgbClr val="0D8D56"/>
          </a:solidFill>
          <a:ln>
            <a:noFill/>
          </a:ln>
        </p:spPr>
        <p:txBody>
          <a:bodyPr/>
          <a:lstStyle/>
          <a:p>
            <a:endParaRPr lang="uk-UA"/>
          </a:p>
        </p:txBody>
      </p:sp>
      <p:sp>
        <p:nvSpPr>
          <p:cNvPr id="794" name="shape794"/>
          <p:cNvSpPr/>
          <p:nvPr/>
        </p:nvSpPr>
        <p:spPr>
          <a:xfrm>
            <a:off x="8411261" y="3090672"/>
            <a:ext cx="83591" cy="202997"/>
          </a:xfrm>
          <a:prstGeom prst="rect">
            <a:avLst/>
          </a:prstGeom>
          <a:solidFill>
            <a:srgbClr val="0D8D56"/>
          </a:solidFill>
          <a:ln>
            <a:noFill/>
          </a:ln>
        </p:spPr>
        <p:txBody>
          <a:bodyPr/>
          <a:lstStyle/>
          <a:p>
            <a:endParaRPr lang="uk-UA"/>
          </a:p>
        </p:txBody>
      </p:sp>
      <p:sp>
        <p:nvSpPr>
          <p:cNvPr id="795" name="shape795"/>
          <p:cNvSpPr/>
          <p:nvPr/>
        </p:nvSpPr>
        <p:spPr>
          <a:xfrm>
            <a:off x="8493023" y="3090672"/>
            <a:ext cx="83591" cy="202997"/>
          </a:xfrm>
          <a:prstGeom prst="rect">
            <a:avLst/>
          </a:prstGeom>
          <a:solidFill>
            <a:srgbClr val="0D8D56"/>
          </a:solidFill>
          <a:ln>
            <a:noFill/>
          </a:ln>
        </p:spPr>
        <p:txBody>
          <a:bodyPr/>
          <a:lstStyle/>
          <a:p>
            <a:endParaRPr lang="uk-UA"/>
          </a:p>
        </p:txBody>
      </p:sp>
      <p:sp>
        <p:nvSpPr>
          <p:cNvPr id="796" name="shape796"/>
          <p:cNvSpPr/>
          <p:nvPr/>
        </p:nvSpPr>
        <p:spPr>
          <a:xfrm>
            <a:off x="8574786" y="3090672"/>
            <a:ext cx="83591" cy="202997"/>
          </a:xfrm>
          <a:prstGeom prst="rect">
            <a:avLst/>
          </a:prstGeom>
          <a:solidFill>
            <a:srgbClr val="0D8D56"/>
          </a:solidFill>
          <a:ln>
            <a:noFill/>
          </a:ln>
        </p:spPr>
        <p:txBody>
          <a:bodyPr/>
          <a:lstStyle/>
          <a:p>
            <a:endParaRPr lang="uk-UA"/>
          </a:p>
        </p:txBody>
      </p:sp>
      <p:sp>
        <p:nvSpPr>
          <p:cNvPr id="797" name="shape797"/>
          <p:cNvSpPr/>
          <p:nvPr/>
        </p:nvSpPr>
        <p:spPr>
          <a:xfrm>
            <a:off x="8656549" y="3090672"/>
            <a:ext cx="83591" cy="202997"/>
          </a:xfrm>
          <a:prstGeom prst="rect">
            <a:avLst/>
          </a:prstGeom>
          <a:solidFill>
            <a:srgbClr val="0D8D56"/>
          </a:solidFill>
          <a:ln>
            <a:noFill/>
          </a:ln>
        </p:spPr>
        <p:txBody>
          <a:bodyPr/>
          <a:lstStyle/>
          <a:p>
            <a:endParaRPr lang="uk-UA"/>
          </a:p>
        </p:txBody>
      </p:sp>
      <p:sp>
        <p:nvSpPr>
          <p:cNvPr id="798" name="shape798"/>
          <p:cNvSpPr/>
          <p:nvPr/>
        </p:nvSpPr>
        <p:spPr>
          <a:xfrm>
            <a:off x="8738311" y="3090672"/>
            <a:ext cx="83591" cy="202997"/>
          </a:xfrm>
          <a:prstGeom prst="rect">
            <a:avLst/>
          </a:prstGeom>
          <a:solidFill>
            <a:srgbClr val="0D8D56"/>
          </a:solidFill>
          <a:ln>
            <a:noFill/>
          </a:ln>
        </p:spPr>
        <p:txBody>
          <a:bodyPr/>
          <a:lstStyle/>
          <a:p>
            <a:endParaRPr lang="uk-UA"/>
          </a:p>
        </p:txBody>
      </p:sp>
      <p:sp>
        <p:nvSpPr>
          <p:cNvPr id="799" name="shape799"/>
          <p:cNvSpPr/>
          <p:nvPr/>
        </p:nvSpPr>
        <p:spPr>
          <a:xfrm>
            <a:off x="8820074" y="3090672"/>
            <a:ext cx="83591" cy="202997"/>
          </a:xfrm>
          <a:prstGeom prst="rect">
            <a:avLst/>
          </a:prstGeom>
          <a:solidFill>
            <a:srgbClr val="0D8D56"/>
          </a:solidFill>
          <a:ln>
            <a:noFill/>
          </a:ln>
        </p:spPr>
        <p:txBody>
          <a:bodyPr/>
          <a:lstStyle/>
          <a:p>
            <a:endParaRPr lang="uk-UA"/>
          </a:p>
        </p:txBody>
      </p:sp>
      <p:sp>
        <p:nvSpPr>
          <p:cNvPr id="800" name="shape800"/>
          <p:cNvSpPr/>
          <p:nvPr/>
        </p:nvSpPr>
        <p:spPr>
          <a:xfrm>
            <a:off x="8901836" y="3090672"/>
            <a:ext cx="83591" cy="202997"/>
          </a:xfrm>
          <a:prstGeom prst="rect">
            <a:avLst/>
          </a:prstGeom>
          <a:solidFill>
            <a:srgbClr val="0D8D56"/>
          </a:solidFill>
          <a:ln>
            <a:noFill/>
          </a:ln>
        </p:spPr>
        <p:txBody>
          <a:bodyPr/>
          <a:lstStyle/>
          <a:p>
            <a:endParaRPr lang="uk-UA"/>
          </a:p>
        </p:txBody>
      </p:sp>
      <p:sp>
        <p:nvSpPr>
          <p:cNvPr id="801" name="shape801"/>
          <p:cNvSpPr/>
          <p:nvPr/>
        </p:nvSpPr>
        <p:spPr>
          <a:xfrm>
            <a:off x="8983599" y="3090672"/>
            <a:ext cx="83591" cy="202997"/>
          </a:xfrm>
          <a:prstGeom prst="rect">
            <a:avLst/>
          </a:prstGeom>
          <a:solidFill>
            <a:srgbClr val="0D8D56"/>
          </a:solidFill>
          <a:ln>
            <a:noFill/>
          </a:ln>
        </p:spPr>
        <p:txBody>
          <a:bodyPr/>
          <a:lstStyle/>
          <a:p>
            <a:endParaRPr lang="uk-UA"/>
          </a:p>
        </p:txBody>
      </p:sp>
      <p:sp>
        <p:nvSpPr>
          <p:cNvPr id="802" name="shape802"/>
          <p:cNvSpPr/>
          <p:nvPr/>
        </p:nvSpPr>
        <p:spPr>
          <a:xfrm>
            <a:off x="9065362" y="3090672"/>
            <a:ext cx="83591" cy="202997"/>
          </a:xfrm>
          <a:prstGeom prst="rect">
            <a:avLst/>
          </a:prstGeom>
          <a:solidFill>
            <a:srgbClr val="0D8D56"/>
          </a:solidFill>
          <a:ln>
            <a:noFill/>
          </a:ln>
        </p:spPr>
        <p:txBody>
          <a:bodyPr/>
          <a:lstStyle/>
          <a:p>
            <a:endParaRPr lang="uk-UA"/>
          </a:p>
        </p:txBody>
      </p:sp>
      <p:sp>
        <p:nvSpPr>
          <p:cNvPr id="803" name="shape803"/>
          <p:cNvSpPr/>
          <p:nvPr/>
        </p:nvSpPr>
        <p:spPr>
          <a:xfrm>
            <a:off x="9147124" y="3090672"/>
            <a:ext cx="83591" cy="202997"/>
          </a:xfrm>
          <a:prstGeom prst="rect">
            <a:avLst/>
          </a:prstGeom>
          <a:solidFill>
            <a:srgbClr val="0D8D56"/>
          </a:solidFill>
          <a:ln>
            <a:noFill/>
          </a:ln>
        </p:spPr>
        <p:txBody>
          <a:bodyPr/>
          <a:lstStyle/>
          <a:p>
            <a:endParaRPr lang="uk-UA"/>
          </a:p>
        </p:txBody>
      </p:sp>
      <p:sp>
        <p:nvSpPr>
          <p:cNvPr id="804" name="shape804"/>
          <p:cNvSpPr/>
          <p:nvPr/>
        </p:nvSpPr>
        <p:spPr>
          <a:xfrm>
            <a:off x="9228887" y="3090672"/>
            <a:ext cx="83591" cy="202997"/>
          </a:xfrm>
          <a:prstGeom prst="rect">
            <a:avLst/>
          </a:prstGeom>
          <a:solidFill>
            <a:srgbClr val="0D8D56"/>
          </a:solidFill>
          <a:ln>
            <a:noFill/>
          </a:ln>
        </p:spPr>
        <p:txBody>
          <a:bodyPr/>
          <a:lstStyle/>
          <a:p>
            <a:endParaRPr lang="uk-UA"/>
          </a:p>
        </p:txBody>
      </p:sp>
      <p:sp>
        <p:nvSpPr>
          <p:cNvPr id="805" name="shape805"/>
          <p:cNvSpPr/>
          <p:nvPr/>
        </p:nvSpPr>
        <p:spPr>
          <a:xfrm>
            <a:off x="9310649" y="3090672"/>
            <a:ext cx="83591" cy="202997"/>
          </a:xfrm>
          <a:prstGeom prst="rect">
            <a:avLst/>
          </a:prstGeom>
          <a:solidFill>
            <a:srgbClr val="0D8D56"/>
          </a:solidFill>
          <a:ln>
            <a:noFill/>
          </a:ln>
        </p:spPr>
        <p:txBody>
          <a:bodyPr/>
          <a:lstStyle/>
          <a:p>
            <a:endParaRPr lang="uk-UA"/>
          </a:p>
        </p:txBody>
      </p:sp>
      <p:sp>
        <p:nvSpPr>
          <p:cNvPr id="806" name="shape806"/>
          <p:cNvSpPr/>
          <p:nvPr/>
        </p:nvSpPr>
        <p:spPr>
          <a:xfrm>
            <a:off x="9392412" y="3090672"/>
            <a:ext cx="83591" cy="202997"/>
          </a:xfrm>
          <a:prstGeom prst="rect">
            <a:avLst/>
          </a:prstGeom>
          <a:solidFill>
            <a:srgbClr val="0D8D56"/>
          </a:solidFill>
          <a:ln>
            <a:noFill/>
          </a:ln>
        </p:spPr>
        <p:txBody>
          <a:bodyPr/>
          <a:lstStyle/>
          <a:p>
            <a:endParaRPr lang="uk-UA"/>
          </a:p>
        </p:txBody>
      </p:sp>
      <p:sp>
        <p:nvSpPr>
          <p:cNvPr id="807" name="shape807"/>
          <p:cNvSpPr/>
          <p:nvPr/>
        </p:nvSpPr>
        <p:spPr>
          <a:xfrm>
            <a:off x="9474175" y="3090672"/>
            <a:ext cx="83591" cy="202997"/>
          </a:xfrm>
          <a:prstGeom prst="rect">
            <a:avLst/>
          </a:prstGeom>
          <a:solidFill>
            <a:srgbClr val="0D8D56"/>
          </a:solidFill>
          <a:ln>
            <a:noFill/>
          </a:ln>
        </p:spPr>
        <p:txBody>
          <a:bodyPr/>
          <a:lstStyle/>
          <a:p>
            <a:endParaRPr lang="uk-UA"/>
          </a:p>
        </p:txBody>
      </p:sp>
      <p:sp>
        <p:nvSpPr>
          <p:cNvPr id="808" name="shape808"/>
          <p:cNvSpPr/>
          <p:nvPr/>
        </p:nvSpPr>
        <p:spPr>
          <a:xfrm>
            <a:off x="9555937" y="3090672"/>
            <a:ext cx="83591" cy="202997"/>
          </a:xfrm>
          <a:prstGeom prst="rect">
            <a:avLst/>
          </a:prstGeom>
          <a:solidFill>
            <a:srgbClr val="0D8D56"/>
          </a:solidFill>
          <a:ln>
            <a:noFill/>
          </a:ln>
        </p:spPr>
        <p:txBody>
          <a:bodyPr/>
          <a:lstStyle/>
          <a:p>
            <a:endParaRPr lang="uk-UA"/>
          </a:p>
        </p:txBody>
      </p:sp>
      <p:sp>
        <p:nvSpPr>
          <p:cNvPr id="809" name="shape809"/>
          <p:cNvSpPr/>
          <p:nvPr/>
        </p:nvSpPr>
        <p:spPr>
          <a:xfrm>
            <a:off x="9637700" y="3090672"/>
            <a:ext cx="83591" cy="202997"/>
          </a:xfrm>
          <a:prstGeom prst="rect">
            <a:avLst/>
          </a:prstGeom>
          <a:solidFill>
            <a:srgbClr val="0D8D56"/>
          </a:solidFill>
          <a:ln>
            <a:noFill/>
          </a:ln>
        </p:spPr>
        <p:txBody>
          <a:bodyPr/>
          <a:lstStyle/>
          <a:p>
            <a:endParaRPr lang="uk-UA"/>
          </a:p>
        </p:txBody>
      </p:sp>
      <p:sp>
        <p:nvSpPr>
          <p:cNvPr id="810" name="shape810"/>
          <p:cNvSpPr/>
          <p:nvPr/>
        </p:nvSpPr>
        <p:spPr>
          <a:xfrm>
            <a:off x="9719462" y="3090672"/>
            <a:ext cx="83591" cy="202997"/>
          </a:xfrm>
          <a:prstGeom prst="rect">
            <a:avLst/>
          </a:prstGeom>
          <a:solidFill>
            <a:srgbClr val="0D8D56"/>
          </a:solidFill>
          <a:ln>
            <a:noFill/>
          </a:ln>
        </p:spPr>
        <p:txBody>
          <a:bodyPr/>
          <a:lstStyle/>
          <a:p>
            <a:endParaRPr lang="uk-UA"/>
          </a:p>
        </p:txBody>
      </p:sp>
      <p:sp>
        <p:nvSpPr>
          <p:cNvPr id="811" name="shape811"/>
          <p:cNvSpPr/>
          <p:nvPr/>
        </p:nvSpPr>
        <p:spPr>
          <a:xfrm>
            <a:off x="9801225" y="3090672"/>
            <a:ext cx="83591" cy="202997"/>
          </a:xfrm>
          <a:prstGeom prst="rect">
            <a:avLst/>
          </a:prstGeom>
          <a:solidFill>
            <a:srgbClr val="0D8D56"/>
          </a:solidFill>
          <a:ln>
            <a:noFill/>
          </a:ln>
        </p:spPr>
        <p:txBody>
          <a:bodyPr/>
          <a:lstStyle/>
          <a:p>
            <a:endParaRPr lang="uk-UA"/>
          </a:p>
        </p:txBody>
      </p:sp>
      <p:sp>
        <p:nvSpPr>
          <p:cNvPr id="812" name="shape812"/>
          <p:cNvSpPr/>
          <p:nvPr/>
        </p:nvSpPr>
        <p:spPr>
          <a:xfrm>
            <a:off x="9882988" y="3090672"/>
            <a:ext cx="83591" cy="202997"/>
          </a:xfrm>
          <a:prstGeom prst="rect">
            <a:avLst/>
          </a:prstGeom>
          <a:solidFill>
            <a:srgbClr val="0D8D56"/>
          </a:solidFill>
          <a:ln>
            <a:noFill/>
          </a:ln>
        </p:spPr>
        <p:txBody>
          <a:bodyPr/>
          <a:lstStyle/>
          <a:p>
            <a:endParaRPr lang="uk-UA"/>
          </a:p>
        </p:txBody>
      </p:sp>
      <p:sp>
        <p:nvSpPr>
          <p:cNvPr id="813" name="shape813"/>
          <p:cNvSpPr/>
          <p:nvPr/>
        </p:nvSpPr>
        <p:spPr>
          <a:xfrm>
            <a:off x="9964750" y="3090672"/>
            <a:ext cx="83591" cy="202997"/>
          </a:xfrm>
          <a:prstGeom prst="rect">
            <a:avLst/>
          </a:prstGeom>
          <a:solidFill>
            <a:srgbClr val="0D8D56"/>
          </a:solidFill>
          <a:ln>
            <a:noFill/>
          </a:ln>
        </p:spPr>
        <p:txBody>
          <a:bodyPr/>
          <a:lstStyle/>
          <a:p>
            <a:endParaRPr lang="uk-UA"/>
          </a:p>
        </p:txBody>
      </p:sp>
      <p:sp>
        <p:nvSpPr>
          <p:cNvPr id="814" name="shape814"/>
          <p:cNvSpPr/>
          <p:nvPr/>
        </p:nvSpPr>
        <p:spPr>
          <a:xfrm>
            <a:off x="10046513" y="3090672"/>
            <a:ext cx="83591" cy="202997"/>
          </a:xfrm>
          <a:prstGeom prst="rect">
            <a:avLst/>
          </a:prstGeom>
          <a:solidFill>
            <a:srgbClr val="0D8D56"/>
          </a:solidFill>
          <a:ln>
            <a:noFill/>
          </a:ln>
        </p:spPr>
        <p:txBody>
          <a:bodyPr/>
          <a:lstStyle/>
          <a:p>
            <a:endParaRPr lang="uk-UA"/>
          </a:p>
        </p:txBody>
      </p:sp>
      <p:sp>
        <p:nvSpPr>
          <p:cNvPr id="815" name="shape815"/>
          <p:cNvSpPr/>
          <p:nvPr/>
        </p:nvSpPr>
        <p:spPr>
          <a:xfrm>
            <a:off x="10128275" y="3090672"/>
            <a:ext cx="83591" cy="202997"/>
          </a:xfrm>
          <a:prstGeom prst="rect">
            <a:avLst/>
          </a:prstGeom>
          <a:solidFill>
            <a:srgbClr val="0D8D56"/>
          </a:solidFill>
          <a:ln>
            <a:noFill/>
          </a:ln>
        </p:spPr>
        <p:txBody>
          <a:bodyPr/>
          <a:lstStyle/>
          <a:p>
            <a:endParaRPr lang="uk-UA"/>
          </a:p>
        </p:txBody>
      </p:sp>
      <p:sp>
        <p:nvSpPr>
          <p:cNvPr id="816" name="shape816"/>
          <p:cNvSpPr/>
          <p:nvPr/>
        </p:nvSpPr>
        <p:spPr>
          <a:xfrm>
            <a:off x="10210038" y="3090672"/>
            <a:ext cx="83591" cy="202997"/>
          </a:xfrm>
          <a:prstGeom prst="rect">
            <a:avLst/>
          </a:prstGeom>
          <a:solidFill>
            <a:srgbClr val="0D8D56"/>
          </a:solidFill>
          <a:ln>
            <a:noFill/>
          </a:ln>
        </p:spPr>
        <p:txBody>
          <a:bodyPr/>
          <a:lstStyle/>
          <a:p>
            <a:endParaRPr lang="uk-UA"/>
          </a:p>
        </p:txBody>
      </p:sp>
      <p:sp>
        <p:nvSpPr>
          <p:cNvPr id="817" name="shape817"/>
          <p:cNvSpPr/>
          <p:nvPr/>
        </p:nvSpPr>
        <p:spPr>
          <a:xfrm>
            <a:off x="10291801" y="3090672"/>
            <a:ext cx="83591" cy="202997"/>
          </a:xfrm>
          <a:prstGeom prst="rect">
            <a:avLst/>
          </a:prstGeom>
          <a:solidFill>
            <a:srgbClr val="0D8D56"/>
          </a:solidFill>
          <a:ln>
            <a:noFill/>
          </a:ln>
        </p:spPr>
        <p:txBody>
          <a:bodyPr/>
          <a:lstStyle/>
          <a:p>
            <a:endParaRPr lang="uk-UA"/>
          </a:p>
        </p:txBody>
      </p:sp>
      <p:sp>
        <p:nvSpPr>
          <p:cNvPr id="818" name="shape818"/>
          <p:cNvSpPr/>
          <p:nvPr/>
        </p:nvSpPr>
        <p:spPr>
          <a:xfrm>
            <a:off x="10373563" y="3090672"/>
            <a:ext cx="83591" cy="202997"/>
          </a:xfrm>
          <a:prstGeom prst="rect">
            <a:avLst/>
          </a:prstGeom>
          <a:solidFill>
            <a:srgbClr val="0D8D56"/>
          </a:solidFill>
          <a:ln>
            <a:noFill/>
          </a:ln>
        </p:spPr>
        <p:txBody>
          <a:bodyPr/>
          <a:lstStyle/>
          <a:p>
            <a:endParaRPr lang="uk-UA"/>
          </a:p>
        </p:txBody>
      </p:sp>
      <p:sp>
        <p:nvSpPr>
          <p:cNvPr id="819" name="shape819"/>
          <p:cNvSpPr/>
          <p:nvPr/>
        </p:nvSpPr>
        <p:spPr>
          <a:xfrm>
            <a:off x="10455326" y="3090672"/>
            <a:ext cx="83591" cy="202997"/>
          </a:xfrm>
          <a:prstGeom prst="rect">
            <a:avLst/>
          </a:prstGeom>
          <a:solidFill>
            <a:srgbClr val="0D8D56"/>
          </a:solidFill>
          <a:ln>
            <a:noFill/>
          </a:ln>
        </p:spPr>
        <p:txBody>
          <a:bodyPr/>
          <a:lstStyle/>
          <a:p>
            <a:endParaRPr lang="uk-UA"/>
          </a:p>
        </p:txBody>
      </p:sp>
      <p:sp>
        <p:nvSpPr>
          <p:cNvPr id="820" name="shape820"/>
          <p:cNvSpPr/>
          <p:nvPr/>
        </p:nvSpPr>
        <p:spPr>
          <a:xfrm>
            <a:off x="10537088" y="3090672"/>
            <a:ext cx="83591" cy="202997"/>
          </a:xfrm>
          <a:prstGeom prst="rect">
            <a:avLst/>
          </a:prstGeom>
          <a:solidFill>
            <a:srgbClr val="0D8D56"/>
          </a:solidFill>
          <a:ln>
            <a:noFill/>
          </a:ln>
        </p:spPr>
        <p:txBody>
          <a:bodyPr/>
          <a:lstStyle/>
          <a:p>
            <a:endParaRPr lang="uk-UA"/>
          </a:p>
        </p:txBody>
      </p:sp>
      <p:sp>
        <p:nvSpPr>
          <p:cNvPr id="821" name="shape821"/>
          <p:cNvSpPr/>
          <p:nvPr/>
        </p:nvSpPr>
        <p:spPr>
          <a:xfrm>
            <a:off x="10618851" y="3090672"/>
            <a:ext cx="83591" cy="202997"/>
          </a:xfrm>
          <a:prstGeom prst="rect">
            <a:avLst/>
          </a:prstGeom>
          <a:solidFill>
            <a:srgbClr val="0D8D56"/>
          </a:solidFill>
          <a:ln>
            <a:noFill/>
          </a:ln>
        </p:spPr>
        <p:txBody>
          <a:bodyPr/>
          <a:lstStyle/>
          <a:p>
            <a:endParaRPr lang="uk-UA"/>
          </a:p>
        </p:txBody>
      </p:sp>
      <p:sp>
        <p:nvSpPr>
          <p:cNvPr id="822" name="shape822"/>
          <p:cNvSpPr/>
          <p:nvPr/>
        </p:nvSpPr>
        <p:spPr>
          <a:xfrm>
            <a:off x="10700614" y="3090672"/>
            <a:ext cx="83591" cy="202997"/>
          </a:xfrm>
          <a:prstGeom prst="rect">
            <a:avLst/>
          </a:prstGeom>
          <a:solidFill>
            <a:srgbClr val="0D8D56"/>
          </a:solidFill>
          <a:ln>
            <a:noFill/>
          </a:ln>
        </p:spPr>
        <p:txBody>
          <a:bodyPr/>
          <a:lstStyle/>
          <a:p>
            <a:endParaRPr lang="uk-UA"/>
          </a:p>
        </p:txBody>
      </p:sp>
      <p:sp>
        <p:nvSpPr>
          <p:cNvPr id="823" name="shape823"/>
          <p:cNvSpPr/>
          <p:nvPr/>
        </p:nvSpPr>
        <p:spPr>
          <a:xfrm>
            <a:off x="10782376" y="3090672"/>
            <a:ext cx="83591" cy="202997"/>
          </a:xfrm>
          <a:prstGeom prst="rect">
            <a:avLst/>
          </a:prstGeom>
          <a:solidFill>
            <a:srgbClr val="0D8D56"/>
          </a:solidFill>
          <a:ln>
            <a:noFill/>
          </a:ln>
        </p:spPr>
        <p:txBody>
          <a:bodyPr/>
          <a:lstStyle/>
          <a:p>
            <a:endParaRPr lang="uk-UA"/>
          </a:p>
        </p:txBody>
      </p:sp>
      <p:sp>
        <p:nvSpPr>
          <p:cNvPr id="824" name="shape824"/>
          <p:cNvSpPr/>
          <p:nvPr/>
        </p:nvSpPr>
        <p:spPr>
          <a:xfrm>
            <a:off x="10864139" y="3090672"/>
            <a:ext cx="83591" cy="202997"/>
          </a:xfrm>
          <a:prstGeom prst="rect">
            <a:avLst/>
          </a:prstGeom>
          <a:solidFill>
            <a:srgbClr val="0D8D56"/>
          </a:solidFill>
          <a:ln>
            <a:noFill/>
          </a:ln>
        </p:spPr>
        <p:txBody>
          <a:bodyPr/>
          <a:lstStyle/>
          <a:p>
            <a:endParaRPr lang="uk-UA"/>
          </a:p>
        </p:txBody>
      </p:sp>
      <p:sp>
        <p:nvSpPr>
          <p:cNvPr id="825" name="shape825"/>
          <p:cNvSpPr/>
          <p:nvPr/>
        </p:nvSpPr>
        <p:spPr>
          <a:xfrm>
            <a:off x="10945901" y="3090672"/>
            <a:ext cx="83591" cy="202997"/>
          </a:xfrm>
          <a:prstGeom prst="rect">
            <a:avLst/>
          </a:prstGeom>
          <a:solidFill>
            <a:srgbClr val="0D8D56"/>
          </a:solidFill>
          <a:ln>
            <a:noFill/>
          </a:ln>
        </p:spPr>
        <p:txBody>
          <a:bodyPr/>
          <a:lstStyle/>
          <a:p>
            <a:endParaRPr lang="uk-UA"/>
          </a:p>
        </p:txBody>
      </p:sp>
      <p:sp>
        <p:nvSpPr>
          <p:cNvPr id="826" name="line826"/>
          <p:cNvSpPr/>
          <p:nvPr/>
        </p:nvSpPr>
        <p:spPr>
          <a:xfrm>
            <a:off x="1216152" y="3090672"/>
            <a:ext cx="9811512" cy="0"/>
          </a:xfrm>
          <a:prstGeom prst="line">
            <a:avLst/>
          </a:prstGeom>
          <a:noFill/>
          <a:ln w="4445">
            <a:solidFill>
              <a:srgbClr val="5A5A5A"/>
            </a:solidFill>
            <a:prstDash val="solid"/>
          </a:ln>
        </p:spPr>
        <p:txBody>
          <a:bodyPr/>
          <a:lstStyle/>
          <a:p>
            <a:endParaRPr lang="uk-UA"/>
          </a:p>
        </p:txBody>
      </p:sp>
      <p:sp>
        <p:nvSpPr>
          <p:cNvPr id="827" name="text827"/>
          <p:cNvSpPr txBox="1"/>
          <p:nvPr/>
        </p:nvSpPr>
        <p:spPr>
          <a:xfrm>
            <a:off x="530352" y="3332988"/>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Колісна</a:t>
            </a:r>
          </a:p>
        </p:txBody>
      </p:sp>
      <p:sp>
        <p:nvSpPr>
          <p:cNvPr id="828" name="shape828"/>
          <p:cNvSpPr/>
          <p:nvPr/>
        </p:nvSpPr>
        <p:spPr>
          <a:xfrm>
            <a:off x="1216152" y="3291840"/>
            <a:ext cx="83591" cy="202997"/>
          </a:xfrm>
          <a:prstGeom prst="rect">
            <a:avLst/>
          </a:prstGeom>
          <a:solidFill>
            <a:srgbClr val="0D8D56"/>
          </a:solidFill>
          <a:ln>
            <a:noFill/>
          </a:ln>
        </p:spPr>
        <p:txBody>
          <a:bodyPr/>
          <a:lstStyle/>
          <a:p>
            <a:endParaRPr lang="uk-UA"/>
          </a:p>
        </p:txBody>
      </p:sp>
      <p:sp>
        <p:nvSpPr>
          <p:cNvPr id="829" name="shape829"/>
          <p:cNvSpPr/>
          <p:nvPr/>
        </p:nvSpPr>
        <p:spPr>
          <a:xfrm>
            <a:off x="1297915" y="3291840"/>
            <a:ext cx="83591" cy="202997"/>
          </a:xfrm>
          <a:prstGeom prst="rect">
            <a:avLst/>
          </a:prstGeom>
          <a:solidFill>
            <a:srgbClr val="0D8D56"/>
          </a:solidFill>
          <a:ln>
            <a:noFill/>
          </a:ln>
        </p:spPr>
        <p:txBody>
          <a:bodyPr/>
          <a:lstStyle/>
          <a:p>
            <a:endParaRPr lang="uk-UA"/>
          </a:p>
        </p:txBody>
      </p:sp>
      <p:sp>
        <p:nvSpPr>
          <p:cNvPr id="830" name="shape830"/>
          <p:cNvSpPr/>
          <p:nvPr/>
        </p:nvSpPr>
        <p:spPr>
          <a:xfrm>
            <a:off x="1379677" y="3291840"/>
            <a:ext cx="83591" cy="202997"/>
          </a:xfrm>
          <a:prstGeom prst="rect">
            <a:avLst/>
          </a:prstGeom>
          <a:solidFill>
            <a:srgbClr val="0D8D56"/>
          </a:solidFill>
          <a:ln>
            <a:noFill/>
          </a:ln>
        </p:spPr>
        <p:txBody>
          <a:bodyPr/>
          <a:lstStyle/>
          <a:p>
            <a:endParaRPr lang="uk-UA"/>
          </a:p>
        </p:txBody>
      </p:sp>
      <p:sp>
        <p:nvSpPr>
          <p:cNvPr id="831" name="shape831"/>
          <p:cNvSpPr/>
          <p:nvPr/>
        </p:nvSpPr>
        <p:spPr>
          <a:xfrm>
            <a:off x="1461440" y="3291840"/>
            <a:ext cx="83591" cy="202997"/>
          </a:xfrm>
          <a:prstGeom prst="rect">
            <a:avLst/>
          </a:prstGeom>
          <a:solidFill>
            <a:srgbClr val="0D8D56"/>
          </a:solidFill>
          <a:ln>
            <a:noFill/>
          </a:ln>
        </p:spPr>
        <p:txBody>
          <a:bodyPr/>
          <a:lstStyle/>
          <a:p>
            <a:endParaRPr lang="uk-UA"/>
          </a:p>
        </p:txBody>
      </p:sp>
      <p:sp>
        <p:nvSpPr>
          <p:cNvPr id="832" name="shape832"/>
          <p:cNvSpPr/>
          <p:nvPr/>
        </p:nvSpPr>
        <p:spPr>
          <a:xfrm>
            <a:off x="1543202" y="3291840"/>
            <a:ext cx="83591" cy="202997"/>
          </a:xfrm>
          <a:prstGeom prst="rect">
            <a:avLst/>
          </a:prstGeom>
          <a:solidFill>
            <a:srgbClr val="0D8D56"/>
          </a:solidFill>
          <a:ln>
            <a:noFill/>
          </a:ln>
        </p:spPr>
        <p:txBody>
          <a:bodyPr/>
          <a:lstStyle/>
          <a:p>
            <a:endParaRPr lang="uk-UA"/>
          </a:p>
        </p:txBody>
      </p:sp>
      <p:sp>
        <p:nvSpPr>
          <p:cNvPr id="833" name="shape833"/>
          <p:cNvSpPr/>
          <p:nvPr/>
        </p:nvSpPr>
        <p:spPr>
          <a:xfrm>
            <a:off x="1624965" y="3291840"/>
            <a:ext cx="83591" cy="202997"/>
          </a:xfrm>
          <a:prstGeom prst="rect">
            <a:avLst/>
          </a:prstGeom>
          <a:solidFill>
            <a:srgbClr val="0D8D56"/>
          </a:solidFill>
          <a:ln>
            <a:noFill/>
          </a:ln>
        </p:spPr>
        <p:txBody>
          <a:bodyPr/>
          <a:lstStyle/>
          <a:p>
            <a:endParaRPr lang="uk-UA"/>
          </a:p>
        </p:txBody>
      </p:sp>
      <p:sp>
        <p:nvSpPr>
          <p:cNvPr id="834" name="shape834"/>
          <p:cNvSpPr/>
          <p:nvPr/>
        </p:nvSpPr>
        <p:spPr>
          <a:xfrm>
            <a:off x="1706728" y="3291840"/>
            <a:ext cx="83591" cy="202997"/>
          </a:xfrm>
          <a:prstGeom prst="rect">
            <a:avLst/>
          </a:prstGeom>
          <a:solidFill>
            <a:srgbClr val="0D8D56"/>
          </a:solidFill>
          <a:ln>
            <a:noFill/>
          </a:ln>
        </p:spPr>
        <p:txBody>
          <a:bodyPr/>
          <a:lstStyle/>
          <a:p>
            <a:endParaRPr lang="uk-UA"/>
          </a:p>
        </p:txBody>
      </p:sp>
      <p:sp>
        <p:nvSpPr>
          <p:cNvPr id="835" name="shape835"/>
          <p:cNvSpPr/>
          <p:nvPr/>
        </p:nvSpPr>
        <p:spPr>
          <a:xfrm>
            <a:off x="1788490" y="3291840"/>
            <a:ext cx="83591" cy="202997"/>
          </a:xfrm>
          <a:prstGeom prst="rect">
            <a:avLst/>
          </a:prstGeom>
          <a:solidFill>
            <a:srgbClr val="0D8D56"/>
          </a:solidFill>
          <a:ln>
            <a:noFill/>
          </a:ln>
        </p:spPr>
        <p:txBody>
          <a:bodyPr/>
          <a:lstStyle/>
          <a:p>
            <a:endParaRPr lang="uk-UA"/>
          </a:p>
        </p:txBody>
      </p:sp>
      <p:sp>
        <p:nvSpPr>
          <p:cNvPr id="836" name="shape836"/>
          <p:cNvSpPr/>
          <p:nvPr/>
        </p:nvSpPr>
        <p:spPr>
          <a:xfrm>
            <a:off x="1870253" y="3291840"/>
            <a:ext cx="83591" cy="202997"/>
          </a:xfrm>
          <a:prstGeom prst="rect">
            <a:avLst/>
          </a:prstGeom>
          <a:solidFill>
            <a:srgbClr val="0D8D56"/>
          </a:solidFill>
          <a:ln>
            <a:noFill/>
          </a:ln>
        </p:spPr>
        <p:txBody>
          <a:bodyPr/>
          <a:lstStyle/>
          <a:p>
            <a:endParaRPr lang="uk-UA"/>
          </a:p>
        </p:txBody>
      </p:sp>
      <p:sp>
        <p:nvSpPr>
          <p:cNvPr id="837" name="shape837"/>
          <p:cNvSpPr/>
          <p:nvPr/>
        </p:nvSpPr>
        <p:spPr>
          <a:xfrm>
            <a:off x="1952015" y="3291840"/>
            <a:ext cx="83591" cy="202997"/>
          </a:xfrm>
          <a:prstGeom prst="rect">
            <a:avLst/>
          </a:prstGeom>
          <a:solidFill>
            <a:srgbClr val="0D8D56"/>
          </a:solidFill>
          <a:ln>
            <a:noFill/>
          </a:ln>
        </p:spPr>
        <p:txBody>
          <a:bodyPr/>
          <a:lstStyle/>
          <a:p>
            <a:endParaRPr lang="uk-UA"/>
          </a:p>
        </p:txBody>
      </p:sp>
      <p:sp>
        <p:nvSpPr>
          <p:cNvPr id="838" name="shape838"/>
          <p:cNvSpPr/>
          <p:nvPr/>
        </p:nvSpPr>
        <p:spPr>
          <a:xfrm>
            <a:off x="2033778" y="3291840"/>
            <a:ext cx="83591" cy="202997"/>
          </a:xfrm>
          <a:prstGeom prst="rect">
            <a:avLst/>
          </a:prstGeom>
          <a:solidFill>
            <a:srgbClr val="0D8D56"/>
          </a:solidFill>
          <a:ln>
            <a:noFill/>
          </a:ln>
        </p:spPr>
        <p:txBody>
          <a:bodyPr/>
          <a:lstStyle/>
          <a:p>
            <a:endParaRPr lang="uk-UA"/>
          </a:p>
        </p:txBody>
      </p:sp>
      <p:sp>
        <p:nvSpPr>
          <p:cNvPr id="839" name="shape839"/>
          <p:cNvSpPr/>
          <p:nvPr/>
        </p:nvSpPr>
        <p:spPr>
          <a:xfrm>
            <a:off x="2115541" y="3291840"/>
            <a:ext cx="83591" cy="202997"/>
          </a:xfrm>
          <a:prstGeom prst="rect">
            <a:avLst/>
          </a:prstGeom>
          <a:solidFill>
            <a:srgbClr val="0D8D56"/>
          </a:solidFill>
          <a:ln>
            <a:noFill/>
          </a:ln>
        </p:spPr>
        <p:txBody>
          <a:bodyPr/>
          <a:lstStyle/>
          <a:p>
            <a:endParaRPr lang="uk-UA"/>
          </a:p>
        </p:txBody>
      </p:sp>
      <p:sp>
        <p:nvSpPr>
          <p:cNvPr id="840" name="shape840"/>
          <p:cNvSpPr/>
          <p:nvPr/>
        </p:nvSpPr>
        <p:spPr>
          <a:xfrm>
            <a:off x="2197303" y="3291840"/>
            <a:ext cx="83591" cy="202997"/>
          </a:xfrm>
          <a:prstGeom prst="rect">
            <a:avLst/>
          </a:prstGeom>
          <a:solidFill>
            <a:srgbClr val="0D8D56"/>
          </a:solidFill>
          <a:ln>
            <a:noFill/>
          </a:ln>
        </p:spPr>
        <p:txBody>
          <a:bodyPr/>
          <a:lstStyle/>
          <a:p>
            <a:endParaRPr lang="uk-UA"/>
          </a:p>
        </p:txBody>
      </p:sp>
      <p:sp>
        <p:nvSpPr>
          <p:cNvPr id="841" name="shape841"/>
          <p:cNvSpPr/>
          <p:nvPr/>
        </p:nvSpPr>
        <p:spPr>
          <a:xfrm>
            <a:off x="2279066" y="3291840"/>
            <a:ext cx="83591" cy="202997"/>
          </a:xfrm>
          <a:prstGeom prst="rect">
            <a:avLst/>
          </a:prstGeom>
          <a:solidFill>
            <a:srgbClr val="0D8D56"/>
          </a:solidFill>
          <a:ln>
            <a:noFill/>
          </a:ln>
        </p:spPr>
        <p:txBody>
          <a:bodyPr/>
          <a:lstStyle/>
          <a:p>
            <a:endParaRPr lang="uk-UA"/>
          </a:p>
        </p:txBody>
      </p:sp>
      <p:sp>
        <p:nvSpPr>
          <p:cNvPr id="842" name="shape842"/>
          <p:cNvSpPr/>
          <p:nvPr/>
        </p:nvSpPr>
        <p:spPr>
          <a:xfrm>
            <a:off x="2360828" y="3291840"/>
            <a:ext cx="83591" cy="202997"/>
          </a:xfrm>
          <a:prstGeom prst="rect">
            <a:avLst/>
          </a:prstGeom>
          <a:solidFill>
            <a:srgbClr val="0D8D56"/>
          </a:solidFill>
          <a:ln>
            <a:noFill/>
          </a:ln>
        </p:spPr>
        <p:txBody>
          <a:bodyPr/>
          <a:lstStyle/>
          <a:p>
            <a:endParaRPr lang="uk-UA"/>
          </a:p>
        </p:txBody>
      </p:sp>
      <p:sp>
        <p:nvSpPr>
          <p:cNvPr id="843" name="shape843"/>
          <p:cNvSpPr/>
          <p:nvPr/>
        </p:nvSpPr>
        <p:spPr>
          <a:xfrm>
            <a:off x="2442591" y="3291840"/>
            <a:ext cx="83591" cy="202997"/>
          </a:xfrm>
          <a:prstGeom prst="rect">
            <a:avLst/>
          </a:prstGeom>
          <a:solidFill>
            <a:srgbClr val="0D8D56"/>
          </a:solidFill>
          <a:ln>
            <a:noFill/>
          </a:ln>
        </p:spPr>
        <p:txBody>
          <a:bodyPr/>
          <a:lstStyle/>
          <a:p>
            <a:endParaRPr lang="uk-UA"/>
          </a:p>
        </p:txBody>
      </p:sp>
      <p:sp>
        <p:nvSpPr>
          <p:cNvPr id="844" name="shape844"/>
          <p:cNvSpPr/>
          <p:nvPr/>
        </p:nvSpPr>
        <p:spPr>
          <a:xfrm>
            <a:off x="2524354" y="3291840"/>
            <a:ext cx="83591" cy="202997"/>
          </a:xfrm>
          <a:prstGeom prst="rect">
            <a:avLst/>
          </a:prstGeom>
          <a:solidFill>
            <a:srgbClr val="0D8D56"/>
          </a:solidFill>
          <a:ln>
            <a:noFill/>
          </a:ln>
        </p:spPr>
        <p:txBody>
          <a:bodyPr/>
          <a:lstStyle/>
          <a:p>
            <a:endParaRPr lang="uk-UA"/>
          </a:p>
        </p:txBody>
      </p:sp>
      <p:sp>
        <p:nvSpPr>
          <p:cNvPr id="845" name="shape845"/>
          <p:cNvSpPr/>
          <p:nvPr/>
        </p:nvSpPr>
        <p:spPr>
          <a:xfrm>
            <a:off x="2606116" y="3291840"/>
            <a:ext cx="83591" cy="202997"/>
          </a:xfrm>
          <a:prstGeom prst="rect">
            <a:avLst/>
          </a:prstGeom>
          <a:solidFill>
            <a:srgbClr val="0D8D56"/>
          </a:solidFill>
          <a:ln>
            <a:noFill/>
          </a:ln>
        </p:spPr>
        <p:txBody>
          <a:bodyPr/>
          <a:lstStyle/>
          <a:p>
            <a:endParaRPr lang="uk-UA"/>
          </a:p>
        </p:txBody>
      </p:sp>
      <p:sp>
        <p:nvSpPr>
          <p:cNvPr id="846" name="shape846"/>
          <p:cNvSpPr/>
          <p:nvPr/>
        </p:nvSpPr>
        <p:spPr>
          <a:xfrm>
            <a:off x="2687879" y="3291840"/>
            <a:ext cx="83591" cy="202997"/>
          </a:xfrm>
          <a:prstGeom prst="rect">
            <a:avLst/>
          </a:prstGeom>
          <a:solidFill>
            <a:srgbClr val="0D8D56"/>
          </a:solidFill>
          <a:ln>
            <a:noFill/>
          </a:ln>
        </p:spPr>
        <p:txBody>
          <a:bodyPr/>
          <a:lstStyle/>
          <a:p>
            <a:endParaRPr lang="uk-UA"/>
          </a:p>
        </p:txBody>
      </p:sp>
      <p:sp>
        <p:nvSpPr>
          <p:cNvPr id="847" name="shape847"/>
          <p:cNvSpPr/>
          <p:nvPr/>
        </p:nvSpPr>
        <p:spPr>
          <a:xfrm>
            <a:off x="2769641" y="3291840"/>
            <a:ext cx="83591" cy="202997"/>
          </a:xfrm>
          <a:prstGeom prst="rect">
            <a:avLst/>
          </a:prstGeom>
          <a:solidFill>
            <a:srgbClr val="0D8D56"/>
          </a:solidFill>
          <a:ln>
            <a:noFill/>
          </a:ln>
        </p:spPr>
        <p:txBody>
          <a:bodyPr/>
          <a:lstStyle/>
          <a:p>
            <a:endParaRPr lang="uk-UA"/>
          </a:p>
        </p:txBody>
      </p:sp>
      <p:sp>
        <p:nvSpPr>
          <p:cNvPr id="848" name="shape848"/>
          <p:cNvSpPr/>
          <p:nvPr/>
        </p:nvSpPr>
        <p:spPr>
          <a:xfrm>
            <a:off x="2851404" y="3291840"/>
            <a:ext cx="83591" cy="202997"/>
          </a:xfrm>
          <a:prstGeom prst="rect">
            <a:avLst/>
          </a:prstGeom>
          <a:solidFill>
            <a:srgbClr val="0D8D56"/>
          </a:solidFill>
          <a:ln>
            <a:noFill/>
          </a:ln>
        </p:spPr>
        <p:txBody>
          <a:bodyPr/>
          <a:lstStyle/>
          <a:p>
            <a:endParaRPr lang="uk-UA"/>
          </a:p>
        </p:txBody>
      </p:sp>
      <p:sp>
        <p:nvSpPr>
          <p:cNvPr id="849" name="shape849"/>
          <p:cNvSpPr/>
          <p:nvPr/>
        </p:nvSpPr>
        <p:spPr>
          <a:xfrm>
            <a:off x="2933167" y="3291840"/>
            <a:ext cx="83591" cy="202997"/>
          </a:xfrm>
          <a:prstGeom prst="rect">
            <a:avLst/>
          </a:prstGeom>
          <a:solidFill>
            <a:srgbClr val="0D8D56"/>
          </a:solidFill>
          <a:ln>
            <a:noFill/>
          </a:ln>
        </p:spPr>
        <p:txBody>
          <a:bodyPr/>
          <a:lstStyle/>
          <a:p>
            <a:endParaRPr lang="uk-UA"/>
          </a:p>
        </p:txBody>
      </p:sp>
      <p:sp>
        <p:nvSpPr>
          <p:cNvPr id="850" name="shape850"/>
          <p:cNvSpPr/>
          <p:nvPr/>
        </p:nvSpPr>
        <p:spPr>
          <a:xfrm>
            <a:off x="3014929" y="3291840"/>
            <a:ext cx="83591" cy="202997"/>
          </a:xfrm>
          <a:prstGeom prst="rect">
            <a:avLst/>
          </a:prstGeom>
          <a:solidFill>
            <a:srgbClr val="0D8D56"/>
          </a:solidFill>
          <a:ln>
            <a:noFill/>
          </a:ln>
        </p:spPr>
        <p:txBody>
          <a:bodyPr/>
          <a:lstStyle/>
          <a:p>
            <a:endParaRPr lang="uk-UA"/>
          </a:p>
        </p:txBody>
      </p:sp>
      <p:sp>
        <p:nvSpPr>
          <p:cNvPr id="851" name="shape851"/>
          <p:cNvSpPr/>
          <p:nvPr/>
        </p:nvSpPr>
        <p:spPr>
          <a:xfrm>
            <a:off x="3096692" y="3291840"/>
            <a:ext cx="83591" cy="202997"/>
          </a:xfrm>
          <a:prstGeom prst="rect">
            <a:avLst/>
          </a:prstGeom>
          <a:solidFill>
            <a:srgbClr val="0D8D56"/>
          </a:solidFill>
          <a:ln>
            <a:noFill/>
          </a:ln>
        </p:spPr>
        <p:txBody>
          <a:bodyPr/>
          <a:lstStyle/>
          <a:p>
            <a:endParaRPr lang="uk-UA"/>
          </a:p>
        </p:txBody>
      </p:sp>
      <p:sp>
        <p:nvSpPr>
          <p:cNvPr id="852" name="shape852"/>
          <p:cNvSpPr/>
          <p:nvPr/>
        </p:nvSpPr>
        <p:spPr>
          <a:xfrm>
            <a:off x="3178454" y="3291840"/>
            <a:ext cx="83591" cy="202997"/>
          </a:xfrm>
          <a:prstGeom prst="rect">
            <a:avLst/>
          </a:prstGeom>
          <a:solidFill>
            <a:srgbClr val="0D8D56"/>
          </a:solidFill>
          <a:ln>
            <a:noFill/>
          </a:ln>
        </p:spPr>
        <p:txBody>
          <a:bodyPr/>
          <a:lstStyle/>
          <a:p>
            <a:endParaRPr lang="uk-UA"/>
          </a:p>
        </p:txBody>
      </p:sp>
      <p:sp>
        <p:nvSpPr>
          <p:cNvPr id="853" name="shape853"/>
          <p:cNvSpPr/>
          <p:nvPr/>
        </p:nvSpPr>
        <p:spPr>
          <a:xfrm>
            <a:off x="3260217" y="3291840"/>
            <a:ext cx="83591" cy="202997"/>
          </a:xfrm>
          <a:prstGeom prst="rect">
            <a:avLst/>
          </a:prstGeom>
          <a:solidFill>
            <a:srgbClr val="0D8D56"/>
          </a:solidFill>
          <a:ln>
            <a:noFill/>
          </a:ln>
        </p:spPr>
        <p:txBody>
          <a:bodyPr/>
          <a:lstStyle/>
          <a:p>
            <a:endParaRPr lang="uk-UA"/>
          </a:p>
        </p:txBody>
      </p:sp>
      <p:sp>
        <p:nvSpPr>
          <p:cNvPr id="854" name="shape854"/>
          <p:cNvSpPr/>
          <p:nvPr/>
        </p:nvSpPr>
        <p:spPr>
          <a:xfrm>
            <a:off x="3341980" y="3291840"/>
            <a:ext cx="83591" cy="202997"/>
          </a:xfrm>
          <a:prstGeom prst="rect">
            <a:avLst/>
          </a:prstGeom>
          <a:solidFill>
            <a:srgbClr val="0D8D56"/>
          </a:solidFill>
          <a:ln>
            <a:noFill/>
          </a:ln>
        </p:spPr>
        <p:txBody>
          <a:bodyPr/>
          <a:lstStyle/>
          <a:p>
            <a:endParaRPr lang="uk-UA"/>
          </a:p>
        </p:txBody>
      </p:sp>
      <p:sp>
        <p:nvSpPr>
          <p:cNvPr id="855" name="shape855"/>
          <p:cNvSpPr/>
          <p:nvPr/>
        </p:nvSpPr>
        <p:spPr>
          <a:xfrm>
            <a:off x="3423742" y="3291840"/>
            <a:ext cx="83591" cy="202997"/>
          </a:xfrm>
          <a:prstGeom prst="rect">
            <a:avLst/>
          </a:prstGeom>
          <a:solidFill>
            <a:srgbClr val="0D8D56"/>
          </a:solidFill>
          <a:ln>
            <a:noFill/>
          </a:ln>
        </p:spPr>
        <p:txBody>
          <a:bodyPr/>
          <a:lstStyle/>
          <a:p>
            <a:endParaRPr lang="uk-UA"/>
          </a:p>
        </p:txBody>
      </p:sp>
      <p:sp>
        <p:nvSpPr>
          <p:cNvPr id="856" name="shape856"/>
          <p:cNvSpPr/>
          <p:nvPr/>
        </p:nvSpPr>
        <p:spPr>
          <a:xfrm>
            <a:off x="3505505" y="3291840"/>
            <a:ext cx="83591" cy="202997"/>
          </a:xfrm>
          <a:prstGeom prst="rect">
            <a:avLst/>
          </a:prstGeom>
          <a:solidFill>
            <a:srgbClr val="0D8D56"/>
          </a:solidFill>
          <a:ln>
            <a:noFill/>
          </a:ln>
        </p:spPr>
        <p:txBody>
          <a:bodyPr/>
          <a:lstStyle/>
          <a:p>
            <a:endParaRPr lang="uk-UA"/>
          </a:p>
        </p:txBody>
      </p:sp>
      <p:sp>
        <p:nvSpPr>
          <p:cNvPr id="857" name="shape857"/>
          <p:cNvSpPr/>
          <p:nvPr/>
        </p:nvSpPr>
        <p:spPr>
          <a:xfrm>
            <a:off x="3587267" y="3291840"/>
            <a:ext cx="83591" cy="202997"/>
          </a:xfrm>
          <a:prstGeom prst="rect">
            <a:avLst/>
          </a:prstGeom>
          <a:solidFill>
            <a:srgbClr val="0D8D56"/>
          </a:solidFill>
          <a:ln>
            <a:noFill/>
          </a:ln>
        </p:spPr>
        <p:txBody>
          <a:bodyPr/>
          <a:lstStyle/>
          <a:p>
            <a:endParaRPr lang="uk-UA"/>
          </a:p>
        </p:txBody>
      </p:sp>
      <p:sp>
        <p:nvSpPr>
          <p:cNvPr id="858" name="shape858"/>
          <p:cNvSpPr/>
          <p:nvPr/>
        </p:nvSpPr>
        <p:spPr>
          <a:xfrm>
            <a:off x="3669030" y="3291840"/>
            <a:ext cx="83591" cy="202997"/>
          </a:xfrm>
          <a:prstGeom prst="rect">
            <a:avLst/>
          </a:prstGeom>
          <a:solidFill>
            <a:srgbClr val="0D8D56"/>
          </a:solidFill>
          <a:ln>
            <a:noFill/>
          </a:ln>
        </p:spPr>
        <p:txBody>
          <a:bodyPr/>
          <a:lstStyle/>
          <a:p>
            <a:endParaRPr lang="uk-UA"/>
          </a:p>
        </p:txBody>
      </p:sp>
      <p:sp>
        <p:nvSpPr>
          <p:cNvPr id="859" name="shape859"/>
          <p:cNvSpPr/>
          <p:nvPr/>
        </p:nvSpPr>
        <p:spPr>
          <a:xfrm>
            <a:off x="3750793" y="3291840"/>
            <a:ext cx="83591" cy="202997"/>
          </a:xfrm>
          <a:prstGeom prst="rect">
            <a:avLst/>
          </a:prstGeom>
          <a:solidFill>
            <a:srgbClr val="0D8D56"/>
          </a:solidFill>
          <a:ln>
            <a:noFill/>
          </a:ln>
        </p:spPr>
        <p:txBody>
          <a:bodyPr/>
          <a:lstStyle/>
          <a:p>
            <a:endParaRPr lang="uk-UA"/>
          </a:p>
        </p:txBody>
      </p:sp>
      <p:sp>
        <p:nvSpPr>
          <p:cNvPr id="860" name="shape860"/>
          <p:cNvSpPr/>
          <p:nvPr/>
        </p:nvSpPr>
        <p:spPr>
          <a:xfrm>
            <a:off x="3832555" y="3291840"/>
            <a:ext cx="83591" cy="202997"/>
          </a:xfrm>
          <a:prstGeom prst="rect">
            <a:avLst/>
          </a:prstGeom>
          <a:solidFill>
            <a:srgbClr val="0D8D56"/>
          </a:solidFill>
          <a:ln>
            <a:noFill/>
          </a:ln>
        </p:spPr>
        <p:txBody>
          <a:bodyPr/>
          <a:lstStyle/>
          <a:p>
            <a:endParaRPr lang="uk-UA"/>
          </a:p>
        </p:txBody>
      </p:sp>
      <p:sp>
        <p:nvSpPr>
          <p:cNvPr id="861" name="shape861"/>
          <p:cNvSpPr/>
          <p:nvPr/>
        </p:nvSpPr>
        <p:spPr>
          <a:xfrm>
            <a:off x="3914318" y="3291840"/>
            <a:ext cx="83591" cy="202997"/>
          </a:xfrm>
          <a:prstGeom prst="rect">
            <a:avLst/>
          </a:prstGeom>
          <a:solidFill>
            <a:srgbClr val="0D8D56"/>
          </a:solidFill>
          <a:ln>
            <a:noFill/>
          </a:ln>
        </p:spPr>
        <p:txBody>
          <a:bodyPr/>
          <a:lstStyle/>
          <a:p>
            <a:endParaRPr lang="uk-UA"/>
          </a:p>
        </p:txBody>
      </p:sp>
      <p:sp>
        <p:nvSpPr>
          <p:cNvPr id="862" name="shape862"/>
          <p:cNvSpPr/>
          <p:nvPr/>
        </p:nvSpPr>
        <p:spPr>
          <a:xfrm>
            <a:off x="3996080" y="3291840"/>
            <a:ext cx="83591" cy="202997"/>
          </a:xfrm>
          <a:prstGeom prst="rect">
            <a:avLst/>
          </a:prstGeom>
          <a:solidFill>
            <a:srgbClr val="0D8D56"/>
          </a:solidFill>
          <a:ln>
            <a:noFill/>
          </a:ln>
        </p:spPr>
        <p:txBody>
          <a:bodyPr/>
          <a:lstStyle/>
          <a:p>
            <a:endParaRPr lang="uk-UA"/>
          </a:p>
        </p:txBody>
      </p:sp>
      <p:sp>
        <p:nvSpPr>
          <p:cNvPr id="863" name="shape863"/>
          <p:cNvSpPr/>
          <p:nvPr/>
        </p:nvSpPr>
        <p:spPr>
          <a:xfrm>
            <a:off x="4077843" y="3291840"/>
            <a:ext cx="83591" cy="202997"/>
          </a:xfrm>
          <a:prstGeom prst="rect">
            <a:avLst/>
          </a:prstGeom>
          <a:solidFill>
            <a:srgbClr val="0D8D56"/>
          </a:solidFill>
          <a:ln>
            <a:noFill/>
          </a:ln>
        </p:spPr>
        <p:txBody>
          <a:bodyPr/>
          <a:lstStyle/>
          <a:p>
            <a:endParaRPr lang="uk-UA"/>
          </a:p>
        </p:txBody>
      </p:sp>
      <p:sp>
        <p:nvSpPr>
          <p:cNvPr id="864" name="shape864"/>
          <p:cNvSpPr/>
          <p:nvPr/>
        </p:nvSpPr>
        <p:spPr>
          <a:xfrm>
            <a:off x="4159606" y="3291840"/>
            <a:ext cx="83591" cy="202997"/>
          </a:xfrm>
          <a:prstGeom prst="rect">
            <a:avLst/>
          </a:prstGeom>
          <a:solidFill>
            <a:srgbClr val="0D8D56"/>
          </a:solidFill>
          <a:ln>
            <a:noFill/>
          </a:ln>
        </p:spPr>
        <p:txBody>
          <a:bodyPr/>
          <a:lstStyle/>
          <a:p>
            <a:endParaRPr lang="uk-UA"/>
          </a:p>
        </p:txBody>
      </p:sp>
      <p:sp>
        <p:nvSpPr>
          <p:cNvPr id="865" name="shape865"/>
          <p:cNvSpPr/>
          <p:nvPr/>
        </p:nvSpPr>
        <p:spPr>
          <a:xfrm>
            <a:off x="4241368" y="3291840"/>
            <a:ext cx="83591" cy="202997"/>
          </a:xfrm>
          <a:prstGeom prst="rect">
            <a:avLst/>
          </a:prstGeom>
          <a:solidFill>
            <a:srgbClr val="0D8D56"/>
          </a:solidFill>
          <a:ln>
            <a:noFill/>
          </a:ln>
        </p:spPr>
        <p:txBody>
          <a:bodyPr/>
          <a:lstStyle/>
          <a:p>
            <a:endParaRPr lang="uk-UA"/>
          </a:p>
        </p:txBody>
      </p:sp>
      <p:sp>
        <p:nvSpPr>
          <p:cNvPr id="866" name="shape866"/>
          <p:cNvSpPr/>
          <p:nvPr/>
        </p:nvSpPr>
        <p:spPr>
          <a:xfrm>
            <a:off x="4323131" y="3291840"/>
            <a:ext cx="83591" cy="202997"/>
          </a:xfrm>
          <a:prstGeom prst="rect">
            <a:avLst/>
          </a:prstGeom>
          <a:solidFill>
            <a:srgbClr val="0D8D56"/>
          </a:solidFill>
          <a:ln>
            <a:noFill/>
          </a:ln>
        </p:spPr>
        <p:txBody>
          <a:bodyPr/>
          <a:lstStyle/>
          <a:p>
            <a:endParaRPr lang="uk-UA"/>
          </a:p>
        </p:txBody>
      </p:sp>
      <p:sp>
        <p:nvSpPr>
          <p:cNvPr id="867" name="shape867"/>
          <p:cNvSpPr/>
          <p:nvPr/>
        </p:nvSpPr>
        <p:spPr>
          <a:xfrm>
            <a:off x="4404893" y="3291840"/>
            <a:ext cx="83591" cy="202997"/>
          </a:xfrm>
          <a:prstGeom prst="rect">
            <a:avLst/>
          </a:prstGeom>
          <a:solidFill>
            <a:srgbClr val="0D8D56"/>
          </a:solidFill>
          <a:ln>
            <a:noFill/>
          </a:ln>
        </p:spPr>
        <p:txBody>
          <a:bodyPr/>
          <a:lstStyle/>
          <a:p>
            <a:endParaRPr lang="uk-UA"/>
          </a:p>
        </p:txBody>
      </p:sp>
      <p:sp>
        <p:nvSpPr>
          <p:cNvPr id="868" name="shape868"/>
          <p:cNvSpPr/>
          <p:nvPr/>
        </p:nvSpPr>
        <p:spPr>
          <a:xfrm>
            <a:off x="4486656" y="3291840"/>
            <a:ext cx="83591" cy="202997"/>
          </a:xfrm>
          <a:prstGeom prst="rect">
            <a:avLst/>
          </a:prstGeom>
          <a:solidFill>
            <a:srgbClr val="0D8D56"/>
          </a:solidFill>
          <a:ln>
            <a:noFill/>
          </a:ln>
        </p:spPr>
        <p:txBody>
          <a:bodyPr/>
          <a:lstStyle/>
          <a:p>
            <a:endParaRPr lang="uk-UA"/>
          </a:p>
        </p:txBody>
      </p:sp>
      <p:sp>
        <p:nvSpPr>
          <p:cNvPr id="869" name="shape869"/>
          <p:cNvSpPr/>
          <p:nvPr/>
        </p:nvSpPr>
        <p:spPr>
          <a:xfrm>
            <a:off x="4568419" y="3291840"/>
            <a:ext cx="83591" cy="202997"/>
          </a:xfrm>
          <a:prstGeom prst="rect">
            <a:avLst/>
          </a:prstGeom>
          <a:solidFill>
            <a:srgbClr val="0D8D56"/>
          </a:solidFill>
          <a:ln>
            <a:noFill/>
          </a:ln>
        </p:spPr>
        <p:txBody>
          <a:bodyPr/>
          <a:lstStyle/>
          <a:p>
            <a:endParaRPr lang="uk-UA"/>
          </a:p>
        </p:txBody>
      </p:sp>
      <p:sp>
        <p:nvSpPr>
          <p:cNvPr id="870" name="shape870"/>
          <p:cNvSpPr/>
          <p:nvPr/>
        </p:nvSpPr>
        <p:spPr>
          <a:xfrm>
            <a:off x="4650181" y="3291840"/>
            <a:ext cx="83591" cy="202997"/>
          </a:xfrm>
          <a:prstGeom prst="rect">
            <a:avLst/>
          </a:prstGeom>
          <a:solidFill>
            <a:srgbClr val="0D8D56"/>
          </a:solidFill>
          <a:ln>
            <a:noFill/>
          </a:ln>
        </p:spPr>
        <p:txBody>
          <a:bodyPr/>
          <a:lstStyle/>
          <a:p>
            <a:endParaRPr lang="uk-UA"/>
          </a:p>
        </p:txBody>
      </p:sp>
      <p:sp>
        <p:nvSpPr>
          <p:cNvPr id="871" name="shape871"/>
          <p:cNvSpPr/>
          <p:nvPr/>
        </p:nvSpPr>
        <p:spPr>
          <a:xfrm>
            <a:off x="4731944" y="3291840"/>
            <a:ext cx="83591" cy="202997"/>
          </a:xfrm>
          <a:prstGeom prst="rect">
            <a:avLst/>
          </a:prstGeom>
          <a:solidFill>
            <a:srgbClr val="0D8D56"/>
          </a:solidFill>
          <a:ln>
            <a:noFill/>
          </a:ln>
        </p:spPr>
        <p:txBody>
          <a:bodyPr/>
          <a:lstStyle/>
          <a:p>
            <a:endParaRPr lang="uk-UA"/>
          </a:p>
        </p:txBody>
      </p:sp>
      <p:sp>
        <p:nvSpPr>
          <p:cNvPr id="872" name="shape872"/>
          <p:cNvSpPr/>
          <p:nvPr/>
        </p:nvSpPr>
        <p:spPr>
          <a:xfrm>
            <a:off x="4813706" y="3291840"/>
            <a:ext cx="83591" cy="202997"/>
          </a:xfrm>
          <a:prstGeom prst="rect">
            <a:avLst/>
          </a:prstGeom>
          <a:solidFill>
            <a:srgbClr val="0D8D56"/>
          </a:solidFill>
          <a:ln>
            <a:noFill/>
          </a:ln>
        </p:spPr>
        <p:txBody>
          <a:bodyPr/>
          <a:lstStyle/>
          <a:p>
            <a:endParaRPr lang="uk-UA"/>
          </a:p>
        </p:txBody>
      </p:sp>
      <p:sp>
        <p:nvSpPr>
          <p:cNvPr id="873" name="shape873"/>
          <p:cNvSpPr/>
          <p:nvPr/>
        </p:nvSpPr>
        <p:spPr>
          <a:xfrm>
            <a:off x="4895469" y="3291840"/>
            <a:ext cx="83591" cy="202997"/>
          </a:xfrm>
          <a:prstGeom prst="rect">
            <a:avLst/>
          </a:prstGeom>
          <a:solidFill>
            <a:srgbClr val="0D8D56"/>
          </a:solidFill>
          <a:ln>
            <a:noFill/>
          </a:ln>
        </p:spPr>
        <p:txBody>
          <a:bodyPr/>
          <a:lstStyle/>
          <a:p>
            <a:endParaRPr lang="uk-UA"/>
          </a:p>
        </p:txBody>
      </p:sp>
      <p:sp>
        <p:nvSpPr>
          <p:cNvPr id="874" name="shape874"/>
          <p:cNvSpPr/>
          <p:nvPr/>
        </p:nvSpPr>
        <p:spPr>
          <a:xfrm>
            <a:off x="4977232" y="3291840"/>
            <a:ext cx="83591" cy="202997"/>
          </a:xfrm>
          <a:prstGeom prst="rect">
            <a:avLst/>
          </a:prstGeom>
          <a:solidFill>
            <a:srgbClr val="0D8D56"/>
          </a:solidFill>
          <a:ln>
            <a:noFill/>
          </a:ln>
        </p:spPr>
        <p:txBody>
          <a:bodyPr/>
          <a:lstStyle/>
          <a:p>
            <a:endParaRPr lang="uk-UA"/>
          </a:p>
        </p:txBody>
      </p:sp>
      <p:sp>
        <p:nvSpPr>
          <p:cNvPr id="875" name="shape875"/>
          <p:cNvSpPr/>
          <p:nvPr/>
        </p:nvSpPr>
        <p:spPr>
          <a:xfrm>
            <a:off x="5058994" y="3291840"/>
            <a:ext cx="83591" cy="202997"/>
          </a:xfrm>
          <a:prstGeom prst="rect">
            <a:avLst/>
          </a:prstGeom>
          <a:solidFill>
            <a:srgbClr val="0D8D56"/>
          </a:solidFill>
          <a:ln>
            <a:noFill/>
          </a:ln>
        </p:spPr>
        <p:txBody>
          <a:bodyPr/>
          <a:lstStyle/>
          <a:p>
            <a:endParaRPr lang="uk-UA"/>
          </a:p>
        </p:txBody>
      </p:sp>
      <p:sp>
        <p:nvSpPr>
          <p:cNvPr id="876" name="shape876"/>
          <p:cNvSpPr/>
          <p:nvPr/>
        </p:nvSpPr>
        <p:spPr>
          <a:xfrm>
            <a:off x="5140757" y="3291840"/>
            <a:ext cx="83591" cy="202997"/>
          </a:xfrm>
          <a:prstGeom prst="rect">
            <a:avLst/>
          </a:prstGeom>
          <a:solidFill>
            <a:srgbClr val="0D8D56"/>
          </a:solidFill>
          <a:ln>
            <a:noFill/>
          </a:ln>
        </p:spPr>
        <p:txBody>
          <a:bodyPr/>
          <a:lstStyle/>
          <a:p>
            <a:endParaRPr lang="uk-UA"/>
          </a:p>
        </p:txBody>
      </p:sp>
      <p:sp>
        <p:nvSpPr>
          <p:cNvPr id="877" name="shape877"/>
          <p:cNvSpPr/>
          <p:nvPr/>
        </p:nvSpPr>
        <p:spPr>
          <a:xfrm>
            <a:off x="5222519" y="3291840"/>
            <a:ext cx="83591" cy="202997"/>
          </a:xfrm>
          <a:prstGeom prst="rect">
            <a:avLst/>
          </a:prstGeom>
          <a:solidFill>
            <a:srgbClr val="0D8D56"/>
          </a:solidFill>
          <a:ln>
            <a:noFill/>
          </a:ln>
        </p:spPr>
        <p:txBody>
          <a:bodyPr/>
          <a:lstStyle/>
          <a:p>
            <a:endParaRPr lang="uk-UA"/>
          </a:p>
        </p:txBody>
      </p:sp>
      <p:sp>
        <p:nvSpPr>
          <p:cNvPr id="878" name="shape878"/>
          <p:cNvSpPr/>
          <p:nvPr/>
        </p:nvSpPr>
        <p:spPr>
          <a:xfrm>
            <a:off x="5304282" y="3291840"/>
            <a:ext cx="83591" cy="202997"/>
          </a:xfrm>
          <a:prstGeom prst="rect">
            <a:avLst/>
          </a:prstGeom>
          <a:solidFill>
            <a:srgbClr val="0D8D56"/>
          </a:solidFill>
          <a:ln>
            <a:noFill/>
          </a:ln>
        </p:spPr>
        <p:txBody>
          <a:bodyPr/>
          <a:lstStyle/>
          <a:p>
            <a:endParaRPr lang="uk-UA"/>
          </a:p>
        </p:txBody>
      </p:sp>
      <p:sp>
        <p:nvSpPr>
          <p:cNvPr id="879" name="shape879"/>
          <p:cNvSpPr/>
          <p:nvPr/>
        </p:nvSpPr>
        <p:spPr>
          <a:xfrm>
            <a:off x="5386045" y="3291840"/>
            <a:ext cx="83591" cy="202997"/>
          </a:xfrm>
          <a:prstGeom prst="rect">
            <a:avLst/>
          </a:prstGeom>
          <a:solidFill>
            <a:srgbClr val="0D8D56"/>
          </a:solidFill>
          <a:ln>
            <a:noFill/>
          </a:ln>
        </p:spPr>
        <p:txBody>
          <a:bodyPr/>
          <a:lstStyle/>
          <a:p>
            <a:endParaRPr lang="uk-UA"/>
          </a:p>
        </p:txBody>
      </p:sp>
      <p:sp>
        <p:nvSpPr>
          <p:cNvPr id="880" name="shape880"/>
          <p:cNvSpPr/>
          <p:nvPr/>
        </p:nvSpPr>
        <p:spPr>
          <a:xfrm>
            <a:off x="5467807" y="3291840"/>
            <a:ext cx="83591" cy="202997"/>
          </a:xfrm>
          <a:prstGeom prst="rect">
            <a:avLst/>
          </a:prstGeom>
          <a:solidFill>
            <a:srgbClr val="0D8D56"/>
          </a:solidFill>
          <a:ln>
            <a:noFill/>
          </a:ln>
        </p:spPr>
        <p:txBody>
          <a:bodyPr/>
          <a:lstStyle/>
          <a:p>
            <a:endParaRPr lang="uk-UA"/>
          </a:p>
        </p:txBody>
      </p:sp>
      <p:sp>
        <p:nvSpPr>
          <p:cNvPr id="881" name="shape881"/>
          <p:cNvSpPr/>
          <p:nvPr/>
        </p:nvSpPr>
        <p:spPr>
          <a:xfrm>
            <a:off x="5549570" y="3291840"/>
            <a:ext cx="83591" cy="202997"/>
          </a:xfrm>
          <a:prstGeom prst="rect">
            <a:avLst/>
          </a:prstGeom>
          <a:solidFill>
            <a:srgbClr val="0D8D56"/>
          </a:solidFill>
          <a:ln>
            <a:noFill/>
          </a:ln>
        </p:spPr>
        <p:txBody>
          <a:bodyPr/>
          <a:lstStyle/>
          <a:p>
            <a:endParaRPr lang="uk-UA"/>
          </a:p>
        </p:txBody>
      </p:sp>
      <p:sp>
        <p:nvSpPr>
          <p:cNvPr id="882" name="shape882"/>
          <p:cNvSpPr/>
          <p:nvPr/>
        </p:nvSpPr>
        <p:spPr>
          <a:xfrm>
            <a:off x="5631332" y="3291840"/>
            <a:ext cx="83591" cy="202997"/>
          </a:xfrm>
          <a:prstGeom prst="rect">
            <a:avLst/>
          </a:prstGeom>
          <a:solidFill>
            <a:srgbClr val="0D8D56"/>
          </a:solidFill>
          <a:ln>
            <a:noFill/>
          </a:ln>
        </p:spPr>
        <p:txBody>
          <a:bodyPr/>
          <a:lstStyle/>
          <a:p>
            <a:endParaRPr lang="uk-UA"/>
          </a:p>
        </p:txBody>
      </p:sp>
      <p:sp>
        <p:nvSpPr>
          <p:cNvPr id="883" name="shape883"/>
          <p:cNvSpPr/>
          <p:nvPr/>
        </p:nvSpPr>
        <p:spPr>
          <a:xfrm>
            <a:off x="5713095" y="3291840"/>
            <a:ext cx="83591" cy="202997"/>
          </a:xfrm>
          <a:prstGeom prst="rect">
            <a:avLst/>
          </a:prstGeom>
          <a:solidFill>
            <a:srgbClr val="0D8D56"/>
          </a:solidFill>
          <a:ln>
            <a:noFill/>
          </a:ln>
        </p:spPr>
        <p:txBody>
          <a:bodyPr/>
          <a:lstStyle/>
          <a:p>
            <a:endParaRPr lang="uk-UA"/>
          </a:p>
        </p:txBody>
      </p:sp>
      <p:sp>
        <p:nvSpPr>
          <p:cNvPr id="884" name="shape884"/>
          <p:cNvSpPr/>
          <p:nvPr/>
        </p:nvSpPr>
        <p:spPr>
          <a:xfrm>
            <a:off x="5794858" y="3291840"/>
            <a:ext cx="83591" cy="202997"/>
          </a:xfrm>
          <a:prstGeom prst="rect">
            <a:avLst/>
          </a:prstGeom>
          <a:solidFill>
            <a:srgbClr val="0D8D56"/>
          </a:solidFill>
          <a:ln>
            <a:noFill/>
          </a:ln>
        </p:spPr>
        <p:txBody>
          <a:bodyPr/>
          <a:lstStyle/>
          <a:p>
            <a:endParaRPr lang="uk-UA"/>
          </a:p>
        </p:txBody>
      </p:sp>
      <p:sp>
        <p:nvSpPr>
          <p:cNvPr id="885" name="shape885"/>
          <p:cNvSpPr/>
          <p:nvPr/>
        </p:nvSpPr>
        <p:spPr>
          <a:xfrm>
            <a:off x="5876620" y="3291840"/>
            <a:ext cx="83591" cy="202997"/>
          </a:xfrm>
          <a:prstGeom prst="rect">
            <a:avLst/>
          </a:prstGeom>
          <a:solidFill>
            <a:srgbClr val="0D8D56"/>
          </a:solidFill>
          <a:ln>
            <a:noFill/>
          </a:ln>
        </p:spPr>
        <p:txBody>
          <a:bodyPr/>
          <a:lstStyle/>
          <a:p>
            <a:endParaRPr lang="uk-UA"/>
          </a:p>
        </p:txBody>
      </p:sp>
      <p:sp>
        <p:nvSpPr>
          <p:cNvPr id="886" name="shape886"/>
          <p:cNvSpPr/>
          <p:nvPr/>
        </p:nvSpPr>
        <p:spPr>
          <a:xfrm>
            <a:off x="5958383" y="3291840"/>
            <a:ext cx="83591" cy="202997"/>
          </a:xfrm>
          <a:prstGeom prst="rect">
            <a:avLst/>
          </a:prstGeom>
          <a:solidFill>
            <a:srgbClr val="0D8D56"/>
          </a:solidFill>
          <a:ln>
            <a:noFill/>
          </a:ln>
        </p:spPr>
        <p:txBody>
          <a:bodyPr/>
          <a:lstStyle/>
          <a:p>
            <a:endParaRPr lang="uk-UA"/>
          </a:p>
        </p:txBody>
      </p:sp>
      <p:sp>
        <p:nvSpPr>
          <p:cNvPr id="887" name="shape887"/>
          <p:cNvSpPr/>
          <p:nvPr/>
        </p:nvSpPr>
        <p:spPr>
          <a:xfrm>
            <a:off x="6040145" y="3291840"/>
            <a:ext cx="83591" cy="202997"/>
          </a:xfrm>
          <a:prstGeom prst="rect">
            <a:avLst/>
          </a:prstGeom>
          <a:solidFill>
            <a:srgbClr val="0D8D56"/>
          </a:solidFill>
          <a:ln>
            <a:noFill/>
          </a:ln>
        </p:spPr>
        <p:txBody>
          <a:bodyPr/>
          <a:lstStyle/>
          <a:p>
            <a:endParaRPr lang="uk-UA"/>
          </a:p>
        </p:txBody>
      </p:sp>
      <p:sp>
        <p:nvSpPr>
          <p:cNvPr id="888" name="shape888"/>
          <p:cNvSpPr/>
          <p:nvPr/>
        </p:nvSpPr>
        <p:spPr>
          <a:xfrm>
            <a:off x="6121908" y="3291840"/>
            <a:ext cx="83591" cy="202997"/>
          </a:xfrm>
          <a:prstGeom prst="rect">
            <a:avLst/>
          </a:prstGeom>
          <a:solidFill>
            <a:srgbClr val="0D8D56"/>
          </a:solidFill>
          <a:ln>
            <a:noFill/>
          </a:ln>
        </p:spPr>
        <p:txBody>
          <a:bodyPr/>
          <a:lstStyle/>
          <a:p>
            <a:endParaRPr lang="uk-UA"/>
          </a:p>
        </p:txBody>
      </p:sp>
      <p:sp>
        <p:nvSpPr>
          <p:cNvPr id="889" name="shape889"/>
          <p:cNvSpPr/>
          <p:nvPr/>
        </p:nvSpPr>
        <p:spPr>
          <a:xfrm>
            <a:off x="6203671" y="3291840"/>
            <a:ext cx="83591" cy="202997"/>
          </a:xfrm>
          <a:prstGeom prst="rect">
            <a:avLst/>
          </a:prstGeom>
          <a:solidFill>
            <a:srgbClr val="0D8D56"/>
          </a:solidFill>
          <a:ln>
            <a:noFill/>
          </a:ln>
        </p:spPr>
        <p:txBody>
          <a:bodyPr/>
          <a:lstStyle/>
          <a:p>
            <a:endParaRPr lang="uk-UA"/>
          </a:p>
        </p:txBody>
      </p:sp>
      <p:sp>
        <p:nvSpPr>
          <p:cNvPr id="890" name="shape890"/>
          <p:cNvSpPr/>
          <p:nvPr/>
        </p:nvSpPr>
        <p:spPr>
          <a:xfrm>
            <a:off x="6285433" y="3291840"/>
            <a:ext cx="83591" cy="202997"/>
          </a:xfrm>
          <a:prstGeom prst="rect">
            <a:avLst/>
          </a:prstGeom>
          <a:solidFill>
            <a:srgbClr val="0D8D56"/>
          </a:solidFill>
          <a:ln>
            <a:noFill/>
          </a:ln>
        </p:spPr>
        <p:txBody>
          <a:bodyPr/>
          <a:lstStyle/>
          <a:p>
            <a:endParaRPr lang="uk-UA"/>
          </a:p>
        </p:txBody>
      </p:sp>
      <p:sp>
        <p:nvSpPr>
          <p:cNvPr id="891" name="shape891"/>
          <p:cNvSpPr/>
          <p:nvPr/>
        </p:nvSpPr>
        <p:spPr>
          <a:xfrm>
            <a:off x="6367196" y="3291840"/>
            <a:ext cx="83591" cy="202997"/>
          </a:xfrm>
          <a:prstGeom prst="rect">
            <a:avLst/>
          </a:prstGeom>
          <a:solidFill>
            <a:srgbClr val="0D8D56"/>
          </a:solidFill>
          <a:ln>
            <a:noFill/>
          </a:ln>
        </p:spPr>
        <p:txBody>
          <a:bodyPr/>
          <a:lstStyle/>
          <a:p>
            <a:endParaRPr lang="uk-UA"/>
          </a:p>
        </p:txBody>
      </p:sp>
      <p:sp>
        <p:nvSpPr>
          <p:cNvPr id="892" name="shape892"/>
          <p:cNvSpPr/>
          <p:nvPr/>
        </p:nvSpPr>
        <p:spPr>
          <a:xfrm>
            <a:off x="6448958" y="3291840"/>
            <a:ext cx="83591" cy="202997"/>
          </a:xfrm>
          <a:prstGeom prst="rect">
            <a:avLst/>
          </a:prstGeom>
          <a:solidFill>
            <a:srgbClr val="0D8D56"/>
          </a:solidFill>
          <a:ln>
            <a:noFill/>
          </a:ln>
        </p:spPr>
        <p:txBody>
          <a:bodyPr/>
          <a:lstStyle/>
          <a:p>
            <a:endParaRPr lang="uk-UA"/>
          </a:p>
        </p:txBody>
      </p:sp>
      <p:sp>
        <p:nvSpPr>
          <p:cNvPr id="893" name="shape893"/>
          <p:cNvSpPr/>
          <p:nvPr/>
        </p:nvSpPr>
        <p:spPr>
          <a:xfrm>
            <a:off x="6530721" y="3291840"/>
            <a:ext cx="83591" cy="202997"/>
          </a:xfrm>
          <a:prstGeom prst="rect">
            <a:avLst/>
          </a:prstGeom>
          <a:solidFill>
            <a:srgbClr val="0D8D56"/>
          </a:solidFill>
          <a:ln>
            <a:noFill/>
          </a:ln>
        </p:spPr>
        <p:txBody>
          <a:bodyPr/>
          <a:lstStyle/>
          <a:p>
            <a:endParaRPr lang="uk-UA"/>
          </a:p>
        </p:txBody>
      </p:sp>
      <p:sp>
        <p:nvSpPr>
          <p:cNvPr id="894" name="shape894"/>
          <p:cNvSpPr/>
          <p:nvPr/>
        </p:nvSpPr>
        <p:spPr>
          <a:xfrm>
            <a:off x="6612484" y="3291840"/>
            <a:ext cx="83591" cy="202997"/>
          </a:xfrm>
          <a:prstGeom prst="rect">
            <a:avLst/>
          </a:prstGeom>
          <a:solidFill>
            <a:srgbClr val="0D8D56"/>
          </a:solidFill>
          <a:ln>
            <a:noFill/>
          </a:ln>
        </p:spPr>
        <p:txBody>
          <a:bodyPr/>
          <a:lstStyle/>
          <a:p>
            <a:endParaRPr lang="uk-UA"/>
          </a:p>
        </p:txBody>
      </p:sp>
      <p:sp>
        <p:nvSpPr>
          <p:cNvPr id="895" name="shape895"/>
          <p:cNvSpPr/>
          <p:nvPr/>
        </p:nvSpPr>
        <p:spPr>
          <a:xfrm>
            <a:off x="6694246" y="3291840"/>
            <a:ext cx="83591" cy="202997"/>
          </a:xfrm>
          <a:prstGeom prst="rect">
            <a:avLst/>
          </a:prstGeom>
          <a:solidFill>
            <a:srgbClr val="0D8D56"/>
          </a:solidFill>
          <a:ln>
            <a:noFill/>
          </a:ln>
        </p:spPr>
        <p:txBody>
          <a:bodyPr/>
          <a:lstStyle/>
          <a:p>
            <a:endParaRPr lang="uk-UA"/>
          </a:p>
        </p:txBody>
      </p:sp>
      <p:sp>
        <p:nvSpPr>
          <p:cNvPr id="896" name="shape896"/>
          <p:cNvSpPr/>
          <p:nvPr/>
        </p:nvSpPr>
        <p:spPr>
          <a:xfrm>
            <a:off x="6776009" y="3291840"/>
            <a:ext cx="83591" cy="202997"/>
          </a:xfrm>
          <a:prstGeom prst="rect">
            <a:avLst/>
          </a:prstGeom>
          <a:solidFill>
            <a:srgbClr val="0D8D56"/>
          </a:solidFill>
          <a:ln>
            <a:noFill/>
          </a:ln>
        </p:spPr>
        <p:txBody>
          <a:bodyPr/>
          <a:lstStyle/>
          <a:p>
            <a:endParaRPr lang="uk-UA"/>
          </a:p>
        </p:txBody>
      </p:sp>
      <p:sp>
        <p:nvSpPr>
          <p:cNvPr id="897" name="shape897"/>
          <p:cNvSpPr/>
          <p:nvPr/>
        </p:nvSpPr>
        <p:spPr>
          <a:xfrm>
            <a:off x="6857771" y="3291840"/>
            <a:ext cx="83591" cy="202997"/>
          </a:xfrm>
          <a:prstGeom prst="rect">
            <a:avLst/>
          </a:prstGeom>
          <a:solidFill>
            <a:srgbClr val="0D8D56"/>
          </a:solidFill>
          <a:ln>
            <a:noFill/>
          </a:ln>
        </p:spPr>
        <p:txBody>
          <a:bodyPr/>
          <a:lstStyle/>
          <a:p>
            <a:endParaRPr lang="uk-UA"/>
          </a:p>
        </p:txBody>
      </p:sp>
      <p:sp>
        <p:nvSpPr>
          <p:cNvPr id="898" name="shape898"/>
          <p:cNvSpPr/>
          <p:nvPr/>
        </p:nvSpPr>
        <p:spPr>
          <a:xfrm>
            <a:off x="6939534" y="3291840"/>
            <a:ext cx="83591" cy="202997"/>
          </a:xfrm>
          <a:prstGeom prst="rect">
            <a:avLst/>
          </a:prstGeom>
          <a:solidFill>
            <a:srgbClr val="0D8D56"/>
          </a:solidFill>
          <a:ln>
            <a:noFill/>
          </a:ln>
        </p:spPr>
        <p:txBody>
          <a:bodyPr/>
          <a:lstStyle/>
          <a:p>
            <a:endParaRPr lang="uk-UA"/>
          </a:p>
        </p:txBody>
      </p:sp>
      <p:sp>
        <p:nvSpPr>
          <p:cNvPr id="899" name="shape899"/>
          <p:cNvSpPr/>
          <p:nvPr/>
        </p:nvSpPr>
        <p:spPr>
          <a:xfrm>
            <a:off x="7021297" y="3291840"/>
            <a:ext cx="83591" cy="202997"/>
          </a:xfrm>
          <a:prstGeom prst="rect">
            <a:avLst/>
          </a:prstGeom>
          <a:solidFill>
            <a:srgbClr val="0D8D56"/>
          </a:solidFill>
          <a:ln>
            <a:noFill/>
          </a:ln>
        </p:spPr>
        <p:txBody>
          <a:bodyPr/>
          <a:lstStyle/>
          <a:p>
            <a:endParaRPr lang="uk-UA"/>
          </a:p>
        </p:txBody>
      </p:sp>
      <p:sp>
        <p:nvSpPr>
          <p:cNvPr id="900" name="shape900"/>
          <p:cNvSpPr/>
          <p:nvPr/>
        </p:nvSpPr>
        <p:spPr>
          <a:xfrm>
            <a:off x="7103059" y="3291840"/>
            <a:ext cx="83591" cy="202997"/>
          </a:xfrm>
          <a:prstGeom prst="rect">
            <a:avLst/>
          </a:prstGeom>
          <a:solidFill>
            <a:srgbClr val="0D8D56"/>
          </a:solidFill>
          <a:ln>
            <a:noFill/>
          </a:ln>
        </p:spPr>
        <p:txBody>
          <a:bodyPr/>
          <a:lstStyle/>
          <a:p>
            <a:endParaRPr lang="uk-UA"/>
          </a:p>
        </p:txBody>
      </p:sp>
      <p:sp>
        <p:nvSpPr>
          <p:cNvPr id="901" name="shape901"/>
          <p:cNvSpPr/>
          <p:nvPr/>
        </p:nvSpPr>
        <p:spPr>
          <a:xfrm>
            <a:off x="7184822" y="3291840"/>
            <a:ext cx="83591" cy="202997"/>
          </a:xfrm>
          <a:prstGeom prst="rect">
            <a:avLst/>
          </a:prstGeom>
          <a:solidFill>
            <a:srgbClr val="0D8D56"/>
          </a:solidFill>
          <a:ln>
            <a:noFill/>
          </a:ln>
        </p:spPr>
        <p:txBody>
          <a:bodyPr/>
          <a:lstStyle/>
          <a:p>
            <a:endParaRPr lang="uk-UA"/>
          </a:p>
        </p:txBody>
      </p:sp>
      <p:sp>
        <p:nvSpPr>
          <p:cNvPr id="902" name="shape902"/>
          <p:cNvSpPr/>
          <p:nvPr/>
        </p:nvSpPr>
        <p:spPr>
          <a:xfrm>
            <a:off x="7266584" y="3291840"/>
            <a:ext cx="83591" cy="202997"/>
          </a:xfrm>
          <a:prstGeom prst="rect">
            <a:avLst/>
          </a:prstGeom>
          <a:solidFill>
            <a:srgbClr val="0D8D56"/>
          </a:solidFill>
          <a:ln>
            <a:noFill/>
          </a:ln>
        </p:spPr>
        <p:txBody>
          <a:bodyPr/>
          <a:lstStyle/>
          <a:p>
            <a:endParaRPr lang="uk-UA"/>
          </a:p>
        </p:txBody>
      </p:sp>
      <p:sp>
        <p:nvSpPr>
          <p:cNvPr id="903" name="shape903"/>
          <p:cNvSpPr/>
          <p:nvPr/>
        </p:nvSpPr>
        <p:spPr>
          <a:xfrm>
            <a:off x="7348347" y="3291840"/>
            <a:ext cx="83591" cy="202997"/>
          </a:xfrm>
          <a:prstGeom prst="rect">
            <a:avLst/>
          </a:prstGeom>
          <a:solidFill>
            <a:srgbClr val="0D8D56"/>
          </a:solidFill>
          <a:ln>
            <a:noFill/>
          </a:ln>
        </p:spPr>
        <p:txBody>
          <a:bodyPr/>
          <a:lstStyle/>
          <a:p>
            <a:endParaRPr lang="uk-UA"/>
          </a:p>
        </p:txBody>
      </p:sp>
      <p:sp>
        <p:nvSpPr>
          <p:cNvPr id="904" name="shape904"/>
          <p:cNvSpPr/>
          <p:nvPr/>
        </p:nvSpPr>
        <p:spPr>
          <a:xfrm>
            <a:off x="7430110" y="3291840"/>
            <a:ext cx="83591" cy="202997"/>
          </a:xfrm>
          <a:prstGeom prst="rect">
            <a:avLst/>
          </a:prstGeom>
          <a:solidFill>
            <a:srgbClr val="0D8D56"/>
          </a:solidFill>
          <a:ln>
            <a:noFill/>
          </a:ln>
        </p:spPr>
        <p:txBody>
          <a:bodyPr/>
          <a:lstStyle/>
          <a:p>
            <a:endParaRPr lang="uk-UA"/>
          </a:p>
        </p:txBody>
      </p:sp>
      <p:sp>
        <p:nvSpPr>
          <p:cNvPr id="905" name="shape905"/>
          <p:cNvSpPr/>
          <p:nvPr/>
        </p:nvSpPr>
        <p:spPr>
          <a:xfrm>
            <a:off x="7511872" y="3291840"/>
            <a:ext cx="83591" cy="202997"/>
          </a:xfrm>
          <a:prstGeom prst="rect">
            <a:avLst/>
          </a:prstGeom>
          <a:solidFill>
            <a:srgbClr val="0D8D56"/>
          </a:solidFill>
          <a:ln>
            <a:noFill/>
          </a:ln>
        </p:spPr>
        <p:txBody>
          <a:bodyPr/>
          <a:lstStyle/>
          <a:p>
            <a:endParaRPr lang="uk-UA"/>
          </a:p>
        </p:txBody>
      </p:sp>
      <p:sp>
        <p:nvSpPr>
          <p:cNvPr id="906" name="shape906"/>
          <p:cNvSpPr/>
          <p:nvPr/>
        </p:nvSpPr>
        <p:spPr>
          <a:xfrm>
            <a:off x="7593635" y="3291840"/>
            <a:ext cx="83591" cy="202997"/>
          </a:xfrm>
          <a:prstGeom prst="rect">
            <a:avLst/>
          </a:prstGeom>
          <a:solidFill>
            <a:srgbClr val="0D8D56"/>
          </a:solidFill>
          <a:ln>
            <a:noFill/>
          </a:ln>
        </p:spPr>
        <p:txBody>
          <a:bodyPr/>
          <a:lstStyle/>
          <a:p>
            <a:endParaRPr lang="uk-UA"/>
          </a:p>
        </p:txBody>
      </p:sp>
      <p:sp>
        <p:nvSpPr>
          <p:cNvPr id="907" name="shape907"/>
          <p:cNvSpPr/>
          <p:nvPr/>
        </p:nvSpPr>
        <p:spPr>
          <a:xfrm>
            <a:off x="7675397" y="3291840"/>
            <a:ext cx="83591" cy="202997"/>
          </a:xfrm>
          <a:prstGeom prst="rect">
            <a:avLst/>
          </a:prstGeom>
          <a:solidFill>
            <a:srgbClr val="0D8D56"/>
          </a:solidFill>
          <a:ln>
            <a:noFill/>
          </a:ln>
        </p:spPr>
        <p:txBody>
          <a:bodyPr/>
          <a:lstStyle/>
          <a:p>
            <a:endParaRPr lang="uk-UA"/>
          </a:p>
        </p:txBody>
      </p:sp>
      <p:sp>
        <p:nvSpPr>
          <p:cNvPr id="908" name="shape908"/>
          <p:cNvSpPr/>
          <p:nvPr/>
        </p:nvSpPr>
        <p:spPr>
          <a:xfrm>
            <a:off x="7757160" y="3291840"/>
            <a:ext cx="83591" cy="202997"/>
          </a:xfrm>
          <a:prstGeom prst="rect">
            <a:avLst/>
          </a:prstGeom>
          <a:solidFill>
            <a:srgbClr val="0D8D56"/>
          </a:solidFill>
          <a:ln>
            <a:noFill/>
          </a:ln>
        </p:spPr>
        <p:txBody>
          <a:bodyPr/>
          <a:lstStyle/>
          <a:p>
            <a:endParaRPr lang="uk-UA"/>
          </a:p>
        </p:txBody>
      </p:sp>
      <p:sp>
        <p:nvSpPr>
          <p:cNvPr id="909" name="shape909"/>
          <p:cNvSpPr/>
          <p:nvPr/>
        </p:nvSpPr>
        <p:spPr>
          <a:xfrm>
            <a:off x="7838923" y="3291840"/>
            <a:ext cx="83591" cy="202997"/>
          </a:xfrm>
          <a:prstGeom prst="rect">
            <a:avLst/>
          </a:prstGeom>
          <a:solidFill>
            <a:srgbClr val="0D8D56"/>
          </a:solidFill>
          <a:ln>
            <a:noFill/>
          </a:ln>
        </p:spPr>
        <p:txBody>
          <a:bodyPr/>
          <a:lstStyle/>
          <a:p>
            <a:endParaRPr lang="uk-UA"/>
          </a:p>
        </p:txBody>
      </p:sp>
      <p:sp>
        <p:nvSpPr>
          <p:cNvPr id="910" name="shape910"/>
          <p:cNvSpPr/>
          <p:nvPr/>
        </p:nvSpPr>
        <p:spPr>
          <a:xfrm>
            <a:off x="7920685" y="3291840"/>
            <a:ext cx="83591" cy="202997"/>
          </a:xfrm>
          <a:prstGeom prst="rect">
            <a:avLst/>
          </a:prstGeom>
          <a:solidFill>
            <a:srgbClr val="0D8D56"/>
          </a:solidFill>
          <a:ln>
            <a:noFill/>
          </a:ln>
        </p:spPr>
        <p:txBody>
          <a:bodyPr/>
          <a:lstStyle/>
          <a:p>
            <a:endParaRPr lang="uk-UA"/>
          </a:p>
        </p:txBody>
      </p:sp>
      <p:sp>
        <p:nvSpPr>
          <p:cNvPr id="911" name="shape911"/>
          <p:cNvSpPr/>
          <p:nvPr/>
        </p:nvSpPr>
        <p:spPr>
          <a:xfrm>
            <a:off x="8002448" y="3291840"/>
            <a:ext cx="83591" cy="202997"/>
          </a:xfrm>
          <a:prstGeom prst="rect">
            <a:avLst/>
          </a:prstGeom>
          <a:solidFill>
            <a:srgbClr val="0D8D56"/>
          </a:solidFill>
          <a:ln>
            <a:noFill/>
          </a:ln>
        </p:spPr>
        <p:txBody>
          <a:bodyPr/>
          <a:lstStyle/>
          <a:p>
            <a:endParaRPr lang="uk-UA"/>
          </a:p>
        </p:txBody>
      </p:sp>
      <p:sp>
        <p:nvSpPr>
          <p:cNvPr id="912" name="shape912"/>
          <p:cNvSpPr/>
          <p:nvPr/>
        </p:nvSpPr>
        <p:spPr>
          <a:xfrm>
            <a:off x="8084210" y="3291840"/>
            <a:ext cx="83591" cy="202997"/>
          </a:xfrm>
          <a:prstGeom prst="rect">
            <a:avLst/>
          </a:prstGeom>
          <a:solidFill>
            <a:srgbClr val="0D8D56"/>
          </a:solidFill>
          <a:ln>
            <a:noFill/>
          </a:ln>
        </p:spPr>
        <p:txBody>
          <a:bodyPr/>
          <a:lstStyle/>
          <a:p>
            <a:endParaRPr lang="uk-UA"/>
          </a:p>
        </p:txBody>
      </p:sp>
      <p:sp>
        <p:nvSpPr>
          <p:cNvPr id="913" name="shape913"/>
          <p:cNvSpPr/>
          <p:nvPr/>
        </p:nvSpPr>
        <p:spPr>
          <a:xfrm>
            <a:off x="8165973" y="3291840"/>
            <a:ext cx="83591" cy="202997"/>
          </a:xfrm>
          <a:prstGeom prst="rect">
            <a:avLst/>
          </a:prstGeom>
          <a:solidFill>
            <a:srgbClr val="0D8D56"/>
          </a:solidFill>
          <a:ln>
            <a:noFill/>
          </a:ln>
        </p:spPr>
        <p:txBody>
          <a:bodyPr/>
          <a:lstStyle/>
          <a:p>
            <a:endParaRPr lang="uk-UA"/>
          </a:p>
        </p:txBody>
      </p:sp>
      <p:sp>
        <p:nvSpPr>
          <p:cNvPr id="914" name="shape914"/>
          <p:cNvSpPr/>
          <p:nvPr/>
        </p:nvSpPr>
        <p:spPr>
          <a:xfrm>
            <a:off x="8247736" y="3291840"/>
            <a:ext cx="83591" cy="202997"/>
          </a:xfrm>
          <a:prstGeom prst="rect">
            <a:avLst/>
          </a:prstGeom>
          <a:solidFill>
            <a:srgbClr val="0D8D56"/>
          </a:solidFill>
          <a:ln>
            <a:noFill/>
          </a:ln>
        </p:spPr>
        <p:txBody>
          <a:bodyPr/>
          <a:lstStyle/>
          <a:p>
            <a:endParaRPr lang="uk-UA"/>
          </a:p>
        </p:txBody>
      </p:sp>
      <p:sp>
        <p:nvSpPr>
          <p:cNvPr id="915" name="shape915"/>
          <p:cNvSpPr/>
          <p:nvPr/>
        </p:nvSpPr>
        <p:spPr>
          <a:xfrm>
            <a:off x="8329498" y="3291840"/>
            <a:ext cx="83591" cy="202997"/>
          </a:xfrm>
          <a:prstGeom prst="rect">
            <a:avLst/>
          </a:prstGeom>
          <a:solidFill>
            <a:srgbClr val="0D8D56"/>
          </a:solidFill>
          <a:ln>
            <a:noFill/>
          </a:ln>
        </p:spPr>
        <p:txBody>
          <a:bodyPr/>
          <a:lstStyle/>
          <a:p>
            <a:endParaRPr lang="uk-UA"/>
          </a:p>
        </p:txBody>
      </p:sp>
      <p:sp>
        <p:nvSpPr>
          <p:cNvPr id="916" name="shape916"/>
          <p:cNvSpPr/>
          <p:nvPr/>
        </p:nvSpPr>
        <p:spPr>
          <a:xfrm>
            <a:off x="8411261" y="3291840"/>
            <a:ext cx="83591" cy="202997"/>
          </a:xfrm>
          <a:prstGeom prst="rect">
            <a:avLst/>
          </a:prstGeom>
          <a:solidFill>
            <a:srgbClr val="0D8D56"/>
          </a:solidFill>
          <a:ln>
            <a:noFill/>
          </a:ln>
        </p:spPr>
        <p:txBody>
          <a:bodyPr/>
          <a:lstStyle/>
          <a:p>
            <a:endParaRPr lang="uk-UA"/>
          </a:p>
        </p:txBody>
      </p:sp>
      <p:sp>
        <p:nvSpPr>
          <p:cNvPr id="917" name="shape917"/>
          <p:cNvSpPr/>
          <p:nvPr/>
        </p:nvSpPr>
        <p:spPr>
          <a:xfrm>
            <a:off x="8493023" y="3291840"/>
            <a:ext cx="83591" cy="202997"/>
          </a:xfrm>
          <a:prstGeom prst="rect">
            <a:avLst/>
          </a:prstGeom>
          <a:solidFill>
            <a:srgbClr val="0D8D56"/>
          </a:solidFill>
          <a:ln>
            <a:noFill/>
          </a:ln>
        </p:spPr>
        <p:txBody>
          <a:bodyPr/>
          <a:lstStyle/>
          <a:p>
            <a:endParaRPr lang="uk-UA"/>
          </a:p>
        </p:txBody>
      </p:sp>
      <p:sp>
        <p:nvSpPr>
          <p:cNvPr id="918" name="shape918"/>
          <p:cNvSpPr/>
          <p:nvPr/>
        </p:nvSpPr>
        <p:spPr>
          <a:xfrm>
            <a:off x="8574786" y="3291840"/>
            <a:ext cx="83591" cy="202997"/>
          </a:xfrm>
          <a:prstGeom prst="rect">
            <a:avLst/>
          </a:prstGeom>
          <a:solidFill>
            <a:srgbClr val="0D8D56"/>
          </a:solidFill>
          <a:ln>
            <a:noFill/>
          </a:ln>
        </p:spPr>
        <p:txBody>
          <a:bodyPr/>
          <a:lstStyle/>
          <a:p>
            <a:endParaRPr lang="uk-UA"/>
          </a:p>
        </p:txBody>
      </p:sp>
      <p:sp>
        <p:nvSpPr>
          <p:cNvPr id="919" name="shape919"/>
          <p:cNvSpPr/>
          <p:nvPr/>
        </p:nvSpPr>
        <p:spPr>
          <a:xfrm>
            <a:off x="8656549" y="3291840"/>
            <a:ext cx="83591" cy="202997"/>
          </a:xfrm>
          <a:prstGeom prst="rect">
            <a:avLst/>
          </a:prstGeom>
          <a:solidFill>
            <a:srgbClr val="0D8D56"/>
          </a:solidFill>
          <a:ln>
            <a:noFill/>
          </a:ln>
        </p:spPr>
        <p:txBody>
          <a:bodyPr/>
          <a:lstStyle/>
          <a:p>
            <a:endParaRPr lang="uk-UA"/>
          </a:p>
        </p:txBody>
      </p:sp>
      <p:sp>
        <p:nvSpPr>
          <p:cNvPr id="920" name="shape920"/>
          <p:cNvSpPr/>
          <p:nvPr/>
        </p:nvSpPr>
        <p:spPr>
          <a:xfrm>
            <a:off x="8738311" y="3291840"/>
            <a:ext cx="83591" cy="202997"/>
          </a:xfrm>
          <a:prstGeom prst="rect">
            <a:avLst/>
          </a:prstGeom>
          <a:solidFill>
            <a:srgbClr val="0D8D56"/>
          </a:solidFill>
          <a:ln>
            <a:noFill/>
          </a:ln>
        </p:spPr>
        <p:txBody>
          <a:bodyPr/>
          <a:lstStyle/>
          <a:p>
            <a:endParaRPr lang="uk-UA"/>
          </a:p>
        </p:txBody>
      </p:sp>
      <p:sp>
        <p:nvSpPr>
          <p:cNvPr id="921" name="shape921"/>
          <p:cNvSpPr/>
          <p:nvPr/>
        </p:nvSpPr>
        <p:spPr>
          <a:xfrm>
            <a:off x="8820074" y="3291840"/>
            <a:ext cx="83591" cy="202997"/>
          </a:xfrm>
          <a:prstGeom prst="rect">
            <a:avLst/>
          </a:prstGeom>
          <a:solidFill>
            <a:srgbClr val="0D8D56"/>
          </a:solidFill>
          <a:ln>
            <a:noFill/>
          </a:ln>
        </p:spPr>
        <p:txBody>
          <a:bodyPr/>
          <a:lstStyle/>
          <a:p>
            <a:endParaRPr lang="uk-UA"/>
          </a:p>
        </p:txBody>
      </p:sp>
      <p:sp>
        <p:nvSpPr>
          <p:cNvPr id="922" name="shape922"/>
          <p:cNvSpPr/>
          <p:nvPr/>
        </p:nvSpPr>
        <p:spPr>
          <a:xfrm>
            <a:off x="8901836" y="3291840"/>
            <a:ext cx="83591" cy="202997"/>
          </a:xfrm>
          <a:prstGeom prst="rect">
            <a:avLst/>
          </a:prstGeom>
          <a:solidFill>
            <a:srgbClr val="0D8D56"/>
          </a:solidFill>
          <a:ln>
            <a:noFill/>
          </a:ln>
        </p:spPr>
        <p:txBody>
          <a:bodyPr/>
          <a:lstStyle/>
          <a:p>
            <a:endParaRPr lang="uk-UA"/>
          </a:p>
        </p:txBody>
      </p:sp>
      <p:sp>
        <p:nvSpPr>
          <p:cNvPr id="923" name="shape923"/>
          <p:cNvSpPr/>
          <p:nvPr/>
        </p:nvSpPr>
        <p:spPr>
          <a:xfrm>
            <a:off x="8983599" y="3291840"/>
            <a:ext cx="83591" cy="202997"/>
          </a:xfrm>
          <a:prstGeom prst="rect">
            <a:avLst/>
          </a:prstGeom>
          <a:solidFill>
            <a:srgbClr val="0D8D56"/>
          </a:solidFill>
          <a:ln>
            <a:noFill/>
          </a:ln>
        </p:spPr>
        <p:txBody>
          <a:bodyPr/>
          <a:lstStyle/>
          <a:p>
            <a:endParaRPr lang="uk-UA"/>
          </a:p>
        </p:txBody>
      </p:sp>
      <p:sp>
        <p:nvSpPr>
          <p:cNvPr id="924" name="shape924"/>
          <p:cNvSpPr/>
          <p:nvPr/>
        </p:nvSpPr>
        <p:spPr>
          <a:xfrm>
            <a:off x="9065362" y="3291840"/>
            <a:ext cx="83591" cy="202997"/>
          </a:xfrm>
          <a:prstGeom prst="rect">
            <a:avLst/>
          </a:prstGeom>
          <a:solidFill>
            <a:srgbClr val="0D8D56"/>
          </a:solidFill>
          <a:ln>
            <a:noFill/>
          </a:ln>
        </p:spPr>
        <p:txBody>
          <a:bodyPr/>
          <a:lstStyle/>
          <a:p>
            <a:endParaRPr lang="uk-UA"/>
          </a:p>
        </p:txBody>
      </p:sp>
      <p:sp>
        <p:nvSpPr>
          <p:cNvPr id="925" name="shape925"/>
          <p:cNvSpPr/>
          <p:nvPr/>
        </p:nvSpPr>
        <p:spPr>
          <a:xfrm>
            <a:off x="9147124" y="3291840"/>
            <a:ext cx="83591" cy="202997"/>
          </a:xfrm>
          <a:prstGeom prst="rect">
            <a:avLst/>
          </a:prstGeom>
          <a:solidFill>
            <a:srgbClr val="0D8D56"/>
          </a:solidFill>
          <a:ln>
            <a:noFill/>
          </a:ln>
        </p:spPr>
        <p:txBody>
          <a:bodyPr/>
          <a:lstStyle/>
          <a:p>
            <a:endParaRPr lang="uk-UA"/>
          </a:p>
        </p:txBody>
      </p:sp>
      <p:sp>
        <p:nvSpPr>
          <p:cNvPr id="926" name="shape926"/>
          <p:cNvSpPr/>
          <p:nvPr/>
        </p:nvSpPr>
        <p:spPr>
          <a:xfrm>
            <a:off x="9228887" y="3291840"/>
            <a:ext cx="83591" cy="202997"/>
          </a:xfrm>
          <a:prstGeom prst="rect">
            <a:avLst/>
          </a:prstGeom>
          <a:solidFill>
            <a:srgbClr val="0D8D56"/>
          </a:solidFill>
          <a:ln>
            <a:noFill/>
          </a:ln>
        </p:spPr>
        <p:txBody>
          <a:bodyPr/>
          <a:lstStyle/>
          <a:p>
            <a:endParaRPr lang="uk-UA"/>
          </a:p>
        </p:txBody>
      </p:sp>
      <p:sp>
        <p:nvSpPr>
          <p:cNvPr id="927" name="shape927"/>
          <p:cNvSpPr/>
          <p:nvPr/>
        </p:nvSpPr>
        <p:spPr>
          <a:xfrm>
            <a:off x="9310649" y="3291840"/>
            <a:ext cx="83591" cy="202997"/>
          </a:xfrm>
          <a:prstGeom prst="rect">
            <a:avLst/>
          </a:prstGeom>
          <a:solidFill>
            <a:srgbClr val="0D8D56"/>
          </a:solidFill>
          <a:ln>
            <a:noFill/>
          </a:ln>
        </p:spPr>
        <p:txBody>
          <a:bodyPr/>
          <a:lstStyle/>
          <a:p>
            <a:endParaRPr lang="uk-UA"/>
          </a:p>
        </p:txBody>
      </p:sp>
      <p:sp>
        <p:nvSpPr>
          <p:cNvPr id="928" name="shape928"/>
          <p:cNvSpPr/>
          <p:nvPr/>
        </p:nvSpPr>
        <p:spPr>
          <a:xfrm>
            <a:off x="9392412" y="3291840"/>
            <a:ext cx="83591" cy="202997"/>
          </a:xfrm>
          <a:prstGeom prst="rect">
            <a:avLst/>
          </a:prstGeom>
          <a:solidFill>
            <a:srgbClr val="0D8D56"/>
          </a:solidFill>
          <a:ln>
            <a:noFill/>
          </a:ln>
        </p:spPr>
        <p:txBody>
          <a:bodyPr/>
          <a:lstStyle/>
          <a:p>
            <a:endParaRPr lang="uk-UA"/>
          </a:p>
        </p:txBody>
      </p:sp>
      <p:sp>
        <p:nvSpPr>
          <p:cNvPr id="929" name="shape929"/>
          <p:cNvSpPr/>
          <p:nvPr/>
        </p:nvSpPr>
        <p:spPr>
          <a:xfrm>
            <a:off x="9474175" y="3291840"/>
            <a:ext cx="83591" cy="202997"/>
          </a:xfrm>
          <a:prstGeom prst="rect">
            <a:avLst/>
          </a:prstGeom>
          <a:solidFill>
            <a:srgbClr val="0D8D56"/>
          </a:solidFill>
          <a:ln>
            <a:noFill/>
          </a:ln>
        </p:spPr>
        <p:txBody>
          <a:bodyPr/>
          <a:lstStyle/>
          <a:p>
            <a:endParaRPr lang="uk-UA"/>
          </a:p>
        </p:txBody>
      </p:sp>
      <p:sp>
        <p:nvSpPr>
          <p:cNvPr id="930" name="shape930"/>
          <p:cNvSpPr/>
          <p:nvPr/>
        </p:nvSpPr>
        <p:spPr>
          <a:xfrm>
            <a:off x="9555937" y="3291840"/>
            <a:ext cx="83591" cy="202997"/>
          </a:xfrm>
          <a:prstGeom prst="rect">
            <a:avLst/>
          </a:prstGeom>
          <a:solidFill>
            <a:srgbClr val="0D8D56"/>
          </a:solidFill>
          <a:ln>
            <a:noFill/>
          </a:ln>
        </p:spPr>
        <p:txBody>
          <a:bodyPr/>
          <a:lstStyle/>
          <a:p>
            <a:endParaRPr lang="uk-UA"/>
          </a:p>
        </p:txBody>
      </p:sp>
      <p:sp>
        <p:nvSpPr>
          <p:cNvPr id="931" name="shape931"/>
          <p:cNvSpPr/>
          <p:nvPr/>
        </p:nvSpPr>
        <p:spPr>
          <a:xfrm>
            <a:off x="9637700" y="3291840"/>
            <a:ext cx="83591" cy="202997"/>
          </a:xfrm>
          <a:prstGeom prst="rect">
            <a:avLst/>
          </a:prstGeom>
          <a:solidFill>
            <a:srgbClr val="0D8D56"/>
          </a:solidFill>
          <a:ln>
            <a:noFill/>
          </a:ln>
        </p:spPr>
        <p:txBody>
          <a:bodyPr/>
          <a:lstStyle/>
          <a:p>
            <a:endParaRPr lang="uk-UA"/>
          </a:p>
        </p:txBody>
      </p:sp>
      <p:sp>
        <p:nvSpPr>
          <p:cNvPr id="932" name="shape932"/>
          <p:cNvSpPr/>
          <p:nvPr/>
        </p:nvSpPr>
        <p:spPr>
          <a:xfrm>
            <a:off x="9719462" y="3291840"/>
            <a:ext cx="83591" cy="202997"/>
          </a:xfrm>
          <a:prstGeom prst="rect">
            <a:avLst/>
          </a:prstGeom>
          <a:solidFill>
            <a:srgbClr val="0D8D56"/>
          </a:solidFill>
          <a:ln>
            <a:noFill/>
          </a:ln>
        </p:spPr>
        <p:txBody>
          <a:bodyPr/>
          <a:lstStyle/>
          <a:p>
            <a:endParaRPr lang="uk-UA"/>
          </a:p>
        </p:txBody>
      </p:sp>
      <p:sp>
        <p:nvSpPr>
          <p:cNvPr id="933" name="shape933"/>
          <p:cNvSpPr/>
          <p:nvPr/>
        </p:nvSpPr>
        <p:spPr>
          <a:xfrm>
            <a:off x="9801225" y="3291840"/>
            <a:ext cx="83591" cy="202997"/>
          </a:xfrm>
          <a:prstGeom prst="rect">
            <a:avLst/>
          </a:prstGeom>
          <a:solidFill>
            <a:srgbClr val="0D8D56"/>
          </a:solidFill>
          <a:ln>
            <a:noFill/>
          </a:ln>
        </p:spPr>
        <p:txBody>
          <a:bodyPr/>
          <a:lstStyle/>
          <a:p>
            <a:endParaRPr lang="uk-UA"/>
          </a:p>
        </p:txBody>
      </p:sp>
      <p:sp>
        <p:nvSpPr>
          <p:cNvPr id="934" name="shape934"/>
          <p:cNvSpPr/>
          <p:nvPr/>
        </p:nvSpPr>
        <p:spPr>
          <a:xfrm>
            <a:off x="9882988" y="3291840"/>
            <a:ext cx="83591" cy="202997"/>
          </a:xfrm>
          <a:prstGeom prst="rect">
            <a:avLst/>
          </a:prstGeom>
          <a:solidFill>
            <a:srgbClr val="0D8D56"/>
          </a:solidFill>
          <a:ln>
            <a:noFill/>
          </a:ln>
        </p:spPr>
        <p:txBody>
          <a:bodyPr/>
          <a:lstStyle/>
          <a:p>
            <a:endParaRPr lang="uk-UA"/>
          </a:p>
        </p:txBody>
      </p:sp>
      <p:sp>
        <p:nvSpPr>
          <p:cNvPr id="935" name="shape935"/>
          <p:cNvSpPr/>
          <p:nvPr/>
        </p:nvSpPr>
        <p:spPr>
          <a:xfrm>
            <a:off x="9964750" y="3291840"/>
            <a:ext cx="83591" cy="202997"/>
          </a:xfrm>
          <a:prstGeom prst="rect">
            <a:avLst/>
          </a:prstGeom>
          <a:solidFill>
            <a:srgbClr val="0D8D56"/>
          </a:solidFill>
          <a:ln>
            <a:noFill/>
          </a:ln>
        </p:spPr>
        <p:txBody>
          <a:bodyPr/>
          <a:lstStyle/>
          <a:p>
            <a:endParaRPr lang="uk-UA"/>
          </a:p>
        </p:txBody>
      </p:sp>
      <p:sp>
        <p:nvSpPr>
          <p:cNvPr id="936" name="shape936"/>
          <p:cNvSpPr/>
          <p:nvPr/>
        </p:nvSpPr>
        <p:spPr>
          <a:xfrm>
            <a:off x="10046513" y="3291840"/>
            <a:ext cx="83591" cy="202997"/>
          </a:xfrm>
          <a:prstGeom prst="rect">
            <a:avLst/>
          </a:prstGeom>
          <a:solidFill>
            <a:srgbClr val="0D8D56"/>
          </a:solidFill>
          <a:ln>
            <a:noFill/>
          </a:ln>
        </p:spPr>
        <p:txBody>
          <a:bodyPr/>
          <a:lstStyle/>
          <a:p>
            <a:endParaRPr lang="uk-UA"/>
          </a:p>
        </p:txBody>
      </p:sp>
      <p:sp>
        <p:nvSpPr>
          <p:cNvPr id="937" name="shape937"/>
          <p:cNvSpPr/>
          <p:nvPr/>
        </p:nvSpPr>
        <p:spPr>
          <a:xfrm>
            <a:off x="10128275" y="3291840"/>
            <a:ext cx="83591" cy="202997"/>
          </a:xfrm>
          <a:prstGeom prst="rect">
            <a:avLst/>
          </a:prstGeom>
          <a:solidFill>
            <a:srgbClr val="0D8D56"/>
          </a:solidFill>
          <a:ln>
            <a:noFill/>
          </a:ln>
        </p:spPr>
        <p:txBody>
          <a:bodyPr/>
          <a:lstStyle/>
          <a:p>
            <a:endParaRPr lang="uk-UA"/>
          </a:p>
        </p:txBody>
      </p:sp>
      <p:sp>
        <p:nvSpPr>
          <p:cNvPr id="938" name="shape938"/>
          <p:cNvSpPr/>
          <p:nvPr/>
        </p:nvSpPr>
        <p:spPr>
          <a:xfrm>
            <a:off x="10210038" y="3291840"/>
            <a:ext cx="83591" cy="202997"/>
          </a:xfrm>
          <a:prstGeom prst="rect">
            <a:avLst/>
          </a:prstGeom>
          <a:solidFill>
            <a:srgbClr val="0D8D56"/>
          </a:solidFill>
          <a:ln>
            <a:noFill/>
          </a:ln>
        </p:spPr>
        <p:txBody>
          <a:bodyPr/>
          <a:lstStyle/>
          <a:p>
            <a:endParaRPr lang="uk-UA"/>
          </a:p>
        </p:txBody>
      </p:sp>
      <p:sp>
        <p:nvSpPr>
          <p:cNvPr id="939" name="shape939"/>
          <p:cNvSpPr/>
          <p:nvPr/>
        </p:nvSpPr>
        <p:spPr>
          <a:xfrm>
            <a:off x="10291801" y="3291840"/>
            <a:ext cx="83591" cy="202997"/>
          </a:xfrm>
          <a:prstGeom prst="rect">
            <a:avLst/>
          </a:prstGeom>
          <a:solidFill>
            <a:srgbClr val="0D8D56"/>
          </a:solidFill>
          <a:ln>
            <a:noFill/>
          </a:ln>
        </p:spPr>
        <p:txBody>
          <a:bodyPr/>
          <a:lstStyle/>
          <a:p>
            <a:endParaRPr lang="uk-UA"/>
          </a:p>
        </p:txBody>
      </p:sp>
      <p:sp>
        <p:nvSpPr>
          <p:cNvPr id="940" name="shape940"/>
          <p:cNvSpPr/>
          <p:nvPr/>
        </p:nvSpPr>
        <p:spPr>
          <a:xfrm>
            <a:off x="10373563" y="3291840"/>
            <a:ext cx="83591" cy="202997"/>
          </a:xfrm>
          <a:prstGeom prst="rect">
            <a:avLst/>
          </a:prstGeom>
          <a:solidFill>
            <a:srgbClr val="0D8D56"/>
          </a:solidFill>
          <a:ln>
            <a:noFill/>
          </a:ln>
        </p:spPr>
        <p:txBody>
          <a:bodyPr/>
          <a:lstStyle/>
          <a:p>
            <a:endParaRPr lang="uk-UA"/>
          </a:p>
        </p:txBody>
      </p:sp>
      <p:sp>
        <p:nvSpPr>
          <p:cNvPr id="941" name="shape941"/>
          <p:cNvSpPr/>
          <p:nvPr/>
        </p:nvSpPr>
        <p:spPr>
          <a:xfrm>
            <a:off x="10455326" y="3291840"/>
            <a:ext cx="83591" cy="202997"/>
          </a:xfrm>
          <a:prstGeom prst="rect">
            <a:avLst/>
          </a:prstGeom>
          <a:solidFill>
            <a:srgbClr val="0D8D56"/>
          </a:solidFill>
          <a:ln>
            <a:noFill/>
          </a:ln>
        </p:spPr>
        <p:txBody>
          <a:bodyPr/>
          <a:lstStyle/>
          <a:p>
            <a:endParaRPr lang="uk-UA"/>
          </a:p>
        </p:txBody>
      </p:sp>
      <p:sp>
        <p:nvSpPr>
          <p:cNvPr id="942" name="shape942"/>
          <p:cNvSpPr/>
          <p:nvPr/>
        </p:nvSpPr>
        <p:spPr>
          <a:xfrm>
            <a:off x="10537088" y="3291840"/>
            <a:ext cx="83591" cy="202997"/>
          </a:xfrm>
          <a:prstGeom prst="rect">
            <a:avLst/>
          </a:prstGeom>
          <a:solidFill>
            <a:srgbClr val="0D8D56"/>
          </a:solidFill>
          <a:ln>
            <a:noFill/>
          </a:ln>
        </p:spPr>
        <p:txBody>
          <a:bodyPr/>
          <a:lstStyle/>
          <a:p>
            <a:endParaRPr lang="uk-UA"/>
          </a:p>
        </p:txBody>
      </p:sp>
      <p:sp>
        <p:nvSpPr>
          <p:cNvPr id="943" name="shape943"/>
          <p:cNvSpPr/>
          <p:nvPr/>
        </p:nvSpPr>
        <p:spPr>
          <a:xfrm>
            <a:off x="10618851" y="3291840"/>
            <a:ext cx="83591" cy="202997"/>
          </a:xfrm>
          <a:prstGeom prst="rect">
            <a:avLst/>
          </a:prstGeom>
          <a:solidFill>
            <a:srgbClr val="0D8D56"/>
          </a:solidFill>
          <a:ln>
            <a:noFill/>
          </a:ln>
        </p:spPr>
        <p:txBody>
          <a:bodyPr/>
          <a:lstStyle/>
          <a:p>
            <a:endParaRPr lang="uk-UA"/>
          </a:p>
        </p:txBody>
      </p:sp>
      <p:sp>
        <p:nvSpPr>
          <p:cNvPr id="944" name="shape944"/>
          <p:cNvSpPr/>
          <p:nvPr/>
        </p:nvSpPr>
        <p:spPr>
          <a:xfrm>
            <a:off x="10700614" y="3291840"/>
            <a:ext cx="83591" cy="202997"/>
          </a:xfrm>
          <a:prstGeom prst="rect">
            <a:avLst/>
          </a:prstGeom>
          <a:solidFill>
            <a:srgbClr val="0D8D56"/>
          </a:solidFill>
          <a:ln>
            <a:noFill/>
          </a:ln>
        </p:spPr>
        <p:txBody>
          <a:bodyPr/>
          <a:lstStyle/>
          <a:p>
            <a:endParaRPr lang="uk-UA"/>
          </a:p>
        </p:txBody>
      </p:sp>
      <p:sp>
        <p:nvSpPr>
          <p:cNvPr id="945" name="shape945"/>
          <p:cNvSpPr/>
          <p:nvPr/>
        </p:nvSpPr>
        <p:spPr>
          <a:xfrm>
            <a:off x="10782376" y="3291840"/>
            <a:ext cx="83591" cy="202997"/>
          </a:xfrm>
          <a:prstGeom prst="rect">
            <a:avLst/>
          </a:prstGeom>
          <a:solidFill>
            <a:srgbClr val="0D8D56"/>
          </a:solidFill>
          <a:ln>
            <a:noFill/>
          </a:ln>
        </p:spPr>
        <p:txBody>
          <a:bodyPr/>
          <a:lstStyle/>
          <a:p>
            <a:endParaRPr lang="uk-UA"/>
          </a:p>
        </p:txBody>
      </p:sp>
      <p:sp>
        <p:nvSpPr>
          <p:cNvPr id="946" name="shape946"/>
          <p:cNvSpPr/>
          <p:nvPr/>
        </p:nvSpPr>
        <p:spPr>
          <a:xfrm>
            <a:off x="10864139" y="3291840"/>
            <a:ext cx="83591" cy="202997"/>
          </a:xfrm>
          <a:prstGeom prst="rect">
            <a:avLst/>
          </a:prstGeom>
          <a:solidFill>
            <a:srgbClr val="0D8D56"/>
          </a:solidFill>
          <a:ln>
            <a:noFill/>
          </a:ln>
        </p:spPr>
        <p:txBody>
          <a:bodyPr/>
          <a:lstStyle/>
          <a:p>
            <a:endParaRPr lang="uk-UA"/>
          </a:p>
        </p:txBody>
      </p:sp>
      <p:sp>
        <p:nvSpPr>
          <p:cNvPr id="947" name="shape947"/>
          <p:cNvSpPr/>
          <p:nvPr/>
        </p:nvSpPr>
        <p:spPr>
          <a:xfrm>
            <a:off x="10945901" y="3291840"/>
            <a:ext cx="83591" cy="202997"/>
          </a:xfrm>
          <a:prstGeom prst="rect">
            <a:avLst/>
          </a:prstGeom>
          <a:solidFill>
            <a:srgbClr val="0D8D56"/>
          </a:solidFill>
          <a:ln>
            <a:noFill/>
          </a:ln>
        </p:spPr>
        <p:txBody>
          <a:bodyPr/>
          <a:lstStyle/>
          <a:p>
            <a:endParaRPr lang="uk-UA"/>
          </a:p>
        </p:txBody>
      </p:sp>
      <p:sp>
        <p:nvSpPr>
          <p:cNvPr id="948" name="line948"/>
          <p:cNvSpPr/>
          <p:nvPr/>
        </p:nvSpPr>
        <p:spPr>
          <a:xfrm>
            <a:off x="1216152" y="3291840"/>
            <a:ext cx="9811512" cy="0"/>
          </a:xfrm>
          <a:prstGeom prst="line">
            <a:avLst/>
          </a:prstGeom>
          <a:noFill/>
          <a:ln w="4445">
            <a:solidFill>
              <a:srgbClr val="5A5A5A"/>
            </a:solidFill>
            <a:prstDash val="solid"/>
          </a:ln>
        </p:spPr>
        <p:txBody>
          <a:bodyPr/>
          <a:lstStyle/>
          <a:p>
            <a:endParaRPr lang="uk-UA"/>
          </a:p>
        </p:txBody>
      </p:sp>
      <p:sp>
        <p:nvSpPr>
          <p:cNvPr id="949" name="text949"/>
          <p:cNvSpPr txBox="1"/>
          <p:nvPr/>
        </p:nvSpPr>
        <p:spPr>
          <a:xfrm>
            <a:off x="530352" y="3534156"/>
            <a:ext cx="603504" cy="118872"/>
          </a:xfrm>
          <a:prstGeom prst="rect">
            <a:avLst/>
          </a:prstGeom>
          <a:noFill/>
          <a:ln>
            <a:noFill/>
          </a:ln>
        </p:spPr>
        <p:txBody>
          <a:bodyPr wrap="none" lIns="0" tIns="0" rIns="0" bIns="0">
            <a:normAutofit/>
          </a:bodyPr>
          <a:lstStyle/>
          <a:p>
            <a:pPr algn="r"/>
            <a:r>
              <a:rPr lang="uk-UA" sz="700" b="1">
                <a:solidFill>
                  <a:srgbClr val="FFFFFF"/>
                </a:solidFill>
                <a:latin typeface="Aptos"/>
                <a:cs typeface="Aptos"/>
              </a:rPr>
              <a:t>Гусенична</a:t>
            </a:r>
          </a:p>
        </p:txBody>
      </p:sp>
      <p:sp>
        <p:nvSpPr>
          <p:cNvPr id="950" name="shape950"/>
          <p:cNvSpPr/>
          <p:nvPr/>
        </p:nvSpPr>
        <p:spPr>
          <a:xfrm>
            <a:off x="1216152" y="3493008"/>
            <a:ext cx="83591" cy="202997"/>
          </a:xfrm>
          <a:prstGeom prst="rect">
            <a:avLst/>
          </a:prstGeom>
          <a:solidFill>
            <a:srgbClr val="0D8D56"/>
          </a:solidFill>
          <a:ln>
            <a:noFill/>
          </a:ln>
        </p:spPr>
        <p:txBody>
          <a:bodyPr/>
          <a:lstStyle/>
          <a:p>
            <a:endParaRPr lang="uk-UA"/>
          </a:p>
        </p:txBody>
      </p:sp>
      <p:sp>
        <p:nvSpPr>
          <p:cNvPr id="951" name="shape951"/>
          <p:cNvSpPr/>
          <p:nvPr/>
        </p:nvSpPr>
        <p:spPr>
          <a:xfrm>
            <a:off x="1297915" y="3493008"/>
            <a:ext cx="83591" cy="202997"/>
          </a:xfrm>
          <a:prstGeom prst="rect">
            <a:avLst/>
          </a:prstGeom>
          <a:solidFill>
            <a:srgbClr val="0D8D56"/>
          </a:solidFill>
          <a:ln>
            <a:noFill/>
          </a:ln>
        </p:spPr>
        <p:txBody>
          <a:bodyPr/>
          <a:lstStyle/>
          <a:p>
            <a:endParaRPr lang="uk-UA"/>
          </a:p>
        </p:txBody>
      </p:sp>
      <p:sp>
        <p:nvSpPr>
          <p:cNvPr id="952" name="shape952"/>
          <p:cNvSpPr/>
          <p:nvPr/>
        </p:nvSpPr>
        <p:spPr>
          <a:xfrm>
            <a:off x="1379677" y="3493008"/>
            <a:ext cx="83591" cy="202997"/>
          </a:xfrm>
          <a:prstGeom prst="rect">
            <a:avLst/>
          </a:prstGeom>
          <a:solidFill>
            <a:srgbClr val="0D8D56"/>
          </a:solidFill>
          <a:ln>
            <a:noFill/>
          </a:ln>
        </p:spPr>
        <p:txBody>
          <a:bodyPr/>
          <a:lstStyle/>
          <a:p>
            <a:endParaRPr lang="uk-UA"/>
          </a:p>
        </p:txBody>
      </p:sp>
      <p:sp>
        <p:nvSpPr>
          <p:cNvPr id="953" name="shape953"/>
          <p:cNvSpPr/>
          <p:nvPr/>
        </p:nvSpPr>
        <p:spPr>
          <a:xfrm>
            <a:off x="1461440" y="3493008"/>
            <a:ext cx="83591" cy="202997"/>
          </a:xfrm>
          <a:prstGeom prst="rect">
            <a:avLst/>
          </a:prstGeom>
          <a:solidFill>
            <a:srgbClr val="0D8D56"/>
          </a:solidFill>
          <a:ln>
            <a:noFill/>
          </a:ln>
        </p:spPr>
        <p:txBody>
          <a:bodyPr/>
          <a:lstStyle/>
          <a:p>
            <a:endParaRPr lang="uk-UA"/>
          </a:p>
        </p:txBody>
      </p:sp>
      <p:sp>
        <p:nvSpPr>
          <p:cNvPr id="954" name="shape954"/>
          <p:cNvSpPr/>
          <p:nvPr/>
        </p:nvSpPr>
        <p:spPr>
          <a:xfrm>
            <a:off x="1543202" y="3493008"/>
            <a:ext cx="83591" cy="202997"/>
          </a:xfrm>
          <a:prstGeom prst="rect">
            <a:avLst/>
          </a:prstGeom>
          <a:solidFill>
            <a:srgbClr val="0D8D56"/>
          </a:solidFill>
          <a:ln>
            <a:noFill/>
          </a:ln>
        </p:spPr>
        <p:txBody>
          <a:bodyPr/>
          <a:lstStyle/>
          <a:p>
            <a:endParaRPr lang="uk-UA"/>
          </a:p>
        </p:txBody>
      </p:sp>
      <p:sp>
        <p:nvSpPr>
          <p:cNvPr id="955" name="shape955"/>
          <p:cNvSpPr/>
          <p:nvPr/>
        </p:nvSpPr>
        <p:spPr>
          <a:xfrm>
            <a:off x="1624965" y="3493008"/>
            <a:ext cx="83591" cy="202997"/>
          </a:xfrm>
          <a:prstGeom prst="rect">
            <a:avLst/>
          </a:prstGeom>
          <a:solidFill>
            <a:srgbClr val="0D8D56"/>
          </a:solidFill>
          <a:ln>
            <a:noFill/>
          </a:ln>
        </p:spPr>
        <p:txBody>
          <a:bodyPr/>
          <a:lstStyle/>
          <a:p>
            <a:endParaRPr lang="uk-UA"/>
          </a:p>
        </p:txBody>
      </p:sp>
      <p:sp>
        <p:nvSpPr>
          <p:cNvPr id="956" name="shape956"/>
          <p:cNvSpPr/>
          <p:nvPr/>
        </p:nvSpPr>
        <p:spPr>
          <a:xfrm>
            <a:off x="1706728" y="3493008"/>
            <a:ext cx="83591" cy="202997"/>
          </a:xfrm>
          <a:prstGeom prst="rect">
            <a:avLst/>
          </a:prstGeom>
          <a:solidFill>
            <a:srgbClr val="0D8D56"/>
          </a:solidFill>
          <a:ln>
            <a:noFill/>
          </a:ln>
        </p:spPr>
        <p:txBody>
          <a:bodyPr/>
          <a:lstStyle/>
          <a:p>
            <a:endParaRPr lang="uk-UA"/>
          </a:p>
        </p:txBody>
      </p:sp>
      <p:sp>
        <p:nvSpPr>
          <p:cNvPr id="957" name="shape957"/>
          <p:cNvSpPr/>
          <p:nvPr/>
        </p:nvSpPr>
        <p:spPr>
          <a:xfrm>
            <a:off x="1788490" y="3493008"/>
            <a:ext cx="83591" cy="202997"/>
          </a:xfrm>
          <a:prstGeom prst="rect">
            <a:avLst/>
          </a:prstGeom>
          <a:solidFill>
            <a:srgbClr val="0D8D56"/>
          </a:solidFill>
          <a:ln>
            <a:noFill/>
          </a:ln>
        </p:spPr>
        <p:txBody>
          <a:bodyPr/>
          <a:lstStyle/>
          <a:p>
            <a:endParaRPr lang="uk-UA"/>
          </a:p>
        </p:txBody>
      </p:sp>
      <p:sp>
        <p:nvSpPr>
          <p:cNvPr id="958" name="shape958"/>
          <p:cNvSpPr/>
          <p:nvPr/>
        </p:nvSpPr>
        <p:spPr>
          <a:xfrm>
            <a:off x="1870253" y="3493008"/>
            <a:ext cx="83591" cy="202997"/>
          </a:xfrm>
          <a:prstGeom prst="rect">
            <a:avLst/>
          </a:prstGeom>
          <a:solidFill>
            <a:srgbClr val="0D8D56"/>
          </a:solidFill>
          <a:ln>
            <a:noFill/>
          </a:ln>
        </p:spPr>
        <p:txBody>
          <a:bodyPr/>
          <a:lstStyle/>
          <a:p>
            <a:endParaRPr lang="uk-UA"/>
          </a:p>
        </p:txBody>
      </p:sp>
      <p:sp>
        <p:nvSpPr>
          <p:cNvPr id="959" name="shape959"/>
          <p:cNvSpPr/>
          <p:nvPr/>
        </p:nvSpPr>
        <p:spPr>
          <a:xfrm>
            <a:off x="1952015" y="3493008"/>
            <a:ext cx="83591" cy="202997"/>
          </a:xfrm>
          <a:prstGeom prst="rect">
            <a:avLst/>
          </a:prstGeom>
          <a:solidFill>
            <a:srgbClr val="0D8D56"/>
          </a:solidFill>
          <a:ln>
            <a:noFill/>
          </a:ln>
        </p:spPr>
        <p:txBody>
          <a:bodyPr/>
          <a:lstStyle/>
          <a:p>
            <a:endParaRPr lang="uk-UA"/>
          </a:p>
        </p:txBody>
      </p:sp>
      <p:sp>
        <p:nvSpPr>
          <p:cNvPr id="960" name="shape960"/>
          <p:cNvSpPr/>
          <p:nvPr/>
        </p:nvSpPr>
        <p:spPr>
          <a:xfrm>
            <a:off x="2033778" y="3493008"/>
            <a:ext cx="83591" cy="202997"/>
          </a:xfrm>
          <a:prstGeom prst="rect">
            <a:avLst/>
          </a:prstGeom>
          <a:solidFill>
            <a:srgbClr val="0D8D56"/>
          </a:solidFill>
          <a:ln>
            <a:noFill/>
          </a:ln>
        </p:spPr>
        <p:txBody>
          <a:bodyPr/>
          <a:lstStyle/>
          <a:p>
            <a:endParaRPr lang="uk-UA"/>
          </a:p>
        </p:txBody>
      </p:sp>
      <p:sp>
        <p:nvSpPr>
          <p:cNvPr id="961" name="shape961"/>
          <p:cNvSpPr/>
          <p:nvPr/>
        </p:nvSpPr>
        <p:spPr>
          <a:xfrm>
            <a:off x="2115541" y="3493008"/>
            <a:ext cx="83591" cy="202997"/>
          </a:xfrm>
          <a:prstGeom prst="rect">
            <a:avLst/>
          </a:prstGeom>
          <a:solidFill>
            <a:srgbClr val="0D8D56"/>
          </a:solidFill>
          <a:ln>
            <a:noFill/>
          </a:ln>
        </p:spPr>
        <p:txBody>
          <a:bodyPr/>
          <a:lstStyle/>
          <a:p>
            <a:endParaRPr lang="uk-UA"/>
          </a:p>
        </p:txBody>
      </p:sp>
      <p:sp>
        <p:nvSpPr>
          <p:cNvPr id="962" name="shape962"/>
          <p:cNvSpPr/>
          <p:nvPr/>
        </p:nvSpPr>
        <p:spPr>
          <a:xfrm>
            <a:off x="2197303" y="3493008"/>
            <a:ext cx="83591" cy="202997"/>
          </a:xfrm>
          <a:prstGeom prst="rect">
            <a:avLst/>
          </a:prstGeom>
          <a:solidFill>
            <a:srgbClr val="0D8D56"/>
          </a:solidFill>
          <a:ln>
            <a:noFill/>
          </a:ln>
        </p:spPr>
        <p:txBody>
          <a:bodyPr/>
          <a:lstStyle/>
          <a:p>
            <a:endParaRPr lang="uk-UA"/>
          </a:p>
        </p:txBody>
      </p:sp>
      <p:sp>
        <p:nvSpPr>
          <p:cNvPr id="963" name="shape963"/>
          <p:cNvSpPr/>
          <p:nvPr/>
        </p:nvSpPr>
        <p:spPr>
          <a:xfrm>
            <a:off x="2279066" y="3493008"/>
            <a:ext cx="83591" cy="202997"/>
          </a:xfrm>
          <a:prstGeom prst="rect">
            <a:avLst/>
          </a:prstGeom>
          <a:solidFill>
            <a:srgbClr val="0D8D56"/>
          </a:solidFill>
          <a:ln>
            <a:noFill/>
          </a:ln>
        </p:spPr>
        <p:txBody>
          <a:bodyPr/>
          <a:lstStyle/>
          <a:p>
            <a:endParaRPr lang="uk-UA"/>
          </a:p>
        </p:txBody>
      </p:sp>
      <p:sp>
        <p:nvSpPr>
          <p:cNvPr id="964" name="shape964"/>
          <p:cNvSpPr/>
          <p:nvPr/>
        </p:nvSpPr>
        <p:spPr>
          <a:xfrm>
            <a:off x="2360828" y="3493008"/>
            <a:ext cx="83591" cy="202997"/>
          </a:xfrm>
          <a:prstGeom prst="rect">
            <a:avLst/>
          </a:prstGeom>
          <a:solidFill>
            <a:srgbClr val="0D8D56"/>
          </a:solidFill>
          <a:ln>
            <a:noFill/>
          </a:ln>
        </p:spPr>
        <p:txBody>
          <a:bodyPr/>
          <a:lstStyle/>
          <a:p>
            <a:endParaRPr lang="uk-UA"/>
          </a:p>
        </p:txBody>
      </p:sp>
      <p:sp>
        <p:nvSpPr>
          <p:cNvPr id="965" name="shape965"/>
          <p:cNvSpPr/>
          <p:nvPr/>
        </p:nvSpPr>
        <p:spPr>
          <a:xfrm>
            <a:off x="2442591" y="3493008"/>
            <a:ext cx="83591" cy="202997"/>
          </a:xfrm>
          <a:prstGeom prst="rect">
            <a:avLst/>
          </a:prstGeom>
          <a:solidFill>
            <a:srgbClr val="0D8D56"/>
          </a:solidFill>
          <a:ln>
            <a:noFill/>
          </a:ln>
        </p:spPr>
        <p:txBody>
          <a:bodyPr/>
          <a:lstStyle/>
          <a:p>
            <a:endParaRPr lang="uk-UA"/>
          </a:p>
        </p:txBody>
      </p:sp>
      <p:sp>
        <p:nvSpPr>
          <p:cNvPr id="966" name="shape966"/>
          <p:cNvSpPr/>
          <p:nvPr/>
        </p:nvSpPr>
        <p:spPr>
          <a:xfrm>
            <a:off x="2524354" y="3493008"/>
            <a:ext cx="83591" cy="202997"/>
          </a:xfrm>
          <a:prstGeom prst="rect">
            <a:avLst/>
          </a:prstGeom>
          <a:solidFill>
            <a:srgbClr val="0D8D56"/>
          </a:solidFill>
          <a:ln>
            <a:noFill/>
          </a:ln>
        </p:spPr>
        <p:txBody>
          <a:bodyPr/>
          <a:lstStyle/>
          <a:p>
            <a:endParaRPr lang="uk-UA"/>
          </a:p>
        </p:txBody>
      </p:sp>
      <p:sp>
        <p:nvSpPr>
          <p:cNvPr id="967" name="shape967"/>
          <p:cNvSpPr/>
          <p:nvPr/>
        </p:nvSpPr>
        <p:spPr>
          <a:xfrm>
            <a:off x="2606116" y="3493008"/>
            <a:ext cx="83591" cy="202997"/>
          </a:xfrm>
          <a:prstGeom prst="rect">
            <a:avLst/>
          </a:prstGeom>
          <a:solidFill>
            <a:srgbClr val="0D8D56"/>
          </a:solidFill>
          <a:ln>
            <a:noFill/>
          </a:ln>
        </p:spPr>
        <p:txBody>
          <a:bodyPr/>
          <a:lstStyle/>
          <a:p>
            <a:endParaRPr lang="uk-UA"/>
          </a:p>
        </p:txBody>
      </p:sp>
      <p:sp>
        <p:nvSpPr>
          <p:cNvPr id="968" name="shape968"/>
          <p:cNvSpPr/>
          <p:nvPr/>
        </p:nvSpPr>
        <p:spPr>
          <a:xfrm>
            <a:off x="2687879" y="3493008"/>
            <a:ext cx="83591" cy="202997"/>
          </a:xfrm>
          <a:prstGeom prst="rect">
            <a:avLst/>
          </a:prstGeom>
          <a:solidFill>
            <a:srgbClr val="0D8D56"/>
          </a:solidFill>
          <a:ln>
            <a:noFill/>
          </a:ln>
        </p:spPr>
        <p:txBody>
          <a:bodyPr/>
          <a:lstStyle/>
          <a:p>
            <a:endParaRPr lang="uk-UA"/>
          </a:p>
        </p:txBody>
      </p:sp>
      <p:sp>
        <p:nvSpPr>
          <p:cNvPr id="969" name="shape969"/>
          <p:cNvSpPr/>
          <p:nvPr/>
        </p:nvSpPr>
        <p:spPr>
          <a:xfrm>
            <a:off x="2769641" y="3493008"/>
            <a:ext cx="83591" cy="202997"/>
          </a:xfrm>
          <a:prstGeom prst="rect">
            <a:avLst/>
          </a:prstGeom>
          <a:solidFill>
            <a:srgbClr val="0D8D56"/>
          </a:solidFill>
          <a:ln>
            <a:noFill/>
          </a:ln>
        </p:spPr>
        <p:txBody>
          <a:bodyPr/>
          <a:lstStyle/>
          <a:p>
            <a:endParaRPr lang="uk-UA"/>
          </a:p>
        </p:txBody>
      </p:sp>
      <p:sp>
        <p:nvSpPr>
          <p:cNvPr id="970" name="shape970"/>
          <p:cNvSpPr/>
          <p:nvPr/>
        </p:nvSpPr>
        <p:spPr>
          <a:xfrm>
            <a:off x="2851404" y="3493008"/>
            <a:ext cx="83591" cy="202997"/>
          </a:xfrm>
          <a:prstGeom prst="rect">
            <a:avLst/>
          </a:prstGeom>
          <a:solidFill>
            <a:srgbClr val="0D8D56"/>
          </a:solidFill>
          <a:ln>
            <a:noFill/>
          </a:ln>
        </p:spPr>
        <p:txBody>
          <a:bodyPr/>
          <a:lstStyle/>
          <a:p>
            <a:endParaRPr lang="uk-UA"/>
          </a:p>
        </p:txBody>
      </p:sp>
      <p:sp>
        <p:nvSpPr>
          <p:cNvPr id="971" name="shape971"/>
          <p:cNvSpPr/>
          <p:nvPr/>
        </p:nvSpPr>
        <p:spPr>
          <a:xfrm>
            <a:off x="2933167" y="3493008"/>
            <a:ext cx="83591" cy="202997"/>
          </a:xfrm>
          <a:prstGeom prst="rect">
            <a:avLst/>
          </a:prstGeom>
          <a:solidFill>
            <a:srgbClr val="0D8D56"/>
          </a:solidFill>
          <a:ln>
            <a:noFill/>
          </a:ln>
        </p:spPr>
        <p:txBody>
          <a:bodyPr/>
          <a:lstStyle/>
          <a:p>
            <a:endParaRPr lang="uk-UA"/>
          </a:p>
        </p:txBody>
      </p:sp>
      <p:sp>
        <p:nvSpPr>
          <p:cNvPr id="972" name="shape972"/>
          <p:cNvSpPr/>
          <p:nvPr/>
        </p:nvSpPr>
        <p:spPr>
          <a:xfrm>
            <a:off x="3014929" y="3493008"/>
            <a:ext cx="83591" cy="202997"/>
          </a:xfrm>
          <a:prstGeom prst="rect">
            <a:avLst/>
          </a:prstGeom>
          <a:solidFill>
            <a:srgbClr val="0D8D56"/>
          </a:solidFill>
          <a:ln>
            <a:noFill/>
          </a:ln>
        </p:spPr>
        <p:txBody>
          <a:bodyPr/>
          <a:lstStyle/>
          <a:p>
            <a:endParaRPr lang="uk-UA"/>
          </a:p>
        </p:txBody>
      </p:sp>
      <p:sp>
        <p:nvSpPr>
          <p:cNvPr id="973" name="shape973"/>
          <p:cNvSpPr/>
          <p:nvPr/>
        </p:nvSpPr>
        <p:spPr>
          <a:xfrm>
            <a:off x="3096692" y="3493008"/>
            <a:ext cx="83591" cy="202997"/>
          </a:xfrm>
          <a:prstGeom prst="rect">
            <a:avLst/>
          </a:prstGeom>
          <a:solidFill>
            <a:srgbClr val="0D8D56"/>
          </a:solidFill>
          <a:ln>
            <a:noFill/>
          </a:ln>
        </p:spPr>
        <p:txBody>
          <a:bodyPr/>
          <a:lstStyle/>
          <a:p>
            <a:endParaRPr lang="uk-UA"/>
          </a:p>
        </p:txBody>
      </p:sp>
      <p:sp>
        <p:nvSpPr>
          <p:cNvPr id="974" name="shape974"/>
          <p:cNvSpPr/>
          <p:nvPr/>
        </p:nvSpPr>
        <p:spPr>
          <a:xfrm>
            <a:off x="3178454" y="3493008"/>
            <a:ext cx="83591" cy="202997"/>
          </a:xfrm>
          <a:prstGeom prst="rect">
            <a:avLst/>
          </a:prstGeom>
          <a:solidFill>
            <a:srgbClr val="0D8D56"/>
          </a:solidFill>
          <a:ln>
            <a:noFill/>
          </a:ln>
        </p:spPr>
        <p:txBody>
          <a:bodyPr/>
          <a:lstStyle/>
          <a:p>
            <a:endParaRPr lang="uk-UA"/>
          </a:p>
        </p:txBody>
      </p:sp>
      <p:sp>
        <p:nvSpPr>
          <p:cNvPr id="975" name="shape975"/>
          <p:cNvSpPr/>
          <p:nvPr/>
        </p:nvSpPr>
        <p:spPr>
          <a:xfrm>
            <a:off x="3260217" y="3493008"/>
            <a:ext cx="83591" cy="202997"/>
          </a:xfrm>
          <a:prstGeom prst="rect">
            <a:avLst/>
          </a:prstGeom>
          <a:solidFill>
            <a:srgbClr val="0D8D56"/>
          </a:solidFill>
          <a:ln>
            <a:noFill/>
          </a:ln>
        </p:spPr>
        <p:txBody>
          <a:bodyPr/>
          <a:lstStyle/>
          <a:p>
            <a:endParaRPr lang="uk-UA"/>
          </a:p>
        </p:txBody>
      </p:sp>
      <p:sp>
        <p:nvSpPr>
          <p:cNvPr id="976" name="shape976"/>
          <p:cNvSpPr/>
          <p:nvPr/>
        </p:nvSpPr>
        <p:spPr>
          <a:xfrm>
            <a:off x="3341980" y="3493008"/>
            <a:ext cx="83591" cy="202997"/>
          </a:xfrm>
          <a:prstGeom prst="rect">
            <a:avLst/>
          </a:prstGeom>
          <a:solidFill>
            <a:srgbClr val="0D8D56"/>
          </a:solidFill>
          <a:ln>
            <a:noFill/>
          </a:ln>
        </p:spPr>
        <p:txBody>
          <a:bodyPr/>
          <a:lstStyle/>
          <a:p>
            <a:endParaRPr lang="uk-UA"/>
          </a:p>
        </p:txBody>
      </p:sp>
      <p:sp>
        <p:nvSpPr>
          <p:cNvPr id="977" name="shape977"/>
          <p:cNvSpPr/>
          <p:nvPr/>
        </p:nvSpPr>
        <p:spPr>
          <a:xfrm>
            <a:off x="3423742" y="3493008"/>
            <a:ext cx="83591" cy="202997"/>
          </a:xfrm>
          <a:prstGeom prst="rect">
            <a:avLst/>
          </a:prstGeom>
          <a:solidFill>
            <a:srgbClr val="0D8D56"/>
          </a:solidFill>
          <a:ln>
            <a:noFill/>
          </a:ln>
        </p:spPr>
        <p:txBody>
          <a:bodyPr/>
          <a:lstStyle/>
          <a:p>
            <a:endParaRPr lang="uk-UA"/>
          </a:p>
        </p:txBody>
      </p:sp>
      <p:sp>
        <p:nvSpPr>
          <p:cNvPr id="978" name="shape978"/>
          <p:cNvSpPr/>
          <p:nvPr/>
        </p:nvSpPr>
        <p:spPr>
          <a:xfrm>
            <a:off x="3505505" y="3493008"/>
            <a:ext cx="83591" cy="202997"/>
          </a:xfrm>
          <a:prstGeom prst="rect">
            <a:avLst/>
          </a:prstGeom>
          <a:solidFill>
            <a:srgbClr val="0D8D56"/>
          </a:solidFill>
          <a:ln>
            <a:noFill/>
          </a:ln>
        </p:spPr>
        <p:txBody>
          <a:bodyPr/>
          <a:lstStyle/>
          <a:p>
            <a:endParaRPr lang="uk-UA"/>
          </a:p>
        </p:txBody>
      </p:sp>
      <p:sp>
        <p:nvSpPr>
          <p:cNvPr id="979" name="shape979"/>
          <p:cNvSpPr/>
          <p:nvPr/>
        </p:nvSpPr>
        <p:spPr>
          <a:xfrm>
            <a:off x="3587267" y="3493008"/>
            <a:ext cx="83591" cy="202997"/>
          </a:xfrm>
          <a:prstGeom prst="rect">
            <a:avLst/>
          </a:prstGeom>
          <a:solidFill>
            <a:srgbClr val="0D8D56"/>
          </a:solidFill>
          <a:ln>
            <a:noFill/>
          </a:ln>
        </p:spPr>
        <p:txBody>
          <a:bodyPr/>
          <a:lstStyle/>
          <a:p>
            <a:endParaRPr lang="uk-UA"/>
          </a:p>
        </p:txBody>
      </p:sp>
      <p:sp>
        <p:nvSpPr>
          <p:cNvPr id="980" name="shape980"/>
          <p:cNvSpPr/>
          <p:nvPr/>
        </p:nvSpPr>
        <p:spPr>
          <a:xfrm>
            <a:off x="3669030" y="3493008"/>
            <a:ext cx="83591" cy="202997"/>
          </a:xfrm>
          <a:prstGeom prst="rect">
            <a:avLst/>
          </a:prstGeom>
          <a:solidFill>
            <a:srgbClr val="0D8D56"/>
          </a:solidFill>
          <a:ln>
            <a:noFill/>
          </a:ln>
        </p:spPr>
        <p:txBody>
          <a:bodyPr/>
          <a:lstStyle/>
          <a:p>
            <a:endParaRPr lang="uk-UA"/>
          </a:p>
        </p:txBody>
      </p:sp>
      <p:sp>
        <p:nvSpPr>
          <p:cNvPr id="981" name="shape981"/>
          <p:cNvSpPr/>
          <p:nvPr/>
        </p:nvSpPr>
        <p:spPr>
          <a:xfrm>
            <a:off x="3750793" y="3493008"/>
            <a:ext cx="83591" cy="202997"/>
          </a:xfrm>
          <a:prstGeom prst="rect">
            <a:avLst/>
          </a:prstGeom>
          <a:solidFill>
            <a:srgbClr val="0D8D56"/>
          </a:solidFill>
          <a:ln>
            <a:noFill/>
          </a:ln>
        </p:spPr>
        <p:txBody>
          <a:bodyPr/>
          <a:lstStyle/>
          <a:p>
            <a:endParaRPr lang="uk-UA"/>
          </a:p>
        </p:txBody>
      </p:sp>
      <p:sp>
        <p:nvSpPr>
          <p:cNvPr id="982" name="shape982"/>
          <p:cNvSpPr/>
          <p:nvPr/>
        </p:nvSpPr>
        <p:spPr>
          <a:xfrm>
            <a:off x="3832555" y="3493008"/>
            <a:ext cx="83591" cy="202997"/>
          </a:xfrm>
          <a:prstGeom prst="rect">
            <a:avLst/>
          </a:prstGeom>
          <a:solidFill>
            <a:srgbClr val="0D8D56"/>
          </a:solidFill>
          <a:ln>
            <a:noFill/>
          </a:ln>
        </p:spPr>
        <p:txBody>
          <a:bodyPr/>
          <a:lstStyle/>
          <a:p>
            <a:endParaRPr lang="uk-UA"/>
          </a:p>
        </p:txBody>
      </p:sp>
      <p:sp>
        <p:nvSpPr>
          <p:cNvPr id="983" name="shape983"/>
          <p:cNvSpPr/>
          <p:nvPr/>
        </p:nvSpPr>
        <p:spPr>
          <a:xfrm>
            <a:off x="3914318" y="3493008"/>
            <a:ext cx="83591" cy="202997"/>
          </a:xfrm>
          <a:prstGeom prst="rect">
            <a:avLst/>
          </a:prstGeom>
          <a:solidFill>
            <a:srgbClr val="0D8D56"/>
          </a:solidFill>
          <a:ln>
            <a:noFill/>
          </a:ln>
        </p:spPr>
        <p:txBody>
          <a:bodyPr/>
          <a:lstStyle/>
          <a:p>
            <a:endParaRPr lang="uk-UA"/>
          </a:p>
        </p:txBody>
      </p:sp>
      <p:sp>
        <p:nvSpPr>
          <p:cNvPr id="984" name="shape984"/>
          <p:cNvSpPr/>
          <p:nvPr/>
        </p:nvSpPr>
        <p:spPr>
          <a:xfrm>
            <a:off x="3996080" y="3493008"/>
            <a:ext cx="83591" cy="202997"/>
          </a:xfrm>
          <a:prstGeom prst="rect">
            <a:avLst/>
          </a:prstGeom>
          <a:solidFill>
            <a:srgbClr val="0D8D56"/>
          </a:solidFill>
          <a:ln>
            <a:noFill/>
          </a:ln>
        </p:spPr>
        <p:txBody>
          <a:bodyPr/>
          <a:lstStyle/>
          <a:p>
            <a:endParaRPr lang="uk-UA"/>
          </a:p>
        </p:txBody>
      </p:sp>
      <p:sp>
        <p:nvSpPr>
          <p:cNvPr id="985" name="shape985"/>
          <p:cNvSpPr/>
          <p:nvPr/>
        </p:nvSpPr>
        <p:spPr>
          <a:xfrm>
            <a:off x="4077843" y="3493008"/>
            <a:ext cx="83591" cy="202997"/>
          </a:xfrm>
          <a:prstGeom prst="rect">
            <a:avLst/>
          </a:prstGeom>
          <a:solidFill>
            <a:srgbClr val="0D8D56"/>
          </a:solidFill>
          <a:ln>
            <a:noFill/>
          </a:ln>
        </p:spPr>
        <p:txBody>
          <a:bodyPr/>
          <a:lstStyle/>
          <a:p>
            <a:endParaRPr lang="uk-UA"/>
          </a:p>
        </p:txBody>
      </p:sp>
      <p:sp>
        <p:nvSpPr>
          <p:cNvPr id="986" name="shape986"/>
          <p:cNvSpPr/>
          <p:nvPr/>
        </p:nvSpPr>
        <p:spPr>
          <a:xfrm>
            <a:off x="4159606" y="3493008"/>
            <a:ext cx="83591" cy="202997"/>
          </a:xfrm>
          <a:prstGeom prst="rect">
            <a:avLst/>
          </a:prstGeom>
          <a:solidFill>
            <a:srgbClr val="0D8D56"/>
          </a:solidFill>
          <a:ln>
            <a:noFill/>
          </a:ln>
        </p:spPr>
        <p:txBody>
          <a:bodyPr/>
          <a:lstStyle/>
          <a:p>
            <a:endParaRPr lang="uk-UA"/>
          </a:p>
        </p:txBody>
      </p:sp>
      <p:sp>
        <p:nvSpPr>
          <p:cNvPr id="987" name="shape987"/>
          <p:cNvSpPr/>
          <p:nvPr/>
        </p:nvSpPr>
        <p:spPr>
          <a:xfrm>
            <a:off x="4241368" y="3493008"/>
            <a:ext cx="83591" cy="202997"/>
          </a:xfrm>
          <a:prstGeom prst="rect">
            <a:avLst/>
          </a:prstGeom>
          <a:solidFill>
            <a:srgbClr val="0D8D56"/>
          </a:solidFill>
          <a:ln>
            <a:noFill/>
          </a:ln>
        </p:spPr>
        <p:txBody>
          <a:bodyPr/>
          <a:lstStyle/>
          <a:p>
            <a:endParaRPr lang="uk-UA"/>
          </a:p>
        </p:txBody>
      </p:sp>
      <p:sp>
        <p:nvSpPr>
          <p:cNvPr id="988" name="shape988"/>
          <p:cNvSpPr/>
          <p:nvPr/>
        </p:nvSpPr>
        <p:spPr>
          <a:xfrm>
            <a:off x="4323131" y="3493008"/>
            <a:ext cx="83591" cy="202997"/>
          </a:xfrm>
          <a:prstGeom prst="rect">
            <a:avLst/>
          </a:prstGeom>
          <a:solidFill>
            <a:srgbClr val="0D8D56"/>
          </a:solidFill>
          <a:ln>
            <a:noFill/>
          </a:ln>
        </p:spPr>
        <p:txBody>
          <a:bodyPr/>
          <a:lstStyle/>
          <a:p>
            <a:endParaRPr lang="uk-UA"/>
          </a:p>
        </p:txBody>
      </p:sp>
      <p:sp>
        <p:nvSpPr>
          <p:cNvPr id="989" name="shape989"/>
          <p:cNvSpPr/>
          <p:nvPr/>
        </p:nvSpPr>
        <p:spPr>
          <a:xfrm>
            <a:off x="4404893" y="3493008"/>
            <a:ext cx="83591" cy="202997"/>
          </a:xfrm>
          <a:prstGeom prst="rect">
            <a:avLst/>
          </a:prstGeom>
          <a:solidFill>
            <a:srgbClr val="0D8D56"/>
          </a:solidFill>
          <a:ln>
            <a:noFill/>
          </a:ln>
        </p:spPr>
        <p:txBody>
          <a:bodyPr/>
          <a:lstStyle/>
          <a:p>
            <a:endParaRPr lang="uk-UA"/>
          </a:p>
        </p:txBody>
      </p:sp>
      <p:sp>
        <p:nvSpPr>
          <p:cNvPr id="990" name="shape990"/>
          <p:cNvSpPr/>
          <p:nvPr/>
        </p:nvSpPr>
        <p:spPr>
          <a:xfrm>
            <a:off x="4486656" y="3493008"/>
            <a:ext cx="83591" cy="202997"/>
          </a:xfrm>
          <a:prstGeom prst="rect">
            <a:avLst/>
          </a:prstGeom>
          <a:solidFill>
            <a:srgbClr val="0D8D56"/>
          </a:solidFill>
          <a:ln>
            <a:noFill/>
          </a:ln>
        </p:spPr>
        <p:txBody>
          <a:bodyPr/>
          <a:lstStyle/>
          <a:p>
            <a:endParaRPr lang="uk-UA"/>
          </a:p>
        </p:txBody>
      </p:sp>
      <p:sp>
        <p:nvSpPr>
          <p:cNvPr id="991" name="shape991"/>
          <p:cNvSpPr/>
          <p:nvPr/>
        </p:nvSpPr>
        <p:spPr>
          <a:xfrm>
            <a:off x="4568419" y="3493008"/>
            <a:ext cx="83591" cy="202997"/>
          </a:xfrm>
          <a:prstGeom prst="rect">
            <a:avLst/>
          </a:prstGeom>
          <a:solidFill>
            <a:srgbClr val="0D8D56"/>
          </a:solidFill>
          <a:ln>
            <a:noFill/>
          </a:ln>
        </p:spPr>
        <p:txBody>
          <a:bodyPr/>
          <a:lstStyle/>
          <a:p>
            <a:endParaRPr lang="uk-UA"/>
          </a:p>
        </p:txBody>
      </p:sp>
      <p:sp>
        <p:nvSpPr>
          <p:cNvPr id="992" name="shape992"/>
          <p:cNvSpPr/>
          <p:nvPr/>
        </p:nvSpPr>
        <p:spPr>
          <a:xfrm>
            <a:off x="4650181" y="3493008"/>
            <a:ext cx="83591" cy="202997"/>
          </a:xfrm>
          <a:prstGeom prst="rect">
            <a:avLst/>
          </a:prstGeom>
          <a:solidFill>
            <a:srgbClr val="0D8D56"/>
          </a:solidFill>
          <a:ln>
            <a:noFill/>
          </a:ln>
        </p:spPr>
        <p:txBody>
          <a:bodyPr/>
          <a:lstStyle/>
          <a:p>
            <a:endParaRPr lang="uk-UA"/>
          </a:p>
        </p:txBody>
      </p:sp>
      <p:sp>
        <p:nvSpPr>
          <p:cNvPr id="993" name="shape993"/>
          <p:cNvSpPr/>
          <p:nvPr/>
        </p:nvSpPr>
        <p:spPr>
          <a:xfrm>
            <a:off x="4731944" y="3493008"/>
            <a:ext cx="83591" cy="202997"/>
          </a:xfrm>
          <a:prstGeom prst="rect">
            <a:avLst/>
          </a:prstGeom>
          <a:solidFill>
            <a:srgbClr val="0D8D56"/>
          </a:solidFill>
          <a:ln>
            <a:noFill/>
          </a:ln>
        </p:spPr>
        <p:txBody>
          <a:bodyPr/>
          <a:lstStyle/>
          <a:p>
            <a:endParaRPr lang="uk-UA"/>
          </a:p>
        </p:txBody>
      </p:sp>
      <p:sp>
        <p:nvSpPr>
          <p:cNvPr id="994" name="shape994"/>
          <p:cNvSpPr/>
          <p:nvPr/>
        </p:nvSpPr>
        <p:spPr>
          <a:xfrm>
            <a:off x="4813706" y="3493008"/>
            <a:ext cx="83591" cy="202997"/>
          </a:xfrm>
          <a:prstGeom prst="rect">
            <a:avLst/>
          </a:prstGeom>
          <a:solidFill>
            <a:srgbClr val="0D8D56"/>
          </a:solidFill>
          <a:ln>
            <a:noFill/>
          </a:ln>
        </p:spPr>
        <p:txBody>
          <a:bodyPr/>
          <a:lstStyle/>
          <a:p>
            <a:endParaRPr lang="uk-UA"/>
          </a:p>
        </p:txBody>
      </p:sp>
      <p:sp>
        <p:nvSpPr>
          <p:cNvPr id="995" name="shape995"/>
          <p:cNvSpPr/>
          <p:nvPr/>
        </p:nvSpPr>
        <p:spPr>
          <a:xfrm>
            <a:off x="4895469" y="3493008"/>
            <a:ext cx="83591" cy="202997"/>
          </a:xfrm>
          <a:prstGeom prst="rect">
            <a:avLst/>
          </a:prstGeom>
          <a:solidFill>
            <a:srgbClr val="0D8D56"/>
          </a:solidFill>
          <a:ln>
            <a:noFill/>
          </a:ln>
        </p:spPr>
        <p:txBody>
          <a:bodyPr/>
          <a:lstStyle/>
          <a:p>
            <a:endParaRPr lang="uk-UA"/>
          </a:p>
        </p:txBody>
      </p:sp>
      <p:sp>
        <p:nvSpPr>
          <p:cNvPr id="996" name="shape996"/>
          <p:cNvSpPr/>
          <p:nvPr/>
        </p:nvSpPr>
        <p:spPr>
          <a:xfrm>
            <a:off x="4977232" y="3493008"/>
            <a:ext cx="83591" cy="202997"/>
          </a:xfrm>
          <a:prstGeom prst="rect">
            <a:avLst/>
          </a:prstGeom>
          <a:solidFill>
            <a:srgbClr val="0D8D56"/>
          </a:solidFill>
          <a:ln>
            <a:noFill/>
          </a:ln>
        </p:spPr>
        <p:txBody>
          <a:bodyPr/>
          <a:lstStyle/>
          <a:p>
            <a:endParaRPr lang="uk-UA"/>
          </a:p>
        </p:txBody>
      </p:sp>
      <p:sp>
        <p:nvSpPr>
          <p:cNvPr id="997" name="shape997"/>
          <p:cNvSpPr/>
          <p:nvPr/>
        </p:nvSpPr>
        <p:spPr>
          <a:xfrm>
            <a:off x="5058994" y="3493008"/>
            <a:ext cx="83591" cy="202997"/>
          </a:xfrm>
          <a:prstGeom prst="rect">
            <a:avLst/>
          </a:prstGeom>
          <a:solidFill>
            <a:srgbClr val="0D8D56"/>
          </a:solidFill>
          <a:ln>
            <a:noFill/>
          </a:ln>
        </p:spPr>
        <p:txBody>
          <a:bodyPr/>
          <a:lstStyle/>
          <a:p>
            <a:endParaRPr lang="uk-UA"/>
          </a:p>
        </p:txBody>
      </p:sp>
      <p:sp>
        <p:nvSpPr>
          <p:cNvPr id="998" name="shape998"/>
          <p:cNvSpPr/>
          <p:nvPr/>
        </p:nvSpPr>
        <p:spPr>
          <a:xfrm>
            <a:off x="5140757" y="3493008"/>
            <a:ext cx="83591" cy="202997"/>
          </a:xfrm>
          <a:prstGeom prst="rect">
            <a:avLst/>
          </a:prstGeom>
          <a:solidFill>
            <a:srgbClr val="0D8D56"/>
          </a:solidFill>
          <a:ln>
            <a:noFill/>
          </a:ln>
        </p:spPr>
        <p:txBody>
          <a:bodyPr/>
          <a:lstStyle/>
          <a:p>
            <a:endParaRPr lang="uk-UA"/>
          </a:p>
        </p:txBody>
      </p:sp>
      <p:sp>
        <p:nvSpPr>
          <p:cNvPr id="999" name="shape999"/>
          <p:cNvSpPr/>
          <p:nvPr/>
        </p:nvSpPr>
        <p:spPr>
          <a:xfrm>
            <a:off x="5222519" y="3493008"/>
            <a:ext cx="83591" cy="202997"/>
          </a:xfrm>
          <a:prstGeom prst="rect">
            <a:avLst/>
          </a:prstGeom>
          <a:solidFill>
            <a:srgbClr val="0D8D56"/>
          </a:solidFill>
          <a:ln>
            <a:noFill/>
          </a:ln>
        </p:spPr>
        <p:txBody>
          <a:bodyPr/>
          <a:lstStyle/>
          <a:p>
            <a:endParaRPr lang="uk-UA"/>
          </a:p>
        </p:txBody>
      </p:sp>
      <p:sp>
        <p:nvSpPr>
          <p:cNvPr id="1000" name="shape1000"/>
          <p:cNvSpPr/>
          <p:nvPr/>
        </p:nvSpPr>
        <p:spPr>
          <a:xfrm>
            <a:off x="5304282" y="3493008"/>
            <a:ext cx="83591" cy="202997"/>
          </a:xfrm>
          <a:prstGeom prst="rect">
            <a:avLst/>
          </a:prstGeom>
          <a:solidFill>
            <a:srgbClr val="0D8D56"/>
          </a:solidFill>
          <a:ln>
            <a:noFill/>
          </a:ln>
        </p:spPr>
        <p:txBody>
          <a:bodyPr/>
          <a:lstStyle/>
          <a:p>
            <a:endParaRPr lang="uk-UA"/>
          </a:p>
        </p:txBody>
      </p:sp>
      <p:sp>
        <p:nvSpPr>
          <p:cNvPr id="1001" name="shape1001"/>
          <p:cNvSpPr/>
          <p:nvPr/>
        </p:nvSpPr>
        <p:spPr>
          <a:xfrm>
            <a:off x="5386045" y="3493008"/>
            <a:ext cx="83591" cy="202997"/>
          </a:xfrm>
          <a:prstGeom prst="rect">
            <a:avLst/>
          </a:prstGeom>
          <a:solidFill>
            <a:srgbClr val="0D8D56"/>
          </a:solidFill>
          <a:ln>
            <a:noFill/>
          </a:ln>
        </p:spPr>
        <p:txBody>
          <a:bodyPr/>
          <a:lstStyle/>
          <a:p>
            <a:endParaRPr lang="uk-UA"/>
          </a:p>
        </p:txBody>
      </p:sp>
      <p:sp>
        <p:nvSpPr>
          <p:cNvPr id="1002" name="shape1002"/>
          <p:cNvSpPr/>
          <p:nvPr/>
        </p:nvSpPr>
        <p:spPr>
          <a:xfrm>
            <a:off x="5467807" y="3493008"/>
            <a:ext cx="83591" cy="202997"/>
          </a:xfrm>
          <a:prstGeom prst="rect">
            <a:avLst/>
          </a:prstGeom>
          <a:solidFill>
            <a:srgbClr val="0D8D56"/>
          </a:solidFill>
          <a:ln>
            <a:noFill/>
          </a:ln>
        </p:spPr>
        <p:txBody>
          <a:bodyPr/>
          <a:lstStyle/>
          <a:p>
            <a:endParaRPr lang="uk-UA"/>
          </a:p>
        </p:txBody>
      </p:sp>
      <p:sp>
        <p:nvSpPr>
          <p:cNvPr id="1003" name="shape1003"/>
          <p:cNvSpPr/>
          <p:nvPr/>
        </p:nvSpPr>
        <p:spPr>
          <a:xfrm>
            <a:off x="5549570" y="3493008"/>
            <a:ext cx="83591" cy="202997"/>
          </a:xfrm>
          <a:prstGeom prst="rect">
            <a:avLst/>
          </a:prstGeom>
          <a:solidFill>
            <a:srgbClr val="0D8D56"/>
          </a:solidFill>
          <a:ln>
            <a:noFill/>
          </a:ln>
        </p:spPr>
        <p:txBody>
          <a:bodyPr/>
          <a:lstStyle/>
          <a:p>
            <a:endParaRPr lang="uk-UA"/>
          </a:p>
        </p:txBody>
      </p:sp>
      <p:sp>
        <p:nvSpPr>
          <p:cNvPr id="1004" name="shape1004"/>
          <p:cNvSpPr/>
          <p:nvPr/>
        </p:nvSpPr>
        <p:spPr>
          <a:xfrm>
            <a:off x="5631332" y="3493008"/>
            <a:ext cx="83591" cy="202997"/>
          </a:xfrm>
          <a:prstGeom prst="rect">
            <a:avLst/>
          </a:prstGeom>
          <a:solidFill>
            <a:srgbClr val="0D8D56"/>
          </a:solidFill>
          <a:ln>
            <a:noFill/>
          </a:ln>
        </p:spPr>
        <p:txBody>
          <a:bodyPr/>
          <a:lstStyle/>
          <a:p>
            <a:endParaRPr lang="uk-UA"/>
          </a:p>
        </p:txBody>
      </p:sp>
      <p:sp>
        <p:nvSpPr>
          <p:cNvPr id="1005" name="shape1005"/>
          <p:cNvSpPr/>
          <p:nvPr/>
        </p:nvSpPr>
        <p:spPr>
          <a:xfrm>
            <a:off x="5713095" y="3493008"/>
            <a:ext cx="83591" cy="202997"/>
          </a:xfrm>
          <a:prstGeom prst="rect">
            <a:avLst/>
          </a:prstGeom>
          <a:solidFill>
            <a:srgbClr val="0D8D56"/>
          </a:solidFill>
          <a:ln>
            <a:noFill/>
          </a:ln>
        </p:spPr>
        <p:txBody>
          <a:bodyPr/>
          <a:lstStyle/>
          <a:p>
            <a:endParaRPr lang="uk-UA"/>
          </a:p>
        </p:txBody>
      </p:sp>
      <p:sp>
        <p:nvSpPr>
          <p:cNvPr id="1006" name="shape1006"/>
          <p:cNvSpPr/>
          <p:nvPr/>
        </p:nvSpPr>
        <p:spPr>
          <a:xfrm>
            <a:off x="5794858" y="3493008"/>
            <a:ext cx="83591" cy="202997"/>
          </a:xfrm>
          <a:prstGeom prst="rect">
            <a:avLst/>
          </a:prstGeom>
          <a:solidFill>
            <a:srgbClr val="0D8D56"/>
          </a:solidFill>
          <a:ln>
            <a:noFill/>
          </a:ln>
        </p:spPr>
        <p:txBody>
          <a:bodyPr/>
          <a:lstStyle/>
          <a:p>
            <a:endParaRPr lang="uk-UA"/>
          </a:p>
        </p:txBody>
      </p:sp>
      <p:sp>
        <p:nvSpPr>
          <p:cNvPr id="1007" name="shape1007"/>
          <p:cNvSpPr/>
          <p:nvPr/>
        </p:nvSpPr>
        <p:spPr>
          <a:xfrm>
            <a:off x="5876620" y="3493008"/>
            <a:ext cx="83591" cy="202997"/>
          </a:xfrm>
          <a:prstGeom prst="rect">
            <a:avLst/>
          </a:prstGeom>
          <a:solidFill>
            <a:srgbClr val="0D8D56"/>
          </a:solidFill>
          <a:ln>
            <a:noFill/>
          </a:ln>
        </p:spPr>
        <p:txBody>
          <a:bodyPr/>
          <a:lstStyle/>
          <a:p>
            <a:endParaRPr lang="uk-UA"/>
          </a:p>
        </p:txBody>
      </p:sp>
      <p:sp>
        <p:nvSpPr>
          <p:cNvPr id="1008" name="shape1008"/>
          <p:cNvSpPr/>
          <p:nvPr/>
        </p:nvSpPr>
        <p:spPr>
          <a:xfrm>
            <a:off x="5958383" y="3493008"/>
            <a:ext cx="83591" cy="202997"/>
          </a:xfrm>
          <a:prstGeom prst="rect">
            <a:avLst/>
          </a:prstGeom>
          <a:solidFill>
            <a:srgbClr val="0D8D56"/>
          </a:solidFill>
          <a:ln>
            <a:noFill/>
          </a:ln>
        </p:spPr>
        <p:txBody>
          <a:bodyPr/>
          <a:lstStyle/>
          <a:p>
            <a:endParaRPr lang="uk-UA"/>
          </a:p>
        </p:txBody>
      </p:sp>
      <p:sp>
        <p:nvSpPr>
          <p:cNvPr id="1009" name="shape1009"/>
          <p:cNvSpPr/>
          <p:nvPr/>
        </p:nvSpPr>
        <p:spPr>
          <a:xfrm>
            <a:off x="6040145" y="3493008"/>
            <a:ext cx="83591" cy="202997"/>
          </a:xfrm>
          <a:prstGeom prst="rect">
            <a:avLst/>
          </a:prstGeom>
          <a:solidFill>
            <a:srgbClr val="0D8D56"/>
          </a:solidFill>
          <a:ln>
            <a:noFill/>
          </a:ln>
        </p:spPr>
        <p:txBody>
          <a:bodyPr/>
          <a:lstStyle/>
          <a:p>
            <a:endParaRPr lang="uk-UA"/>
          </a:p>
        </p:txBody>
      </p:sp>
      <p:sp>
        <p:nvSpPr>
          <p:cNvPr id="1010" name="shape1010"/>
          <p:cNvSpPr/>
          <p:nvPr/>
        </p:nvSpPr>
        <p:spPr>
          <a:xfrm>
            <a:off x="6121908" y="3493008"/>
            <a:ext cx="83591" cy="202997"/>
          </a:xfrm>
          <a:prstGeom prst="rect">
            <a:avLst/>
          </a:prstGeom>
          <a:solidFill>
            <a:srgbClr val="0D8D56"/>
          </a:solidFill>
          <a:ln>
            <a:noFill/>
          </a:ln>
        </p:spPr>
        <p:txBody>
          <a:bodyPr/>
          <a:lstStyle/>
          <a:p>
            <a:endParaRPr lang="uk-UA"/>
          </a:p>
        </p:txBody>
      </p:sp>
      <p:sp>
        <p:nvSpPr>
          <p:cNvPr id="1011" name="shape1011"/>
          <p:cNvSpPr/>
          <p:nvPr/>
        </p:nvSpPr>
        <p:spPr>
          <a:xfrm>
            <a:off x="6203671" y="3493008"/>
            <a:ext cx="83591" cy="202997"/>
          </a:xfrm>
          <a:prstGeom prst="rect">
            <a:avLst/>
          </a:prstGeom>
          <a:solidFill>
            <a:srgbClr val="0D8D56"/>
          </a:solidFill>
          <a:ln>
            <a:noFill/>
          </a:ln>
        </p:spPr>
        <p:txBody>
          <a:bodyPr/>
          <a:lstStyle/>
          <a:p>
            <a:endParaRPr lang="uk-UA"/>
          </a:p>
        </p:txBody>
      </p:sp>
      <p:sp>
        <p:nvSpPr>
          <p:cNvPr id="1012" name="shape1012"/>
          <p:cNvSpPr/>
          <p:nvPr/>
        </p:nvSpPr>
        <p:spPr>
          <a:xfrm>
            <a:off x="6285433" y="3493008"/>
            <a:ext cx="83591" cy="202997"/>
          </a:xfrm>
          <a:prstGeom prst="rect">
            <a:avLst/>
          </a:prstGeom>
          <a:solidFill>
            <a:srgbClr val="0D8D56"/>
          </a:solidFill>
          <a:ln>
            <a:noFill/>
          </a:ln>
        </p:spPr>
        <p:txBody>
          <a:bodyPr/>
          <a:lstStyle/>
          <a:p>
            <a:endParaRPr lang="uk-UA"/>
          </a:p>
        </p:txBody>
      </p:sp>
      <p:sp>
        <p:nvSpPr>
          <p:cNvPr id="1013" name="shape1013"/>
          <p:cNvSpPr/>
          <p:nvPr/>
        </p:nvSpPr>
        <p:spPr>
          <a:xfrm>
            <a:off x="6367196" y="3493008"/>
            <a:ext cx="83591" cy="202997"/>
          </a:xfrm>
          <a:prstGeom prst="rect">
            <a:avLst/>
          </a:prstGeom>
          <a:solidFill>
            <a:srgbClr val="0D8D56"/>
          </a:solidFill>
          <a:ln>
            <a:noFill/>
          </a:ln>
        </p:spPr>
        <p:txBody>
          <a:bodyPr/>
          <a:lstStyle/>
          <a:p>
            <a:endParaRPr lang="uk-UA"/>
          </a:p>
        </p:txBody>
      </p:sp>
      <p:sp>
        <p:nvSpPr>
          <p:cNvPr id="1014" name="shape1014"/>
          <p:cNvSpPr/>
          <p:nvPr/>
        </p:nvSpPr>
        <p:spPr>
          <a:xfrm>
            <a:off x="6448958" y="3493008"/>
            <a:ext cx="83591" cy="202997"/>
          </a:xfrm>
          <a:prstGeom prst="rect">
            <a:avLst/>
          </a:prstGeom>
          <a:solidFill>
            <a:srgbClr val="0D8D56"/>
          </a:solidFill>
          <a:ln>
            <a:noFill/>
          </a:ln>
        </p:spPr>
        <p:txBody>
          <a:bodyPr/>
          <a:lstStyle/>
          <a:p>
            <a:endParaRPr lang="uk-UA"/>
          </a:p>
        </p:txBody>
      </p:sp>
      <p:sp>
        <p:nvSpPr>
          <p:cNvPr id="1015" name="shape1015"/>
          <p:cNvSpPr/>
          <p:nvPr/>
        </p:nvSpPr>
        <p:spPr>
          <a:xfrm>
            <a:off x="6530721" y="3493008"/>
            <a:ext cx="83591" cy="202997"/>
          </a:xfrm>
          <a:prstGeom prst="rect">
            <a:avLst/>
          </a:prstGeom>
          <a:solidFill>
            <a:srgbClr val="0D8D56"/>
          </a:solidFill>
          <a:ln>
            <a:noFill/>
          </a:ln>
        </p:spPr>
        <p:txBody>
          <a:bodyPr/>
          <a:lstStyle/>
          <a:p>
            <a:endParaRPr lang="uk-UA"/>
          </a:p>
        </p:txBody>
      </p:sp>
      <p:sp>
        <p:nvSpPr>
          <p:cNvPr id="1016" name="shape1016"/>
          <p:cNvSpPr/>
          <p:nvPr/>
        </p:nvSpPr>
        <p:spPr>
          <a:xfrm>
            <a:off x="6612484" y="3493008"/>
            <a:ext cx="83591" cy="202997"/>
          </a:xfrm>
          <a:prstGeom prst="rect">
            <a:avLst/>
          </a:prstGeom>
          <a:solidFill>
            <a:srgbClr val="0D8D56"/>
          </a:solidFill>
          <a:ln>
            <a:noFill/>
          </a:ln>
        </p:spPr>
        <p:txBody>
          <a:bodyPr/>
          <a:lstStyle/>
          <a:p>
            <a:endParaRPr lang="uk-UA"/>
          </a:p>
        </p:txBody>
      </p:sp>
      <p:sp>
        <p:nvSpPr>
          <p:cNvPr id="1017" name="shape1017"/>
          <p:cNvSpPr/>
          <p:nvPr/>
        </p:nvSpPr>
        <p:spPr>
          <a:xfrm>
            <a:off x="6694246" y="3493008"/>
            <a:ext cx="83591" cy="202997"/>
          </a:xfrm>
          <a:prstGeom prst="rect">
            <a:avLst/>
          </a:prstGeom>
          <a:solidFill>
            <a:srgbClr val="0D8D56"/>
          </a:solidFill>
          <a:ln>
            <a:noFill/>
          </a:ln>
        </p:spPr>
        <p:txBody>
          <a:bodyPr/>
          <a:lstStyle/>
          <a:p>
            <a:endParaRPr lang="uk-UA"/>
          </a:p>
        </p:txBody>
      </p:sp>
      <p:sp>
        <p:nvSpPr>
          <p:cNvPr id="1018" name="shape1018"/>
          <p:cNvSpPr/>
          <p:nvPr/>
        </p:nvSpPr>
        <p:spPr>
          <a:xfrm>
            <a:off x="6776009" y="3493008"/>
            <a:ext cx="83591" cy="202997"/>
          </a:xfrm>
          <a:prstGeom prst="rect">
            <a:avLst/>
          </a:prstGeom>
          <a:solidFill>
            <a:srgbClr val="0D8D56"/>
          </a:solidFill>
          <a:ln>
            <a:noFill/>
          </a:ln>
        </p:spPr>
        <p:txBody>
          <a:bodyPr/>
          <a:lstStyle/>
          <a:p>
            <a:endParaRPr lang="uk-UA"/>
          </a:p>
        </p:txBody>
      </p:sp>
      <p:sp>
        <p:nvSpPr>
          <p:cNvPr id="1019" name="shape1019"/>
          <p:cNvSpPr/>
          <p:nvPr/>
        </p:nvSpPr>
        <p:spPr>
          <a:xfrm>
            <a:off x="6857771" y="3493008"/>
            <a:ext cx="83591" cy="202997"/>
          </a:xfrm>
          <a:prstGeom prst="rect">
            <a:avLst/>
          </a:prstGeom>
          <a:solidFill>
            <a:srgbClr val="0D8D56"/>
          </a:solidFill>
          <a:ln>
            <a:noFill/>
          </a:ln>
        </p:spPr>
        <p:txBody>
          <a:bodyPr/>
          <a:lstStyle/>
          <a:p>
            <a:endParaRPr lang="uk-UA"/>
          </a:p>
        </p:txBody>
      </p:sp>
      <p:sp>
        <p:nvSpPr>
          <p:cNvPr id="1020" name="shape1020"/>
          <p:cNvSpPr/>
          <p:nvPr/>
        </p:nvSpPr>
        <p:spPr>
          <a:xfrm>
            <a:off x="6939534" y="3493008"/>
            <a:ext cx="83591" cy="202997"/>
          </a:xfrm>
          <a:prstGeom prst="rect">
            <a:avLst/>
          </a:prstGeom>
          <a:solidFill>
            <a:srgbClr val="0D8D56"/>
          </a:solidFill>
          <a:ln>
            <a:noFill/>
          </a:ln>
        </p:spPr>
        <p:txBody>
          <a:bodyPr/>
          <a:lstStyle/>
          <a:p>
            <a:endParaRPr lang="uk-UA"/>
          </a:p>
        </p:txBody>
      </p:sp>
      <p:sp>
        <p:nvSpPr>
          <p:cNvPr id="1021" name="shape1021"/>
          <p:cNvSpPr/>
          <p:nvPr/>
        </p:nvSpPr>
        <p:spPr>
          <a:xfrm>
            <a:off x="7021297" y="3493008"/>
            <a:ext cx="83591" cy="202997"/>
          </a:xfrm>
          <a:prstGeom prst="rect">
            <a:avLst/>
          </a:prstGeom>
          <a:solidFill>
            <a:srgbClr val="0D8D56"/>
          </a:solidFill>
          <a:ln>
            <a:noFill/>
          </a:ln>
        </p:spPr>
        <p:txBody>
          <a:bodyPr/>
          <a:lstStyle/>
          <a:p>
            <a:endParaRPr lang="uk-UA"/>
          </a:p>
        </p:txBody>
      </p:sp>
      <p:sp>
        <p:nvSpPr>
          <p:cNvPr id="1022" name="shape1022"/>
          <p:cNvSpPr/>
          <p:nvPr/>
        </p:nvSpPr>
        <p:spPr>
          <a:xfrm>
            <a:off x="7103059" y="3493008"/>
            <a:ext cx="83591" cy="202997"/>
          </a:xfrm>
          <a:prstGeom prst="rect">
            <a:avLst/>
          </a:prstGeom>
          <a:solidFill>
            <a:srgbClr val="0D8D56"/>
          </a:solidFill>
          <a:ln>
            <a:noFill/>
          </a:ln>
        </p:spPr>
        <p:txBody>
          <a:bodyPr/>
          <a:lstStyle/>
          <a:p>
            <a:endParaRPr lang="uk-UA"/>
          </a:p>
        </p:txBody>
      </p:sp>
      <p:sp>
        <p:nvSpPr>
          <p:cNvPr id="1023" name="shape1023"/>
          <p:cNvSpPr/>
          <p:nvPr/>
        </p:nvSpPr>
        <p:spPr>
          <a:xfrm>
            <a:off x="7184822" y="3493008"/>
            <a:ext cx="83591" cy="202997"/>
          </a:xfrm>
          <a:prstGeom prst="rect">
            <a:avLst/>
          </a:prstGeom>
          <a:solidFill>
            <a:srgbClr val="0D8D56"/>
          </a:solidFill>
          <a:ln>
            <a:noFill/>
          </a:ln>
        </p:spPr>
        <p:txBody>
          <a:bodyPr/>
          <a:lstStyle/>
          <a:p>
            <a:endParaRPr lang="uk-UA"/>
          </a:p>
        </p:txBody>
      </p:sp>
      <p:sp>
        <p:nvSpPr>
          <p:cNvPr id="1024" name="shape1024"/>
          <p:cNvSpPr/>
          <p:nvPr/>
        </p:nvSpPr>
        <p:spPr>
          <a:xfrm>
            <a:off x="7266584" y="3493008"/>
            <a:ext cx="83591" cy="202997"/>
          </a:xfrm>
          <a:prstGeom prst="rect">
            <a:avLst/>
          </a:prstGeom>
          <a:solidFill>
            <a:srgbClr val="0D8D56"/>
          </a:solidFill>
          <a:ln>
            <a:noFill/>
          </a:ln>
        </p:spPr>
        <p:txBody>
          <a:bodyPr/>
          <a:lstStyle/>
          <a:p>
            <a:endParaRPr lang="uk-UA"/>
          </a:p>
        </p:txBody>
      </p:sp>
      <p:sp>
        <p:nvSpPr>
          <p:cNvPr id="1025" name="shape1025"/>
          <p:cNvSpPr/>
          <p:nvPr/>
        </p:nvSpPr>
        <p:spPr>
          <a:xfrm>
            <a:off x="7348347" y="3493008"/>
            <a:ext cx="83591" cy="202997"/>
          </a:xfrm>
          <a:prstGeom prst="rect">
            <a:avLst/>
          </a:prstGeom>
          <a:solidFill>
            <a:srgbClr val="0D8D56"/>
          </a:solidFill>
          <a:ln>
            <a:noFill/>
          </a:ln>
        </p:spPr>
        <p:txBody>
          <a:bodyPr/>
          <a:lstStyle/>
          <a:p>
            <a:endParaRPr lang="uk-UA"/>
          </a:p>
        </p:txBody>
      </p:sp>
      <p:sp>
        <p:nvSpPr>
          <p:cNvPr id="1026" name="shape1026"/>
          <p:cNvSpPr/>
          <p:nvPr/>
        </p:nvSpPr>
        <p:spPr>
          <a:xfrm>
            <a:off x="7430110" y="3493008"/>
            <a:ext cx="83591" cy="202997"/>
          </a:xfrm>
          <a:prstGeom prst="rect">
            <a:avLst/>
          </a:prstGeom>
          <a:solidFill>
            <a:srgbClr val="0D8D56"/>
          </a:solidFill>
          <a:ln>
            <a:noFill/>
          </a:ln>
        </p:spPr>
        <p:txBody>
          <a:bodyPr/>
          <a:lstStyle/>
          <a:p>
            <a:endParaRPr lang="uk-UA"/>
          </a:p>
        </p:txBody>
      </p:sp>
      <p:sp>
        <p:nvSpPr>
          <p:cNvPr id="1027" name="shape1027"/>
          <p:cNvSpPr/>
          <p:nvPr/>
        </p:nvSpPr>
        <p:spPr>
          <a:xfrm>
            <a:off x="7511872" y="3493008"/>
            <a:ext cx="83591" cy="202997"/>
          </a:xfrm>
          <a:prstGeom prst="rect">
            <a:avLst/>
          </a:prstGeom>
          <a:solidFill>
            <a:srgbClr val="0D8D56"/>
          </a:solidFill>
          <a:ln>
            <a:noFill/>
          </a:ln>
        </p:spPr>
        <p:txBody>
          <a:bodyPr/>
          <a:lstStyle/>
          <a:p>
            <a:endParaRPr lang="uk-UA"/>
          </a:p>
        </p:txBody>
      </p:sp>
      <p:sp>
        <p:nvSpPr>
          <p:cNvPr id="1028" name="shape1028"/>
          <p:cNvSpPr/>
          <p:nvPr/>
        </p:nvSpPr>
        <p:spPr>
          <a:xfrm>
            <a:off x="7593635" y="3493008"/>
            <a:ext cx="83591" cy="202997"/>
          </a:xfrm>
          <a:prstGeom prst="rect">
            <a:avLst/>
          </a:prstGeom>
          <a:solidFill>
            <a:srgbClr val="0D8D56"/>
          </a:solidFill>
          <a:ln>
            <a:noFill/>
          </a:ln>
        </p:spPr>
        <p:txBody>
          <a:bodyPr/>
          <a:lstStyle/>
          <a:p>
            <a:endParaRPr lang="uk-UA"/>
          </a:p>
        </p:txBody>
      </p:sp>
      <p:sp>
        <p:nvSpPr>
          <p:cNvPr id="1029" name="shape1029"/>
          <p:cNvSpPr/>
          <p:nvPr/>
        </p:nvSpPr>
        <p:spPr>
          <a:xfrm>
            <a:off x="7675397" y="3493008"/>
            <a:ext cx="83591" cy="202997"/>
          </a:xfrm>
          <a:prstGeom prst="rect">
            <a:avLst/>
          </a:prstGeom>
          <a:solidFill>
            <a:srgbClr val="0D8D56"/>
          </a:solidFill>
          <a:ln>
            <a:noFill/>
          </a:ln>
        </p:spPr>
        <p:txBody>
          <a:bodyPr/>
          <a:lstStyle/>
          <a:p>
            <a:endParaRPr lang="uk-UA"/>
          </a:p>
        </p:txBody>
      </p:sp>
      <p:sp>
        <p:nvSpPr>
          <p:cNvPr id="1030" name="shape1030"/>
          <p:cNvSpPr/>
          <p:nvPr/>
        </p:nvSpPr>
        <p:spPr>
          <a:xfrm>
            <a:off x="7757160" y="3493008"/>
            <a:ext cx="83591" cy="202997"/>
          </a:xfrm>
          <a:prstGeom prst="rect">
            <a:avLst/>
          </a:prstGeom>
          <a:solidFill>
            <a:srgbClr val="0D8D56"/>
          </a:solidFill>
          <a:ln>
            <a:noFill/>
          </a:ln>
        </p:spPr>
        <p:txBody>
          <a:bodyPr/>
          <a:lstStyle/>
          <a:p>
            <a:endParaRPr lang="uk-UA"/>
          </a:p>
        </p:txBody>
      </p:sp>
      <p:sp>
        <p:nvSpPr>
          <p:cNvPr id="1031" name="shape1031"/>
          <p:cNvSpPr/>
          <p:nvPr/>
        </p:nvSpPr>
        <p:spPr>
          <a:xfrm>
            <a:off x="7838923" y="3493008"/>
            <a:ext cx="83591" cy="202997"/>
          </a:xfrm>
          <a:prstGeom prst="rect">
            <a:avLst/>
          </a:prstGeom>
          <a:solidFill>
            <a:srgbClr val="0D8D56"/>
          </a:solidFill>
          <a:ln>
            <a:noFill/>
          </a:ln>
        </p:spPr>
        <p:txBody>
          <a:bodyPr/>
          <a:lstStyle/>
          <a:p>
            <a:endParaRPr lang="uk-UA"/>
          </a:p>
        </p:txBody>
      </p:sp>
      <p:sp>
        <p:nvSpPr>
          <p:cNvPr id="1032" name="shape1032"/>
          <p:cNvSpPr/>
          <p:nvPr/>
        </p:nvSpPr>
        <p:spPr>
          <a:xfrm>
            <a:off x="7920685" y="3493008"/>
            <a:ext cx="83591" cy="202997"/>
          </a:xfrm>
          <a:prstGeom prst="rect">
            <a:avLst/>
          </a:prstGeom>
          <a:solidFill>
            <a:srgbClr val="0D8D56"/>
          </a:solidFill>
          <a:ln>
            <a:noFill/>
          </a:ln>
        </p:spPr>
        <p:txBody>
          <a:bodyPr/>
          <a:lstStyle/>
          <a:p>
            <a:endParaRPr lang="uk-UA"/>
          </a:p>
        </p:txBody>
      </p:sp>
      <p:sp>
        <p:nvSpPr>
          <p:cNvPr id="1033" name="shape1033"/>
          <p:cNvSpPr/>
          <p:nvPr/>
        </p:nvSpPr>
        <p:spPr>
          <a:xfrm>
            <a:off x="8002448" y="3493008"/>
            <a:ext cx="83591" cy="202997"/>
          </a:xfrm>
          <a:prstGeom prst="rect">
            <a:avLst/>
          </a:prstGeom>
          <a:solidFill>
            <a:srgbClr val="0D8D56"/>
          </a:solidFill>
          <a:ln>
            <a:noFill/>
          </a:ln>
        </p:spPr>
        <p:txBody>
          <a:bodyPr/>
          <a:lstStyle/>
          <a:p>
            <a:endParaRPr lang="uk-UA"/>
          </a:p>
        </p:txBody>
      </p:sp>
      <p:sp>
        <p:nvSpPr>
          <p:cNvPr id="1034" name="shape1034"/>
          <p:cNvSpPr/>
          <p:nvPr/>
        </p:nvSpPr>
        <p:spPr>
          <a:xfrm>
            <a:off x="8084210" y="3493008"/>
            <a:ext cx="83591" cy="202997"/>
          </a:xfrm>
          <a:prstGeom prst="rect">
            <a:avLst/>
          </a:prstGeom>
          <a:solidFill>
            <a:srgbClr val="0D8D56"/>
          </a:solidFill>
          <a:ln>
            <a:noFill/>
          </a:ln>
        </p:spPr>
        <p:txBody>
          <a:bodyPr/>
          <a:lstStyle/>
          <a:p>
            <a:endParaRPr lang="uk-UA"/>
          </a:p>
        </p:txBody>
      </p:sp>
      <p:sp>
        <p:nvSpPr>
          <p:cNvPr id="1035" name="shape1035"/>
          <p:cNvSpPr/>
          <p:nvPr/>
        </p:nvSpPr>
        <p:spPr>
          <a:xfrm>
            <a:off x="8165973" y="3493008"/>
            <a:ext cx="83591" cy="202997"/>
          </a:xfrm>
          <a:prstGeom prst="rect">
            <a:avLst/>
          </a:prstGeom>
          <a:solidFill>
            <a:srgbClr val="0D8D56"/>
          </a:solidFill>
          <a:ln>
            <a:noFill/>
          </a:ln>
        </p:spPr>
        <p:txBody>
          <a:bodyPr/>
          <a:lstStyle/>
          <a:p>
            <a:endParaRPr lang="uk-UA"/>
          </a:p>
        </p:txBody>
      </p:sp>
      <p:sp>
        <p:nvSpPr>
          <p:cNvPr id="1036" name="shape1036"/>
          <p:cNvSpPr/>
          <p:nvPr/>
        </p:nvSpPr>
        <p:spPr>
          <a:xfrm>
            <a:off x="8247736" y="3493008"/>
            <a:ext cx="83591" cy="202997"/>
          </a:xfrm>
          <a:prstGeom prst="rect">
            <a:avLst/>
          </a:prstGeom>
          <a:solidFill>
            <a:srgbClr val="0D8D56"/>
          </a:solidFill>
          <a:ln>
            <a:noFill/>
          </a:ln>
        </p:spPr>
        <p:txBody>
          <a:bodyPr/>
          <a:lstStyle/>
          <a:p>
            <a:endParaRPr lang="uk-UA"/>
          </a:p>
        </p:txBody>
      </p:sp>
      <p:sp>
        <p:nvSpPr>
          <p:cNvPr id="1037" name="shape1037"/>
          <p:cNvSpPr/>
          <p:nvPr/>
        </p:nvSpPr>
        <p:spPr>
          <a:xfrm>
            <a:off x="8329498" y="3493008"/>
            <a:ext cx="83591" cy="202997"/>
          </a:xfrm>
          <a:prstGeom prst="rect">
            <a:avLst/>
          </a:prstGeom>
          <a:solidFill>
            <a:srgbClr val="0D8D56"/>
          </a:solidFill>
          <a:ln>
            <a:noFill/>
          </a:ln>
        </p:spPr>
        <p:txBody>
          <a:bodyPr/>
          <a:lstStyle/>
          <a:p>
            <a:endParaRPr lang="uk-UA"/>
          </a:p>
        </p:txBody>
      </p:sp>
      <p:sp>
        <p:nvSpPr>
          <p:cNvPr id="1038" name="shape1038"/>
          <p:cNvSpPr/>
          <p:nvPr/>
        </p:nvSpPr>
        <p:spPr>
          <a:xfrm>
            <a:off x="8411261" y="3493008"/>
            <a:ext cx="83591" cy="202997"/>
          </a:xfrm>
          <a:prstGeom prst="rect">
            <a:avLst/>
          </a:prstGeom>
          <a:solidFill>
            <a:srgbClr val="0D8D56"/>
          </a:solidFill>
          <a:ln>
            <a:noFill/>
          </a:ln>
        </p:spPr>
        <p:txBody>
          <a:bodyPr/>
          <a:lstStyle/>
          <a:p>
            <a:endParaRPr lang="uk-UA"/>
          </a:p>
        </p:txBody>
      </p:sp>
      <p:sp>
        <p:nvSpPr>
          <p:cNvPr id="1039" name="shape1039"/>
          <p:cNvSpPr/>
          <p:nvPr/>
        </p:nvSpPr>
        <p:spPr>
          <a:xfrm>
            <a:off x="8493023" y="3493008"/>
            <a:ext cx="83591" cy="202997"/>
          </a:xfrm>
          <a:prstGeom prst="rect">
            <a:avLst/>
          </a:prstGeom>
          <a:solidFill>
            <a:srgbClr val="0D8D56"/>
          </a:solidFill>
          <a:ln>
            <a:noFill/>
          </a:ln>
        </p:spPr>
        <p:txBody>
          <a:bodyPr/>
          <a:lstStyle/>
          <a:p>
            <a:endParaRPr lang="uk-UA"/>
          </a:p>
        </p:txBody>
      </p:sp>
      <p:sp>
        <p:nvSpPr>
          <p:cNvPr id="1040" name="shape1040"/>
          <p:cNvSpPr/>
          <p:nvPr/>
        </p:nvSpPr>
        <p:spPr>
          <a:xfrm>
            <a:off x="8574786" y="3493008"/>
            <a:ext cx="83591" cy="202997"/>
          </a:xfrm>
          <a:prstGeom prst="rect">
            <a:avLst/>
          </a:prstGeom>
          <a:solidFill>
            <a:srgbClr val="0D8D56"/>
          </a:solidFill>
          <a:ln>
            <a:noFill/>
          </a:ln>
        </p:spPr>
        <p:txBody>
          <a:bodyPr/>
          <a:lstStyle/>
          <a:p>
            <a:endParaRPr lang="uk-UA"/>
          </a:p>
        </p:txBody>
      </p:sp>
      <p:sp>
        <p:nvSpPr>
          <p:cNvPr id="1041" name="shape1041"/>
          <p:cNvSpPr/>
          <p:nvPr/>
        </p:nvSpPr>
        <p:spPr>
          <a:xfrm>
            <a:off x="8656549" y="3493008"/>
            <a:ext cx="83591" cy="202997"/>
          </a:xfrm>
          <a:prstGeom prst="rect">
            <a:avLst/>
          </a:prstGeom>
          <a:solidFill>
            <a:srgbClr val="0D8D56"/>
          </a:solidFill>
          <a:ln>
            <a:noFill/>
          </a:ln>
        </p:spPr>
        <p:txBody>
          <a:bodyPr/>
          <a:lstStyle/>
          <a:p>
            <a:endParaRPr lang="uk-UA"/>
          </a:p>
        </p:txBody>
      </p:sp>
      <p:sp>
        <p:nvSpPr>
          <p:cNvPr id="1042" name="shape1042"/>
          <p:cNvSpPr/>
          <p:nvPr/>
        </p:nvSpPr>
        <p:spPr>
          <a:xfrm>
            <a:off x="8738311" y="3493008"/>
            <a:ext cx="83591" cy="202997"/>
          </a:xfrm>
          <a:prstGeom prst="rect">
            <a:avLst/>
          </a:prstGeom>
          <a:solidFill>
            <a:srgbClr val="0D8D56"/>
          </a:solidFill>
          <a:ln>
            <a:noFill/>
          </a:ln>
        </p:spPr>
        <p:txBody>
          <a:bodyPr/>
          <a:lstStyle/>
          <a:p>
            <a:endParaRPr lang="uk-UA"/>
          </a:p>
        </p:txBody>
      </p:sp>
      <p:sp>
        <p:nvSpPr>
          <p:cNvPr id="1043" name="shape1043"/>
          <p:cNvSpPr/>
          <p:nvPr/>
        </p:nvSpPr>
        <p:spPr>
          <a:xfrm>
            <a:off x="8820074" y="3493008"/>
            <a:ext cx="83591" cy="202997"/>
          </a:xfrm>
          <a:prstGeom prst="rect">
            <a:avLst/>
          </a:prstGeom>
          <a:solidFill>
            <a:srgbClr val="0D8D56"/>
          </a:solidFill>
          <a:ln>
            <a:noFill/>
          </a:ln>
        </p:spPr>
        <p:txBody>
          <a:bodyPr/>
          <a:lstStyle/>
          <a:p>
            <a:endParaRPr lang="uk-UA"/>
          </a:p>
        </p:txBody>
      </p:sp>
      <p:sp>
        <p:nvSpPr>
          <p:cNvPr id="1044" name="shape1044"/>
          <p:cNvSpPr/>
          <p:nvPr/>
        </p:nvSpPr>
        <p:spPr>
          <a:xfrm>
            <a:off x="8901836" y="3493008"/>
            <a:ext cx="83591" cy="202997"/>
          </a:xfrm>
          <a:prstGeom prst="rect">
            <a:avLst/>
          </a:prstGeom>
          <a:solidFill>
            <a:srgbClr val="0D8D56"/>
          </a:solidFill>
          <a:ln>
            <a:noFill/>
          </a:ln>
        </p:spPr>
        <p:txBody>
          <a:bodyPr/>
          <a:lstStyle/>
          <a:p>
            <a:endParaRPr lang="uk-UA"/>
          </a:p>
        </p:txBody>
      </p:sp>
      <p:sp>
        <p:nvSpPr>
          <p:cNvPr id="1045" name="shape1045"/>
          <p:cNvSpPr/>
          <p:nvPr/>
        </p:nvSpPr>
        <p:spPr>
          <a:xfrm>
            <a:off x="8983599" y="3493008"/>
            <a:ext cx="83591" cy="202997"/>
          </a:xfrm>
          <a:prstGeom prst="rect">
            <a:avLst/>
          </a:prstGeom>
          <a:solidFill>
            <a:srgbClr val="0D8D56"/>
          </a:solidFill>
          <a:ln>
            <a:noFill/>
          </a:ln>
        </p:spPr>
        <p:txBody>
          <a:bodyPr/>
          <a:lstStyle/>
          <a:p>
            <a:endParaRPr lang="uk-UA"/>
          </a:p>
        </p:txBody>
      </p:sp>
      <p:sp>
        <p:nvSpPr>
          <p:cNvPr id="1046" name="shape1046"/>
          <p:cNvSpPr/>
          <p:nvPr/>
        </p:nvSpPr>
        <p:spPr>
          <a:xfrm>
            <a:off x="9065362" y="3493008"/>
            <a:ext cx="83591" cy="202997"/>
          </a:xfrm>
          <a:prstGeom prst="rect">
            <a:avLst/>
          </a:prstGeom>
          <a:solidFill>
            <a:srgbClr val="0D8D56"/>
          </a:solidFill>
          <a:ln>
            <a:noFill/>
          </a:ln>
        </p:spPr>
        <p:txBody>
          <a:bodyPr/>
          <a:lstStyle/>
          <a:p>
            <a:endParaRPr lang="uk-UA"/>
          </a:p>
        </p:txBody>
      </p:sp>
      <p:sp>
        <p:nvSpPr>
          <p:cNvPr id="1047" name="shape1047"/>
          <p:cNvSpPr/>
          <p:nvPr/>
        </p:nvSpPr>
        <p:spPr>
          <a:xfrm>
            <a:off x="9147124" y="3493008"/>
            <a:ext cx="83591" cy="202997"/>
          </a:xfrm>
          <a:prstGeom prst="rect">
            <a:avLst/>
          </a:prstGeom>
          <a:solidFill>
            <a:srgbClr val="0D8D56"/>
          </a:solidFill>
          <a:ln>
            <a:noFill/>
          </a:ln>
        </p:spPr>
        <p:txBody>
          <a:bodyPr/>
          <a:lstStyle/>
          <a:p>
            <a:endParaRPr lang="uk-UA"/>
          </a:p>
        </p:txBody>
      </p:sp>
      <p:sp>
        <p:nvSpPr>
          <p:cNvPr id="1048" name="shape1048"/>
          <p:cNvSpPr/>
          <p:nvPr/>
        </p:nvSpPr>
        <p:spPr>
          <a:xfrm>
            <a:off x="9228887" y="3493008"/>
            <a:ext cx="83591" cy="202997"/>
          </a:xfrm>
          <a:prstGeom prst="rect">
            <a:avLst/>
          </a:prstGeom>
          <a:solidFill>
            <a:srgbClr val="0D8D56"/>
          </a:solidFill>
          <a:ln>
            <a:noFill/>
          </a:ln>
        </p:spPr>
        <p:txBody>
          <a:bodyPr/>
          <a:lstStyle/>
          <a:p>
            <a:endParaRPr lang="uk-UA"/>
          </a:p>
        </p:txBody>
      </p:sp>
      <p:sp>
        <p:nvSpPr>
          <p:cNvPr id="1049" name="shape1049"/>
          <p:cNvSpPr/>
          <p:nvPr/>
        </p:nvSpPr>
        <p:spPr>
          <a:xfrm>
            <a:off x="9310649" y="3493008"/>
            <a:ext cx="83591" cy="202997"/>
          </a:xfrm>
          <a:prstGeom prst="rect">
            <a:avLst/>
          </a:prstGeom>
          <a:solidFill>
            <a:srgbClr val="0D8D56"/>
          </a:solidFill>
          <a:ln>
            <a:noFill/>
          </a:ln>
        </p:spPr>
        <p:txBody>
          <a:bodyPr/>
          <a:lstStyle/>
          <a:p>
            <a:endParaRPr lang="uk-UA"/>
          </a:p>
        </p:txBody>
      </p:sp>
      <p:sp>
        <p:nvSpPr>
          <p:cNvPr id="1050" name="shape1050"/>
          <p:cNvSpPr/>
          <p:nvPr/>
        </p:nvSpPr>
        <p:spPr>
          <a:xfrm>
            <a:off x="9392412" y="3493008"/>
            <a:ext cx="83591" cy="202997"/>
          </a:xfrm>
          <a:prstGeom prst="rect">
            <a:avLst/>
          </a:prstGeom>
          <a:solidFill>
            <a:srgbClr val="0D8D56"/>
          </a:solidFill>
          <a:ln>
            <a:noFill/>
          </a:ln>
        </p:spPr>
        <p:txBody>
          <a:bodyPr/>
          <a:lstStyle/>
          <a:p>
            <a:endParaRPr lang="uk-UA"/>
          </a:p>
        </p:txBody>
      </p:sp>
      <p:sp>
        <p:nvSpPr>
          <p:cNvPr id="1051" name="shape1051"/>
          <p:cNvSpPr/>
          <p:nvPr/>
        </p:nvSpPr>
        <p:spPr>
          <a:xfrm>
            <a:off x="9474175" y="3493008"/>
            <a:ext cx="83591" cy="202997"/>
          </a:xfrm>
          <a:prstGeom prst="rect">
            <a:avLst/>
          </a:prstGeom>
          <a:solidFill>
            <a:srgbClr val="0D8D56"/>
          </a:solidFill>
          <a:ln>
            <a:noFill/>
          </a:ln>
        </p:spPr>
        <p:txBody>
          <a:bodyPr/>
          <a:lstStyle/>
          <a:p>
            <a:endParaRPr lang="uk-UA"/>
          </a:p>
        </p:txBody>
      </p:sp>
      <p:sp>
        <p:nvSpPr>
          <p:cNvPr id="1052" name="shape1052"/>
          <p:cNvSpPr/>
          <p:nvPr/>
        </p:nvSpPr>
        <p:spPr>
          <a:xfrm>
            <a:off x="9555937" y="3493008"/>
            <a:ext cx="83591" cy="202997"/>
          </a:xfrm>
          <a:prstGeom prst="rect">
            <a:avLst/>
          </a:prstGeom>
          <a:solidFill>
            <a:srgbClr val="0D8D56"/>
          </a:solidFill>
          <a:ln>
            <a:noFill/>
          </a:ln>
        </p:spPr>
        <p:txBody>
          <a:bodyPr/>
          <a:lstStyle/>
          <a:p>
            <a:endParaRPr lang="uk-UA"/>
          </a:p>
        </p:txBody>
      </p:sp>
      <p:sp>
        <p:nvSpPr>
          <p:cNvPr id="1053" name="shape1053"/>
          <p:cNvSpPr/>
          <p:nvPr/>
        </p:nvSpPr>
        <p:spPr>
          <a:xfrm>
            <a:off x="9637700" y="3493008"/>
            <a:ext cx="83591" cy="202997"/>
          </a:xfrm>
          <a:prstGeom prst="rect">
            <a:avLst/>
          </a:prstGeom>
          <a:solidFill>
            <a:srgbClr val="0D8D56"/>
          </a:solidFill>
          <a:ln>
            <a:noFill/>
          </a:ln>
        </p:spPr>
        <p:txBody>
          <a:bodyPr/>
          <a:lstStyle/>
          <a:p>
            <a:endParaRPr lang="uk-UA"/>
          </a:p>
        </p:txBody>
      </p:sp>
      <p:sp>
        <p:nvSpPr>
          <p:cNvPr id="1054" name="shape1054"/>
          <p:cNvSpPr/>
          <p:nvPr/>
        </p:nvSpPr>
        <p:spPr>
          <a:xfrm>
            <a:off x="9719462" y="3493008"/>
            <a:ext cx="83591" cy="202997"/>
          </a:xfrm>
          <a:prstGeom prst="rect">
            <a:avLst/>
          </a:prstGeom>
          <a:solidFill>
            <a:srgbClr val="0D8D56"/>
          </a:solidFill>
          <a:ln>
            <a:noFill/>
          </a:ln>
        </p:spPr>
        <p:txBody>
          <a:bodyPr/>
          <a:lstStyle/>
          <a:p>
            <a:endParaRPr lang="uk-UA"/>
          </a:p>
        </p:txBody>
      </p:sp>
      <p:sp>
        <p:nvSpPr>
          <p:cNvPr id="1055" name="shape1055"/>
          <p:cNvSpPr/>
          <p:nvPr/>
        </p:nvSpPr>
        <p:spPr>
          <a:xfrm>
            <a:off x="9801225" y="3493008"/>
            <a:ext cx="83591" cy="202997"/>
          </a:xfrm>
          <a:prstGeom prst="rect">
            <a:avLst/>
          </a:prstGeom>
          <a:solidFill>
            <a:srgbClr val="0D8D56"/>
          </a:solidFill>
          <a:ln>
            <a:noFill/>
          </a:ln>
        </p:spPr>
        <p:txBody>
          <a:bodyPr/>
          <a:lstStyle/>
          <a:p>
            <a:endParaRPr lang="uk-UA"/>
          </a:p>
        </p:txBody>
      </p:sp>
      <p:sp>
        <p:nvSpPr>
          <p:cNvPr id="1056" name="shape1056"/>
          <p:cNvSpPr/>
          <p:nvPr/>
        </p:nvSpPr>
        <p:spPr>
          <a:xfrm>
            <a:off x="9882988" y="3493008"/>
            <a:ext cx="83591" cy="202997"/>
          </a:xfrm>
          <a:prstGeom prst="rect">
            <a:avLst/>
          </a:prstGeom>
          <a:solidFill>
            <a:srgbClr val="0D8D56"/>
          </a:solidFill>
          <a:ln>
            <a:noFill/>
          </a:ln>
        </p:spPr>
        <p:txBody>
          <a:bodyPr/>
          <a:lstStyle/>
          <a:p>
            <a:endParaRPr lang="uk-UA"/>
          </a:p>
        </p:txBody>
      </p:sp>
      <p:sp>
        <p:nvSpPr>
          <p:cNvPr id="1057" name="shape1057"/>
          <p:cNvSpPr/>
          <p:nvPr/>
        </p:nvSpPr>
        <p:spPr>
          <a:xfrm>
            <a:off x="9964750" y="3493008"/>
            <a:ext cx="83591" cy="202997"/>
          </a:xfrm>
          <a:prstGeom prst="rect">
            <a:avLst/>
          </a:prstGeom>
          <a:solidFill>
            <a:srgbClr val="0D8D56"/>
          </a:solidFill>
          <a:ln>
            <a:noFill/>
          </a:ln>
        </p:spPr>
        <p:txBody>
          <a:bodyPr/>
          <a:lstStyle/>
          <a:p>
            <a:endParaRPr lang="uk-UA"/>
          </a:p>
        </p:txBody>
      </p:sp>
      <p:sp>
        <p:nvSpPr>
          <p:cNvPr id="1058" name="shape1058"/>
          <p:cNvSpPr/>
          <p:nvPr/>
        </p:nvSpPr>
        <p:spPr>
          <a:xfrm>
            <a:off x="10046513" y="3493008"/>
            <a:ext cx="83591" cy="202997"/>
          </a:xfrm>
          <a:prstGeom prst="rect">
            <a:avLst/>
          </a:prstGeom>
          <a:solidFill>
            <a:srgbClr val="0D8D56"/>
          </a:solidFill>
          <a:ln>
            <a:noFill/>
          </a:ln>
        </p:spPr>
        <p:txBody>
          <a:bodyPr/>
          <a:lstStyle/>
          <a:p>
            <a:endParaRPr lang="uk-UA"/>
          </a:p>
        </p:txBody>
      </p:sp>
      <p:sp>
        <p:nvSpPr>
          <p:cNvPr id="1059" name="shape1059"/>
          <p:cNvSpPr/>
          <p:nvPr/>
        </p:nvSpPr>
        <p:spPr>
          <a:xfrm>
            <a:off x="10128275" y="3493008"/>
            <a:ext cx="83591" cy="202997"/>
          </a:xfrm>
          <a:prstGeom prst="rect">
            <a:avLst/>
          </a:prstGeom>
          <a:solidFill>
            <a:srgbClr val="0D8D56"/>
          </a:solidFill>
          <a:ln>
            <a:noFill/>
          </a:ln>
        </p:spPr>
        <p:txBody>
          <a:bodyPr/>
          <a:lstStyle/>
          <a:p>
            <a:endParaRPr lang="uk-UA"/>
          </a:p>
        </p:txBody>
      </p:sp>
      <p:sp>
        <p:nvSpPr>
          <p:cNvPr id="1060" name="shape1060"/>
          <p:cNvSpPr/>
          <p:nvPr/>
        </p:nvSpPr>
        <p:spPr>
          <a:xfrm>
            <a:off x="10210038" y="3493008"/>
            <a:ext cx="83591" cy="202997"/>
          </a:xfrm>
          <a:prstGeom prst="rect">
            <a:avLst/>
          </a:prstGeom>
          <a:solidFill>
            <a:srgbClr val="0D8D56"/>
          </a:solidFill>
          <a:ln>
            <a:noFill/>
          </a:ln>
        </p:spPr>
        <p:txBody>
          <a:bodyPr/>
          <a:lstStyle/>
          <a:p>
            <a:endParaRPr lang="uk-UA"/>
          </a:p>
        </p:txBody>
      </p:sp>
      <p:sp>
        <p:nvSpPr>
          <p:cNvPr id="1061" name="shape1061"/>
          <p:cNvSpPr/>
          <p:nvPr/>
        </p:nvSpPr>
        <p:spPr>
          <a:xfrm>
            <a:off x="10291801" y="3493008"/>
            <a:ext cx="83591" cy="202997"/>
          </a:xfrm>
          <a:prstGeom prst="rect">
            <a:avLst/>
          </a:prstGeom>
          <a:solidFill>
            <a:srgbClr val="0D8D56"/>
          </a:solidFill>
          <a:ln>
            <a:noFill/>
          </a:ln>
        </p:spPr>
        <p:txBody>
          <a:bodyPr/>
          <a:lstStyle/>
          <a:p>
            <a:endParaRPr lang="uk-UA"/>
          </a:p>
        </p:txBody>
      </p:sp>
      <p:sp>
        <p:nvSpPr>
          <p:cNvPr id="1062" name="shape1062"/>
          <p:cNvSpPr/>
          <p:nvPr/>
        </p:nvSpPr>
        <p:spPr>
          <a:xfrm>
            <a:off x="10373563" y="3493008"/>
            <a:ext cx="83591" cy="202997"/>
          </a:xfrm>
          <a:prstGeom prst="rect">
            <a:avLst/>
          </a:prstGeom>
          <a:solidFill>
            <a:srgbClr val="0D8D56"/>
          </a:solidFill>
          <a:ln>
            <a:noFill/>
          </a:ln>
        </p:spPr>
        <p:txBody>
          <a:bodyPr/>
          <a:lstStyle/>
          <a:p>
            <a:endParaRPr lang="uk-UA"/>
          </a:p>
        </p:txBody>
      </p:sp>
      <p:sp>
        <p:nvSpPr>
          <p:cNvPr id="1063" name="shape1063"/>
          <p:cNvSpPr/>
          <p:nvPr/>
        </p:nvSpPr>
        <p:spPr>
          <a:xfrm>
            <a:off x="10455326" y="3493008"/>
            <a:ext cx="83591" cy="202997"/>
          </a:xfrm>
          <a:prstGeom prst="rect">
            <a:avLst/>
          </a:prstGeom>
          <a:solidFill>
            <a:srgbClr val="0D8D56"/>
          </a:solidFill>
          <a:ln>
            <a:noFill/>
          </a:ln>
        </p:spPr>
        <p:txBody>
          <a:bodyPr/>
          <a:lstStyle/>
          <a:p>
            <a:endParaRPr lang="uk-UA"/>
          </a:p>
        </p:txBody>
      </p:sp>
      <p:sp>
        <p:nvSpPr>
          <p:cNvPr id="1064" name="shape1064"/>
          <p:cNvSpPr/>
          <p:nvPr/>
        </p:nvSpPr>
        <p:spPr>
          <a:xfrm>
            <a:off x="10537088" y="3493008"/>
            <a:ext cx="83591" cy="202997"/>
          </a:xfrm>
          <a:prstGeom prst="rect">
            <a:avLst/>
          </a:prstGeom>
          <a:solidFill>
            <a:srgbClr val="0D8D56"/>
          </a:solidFill>
          <a:ln>
            <a:noFill/>
          </a:ln>
        </p:spPr>
        <p:txBody>
          <a:bodyPr/>
          <a:lstStyle/>
          <a:p>
            <a:endParaRPr lang="uk-UA"/>
          </a:p>
        </p:txBody>
      </p:sp>
      <p:sp>
        <p:nvSpPr>
          <p:cNvPr id="1065" name="shape1065"/>
          <p:cNvSpPr/>
          <p:nvPr/>
        </p:nvSpPr>
        <p:spPr>
          <a:xfrm>
            <a:off x="10618851" y="3493008"/>
            <a:ext cx="83591" cy="202997"/>
          </a:xfrm>
          <a:prstGeom prst="rect">
            <a:avLst/>
          </a:prstGeom>
          <a:solidFill>
            <a:srgbClr val="0D8D56"/>
          </a:solidFill>
          <a:ln>
            <a:noFill/>
          </a:ln>
        </p:spPr>
        <p:txBody>
          <a:bodyPr/>
          <a:lstStyle/>
          <a:p>
            <a:endParaRPr lang="uk-UA"/>
          </a:p>
        </p:txBody>
      </p:sp>
      <p:sp>
        <p:nvSpPr>
          <p:cNvPr id="1066" name="shape1066"/>
          <p:cNvSpPr/>
          <p:nvPr/>
        </p:nvSpPr>
        <p:spPr>
          <a:xfrm>
            <a:off x="10700614" y="3493008"/>
            <a:ext cx="83591" cy="202997"/>
          </a:xfrm>
          <a:prstGeom prst="rect">
            <a:avLst/>
          </a:prstGeom>
          <a:solidFill>
            <a:srgbClr val="0D8D56"/>
          </a:solidFill>
          <a:ln>
            <a:noFill/>
          </a:ln>
        </p:spPr>
        <p:txBody>
          <a:bodyPr/>
          <a:lstStyle/>
          <a:p>
            <a:endParaRPr lang="uk-UA"/>
          </a:p>
        </p:txBody>
      </p:sp>
      <p:sp>
        <p:nvSpPr>
          <p:cNvPr id="1067" name="shape1067"/>
          <p:cNvSpPr/>
          <p:nvPr/>
        </p:nvSpPr>
        <p:spPr>
          <a:xfrm>
            <a:off x="10782376" y="3493008"/>
            <a:ext cx="83591" cy="202997"/>
          </a:xfrm>
          <a:prstGeom prst="rect">
            <a:avLst/>
          </a:prstGeom>
          <a:solidFill>
            <a:srgbClr val="0D8D56"/>
          </a:solidFill>
          <a:ln>
            <a:noFill/>
          </a:ln>
        </p:spPr>
        <p:txBody>
          <a:bodyPr/>
          <a:lstStyle/>
          <a:p>
            <a:endParaRPr lang="uk-UA"/>
          </a:p>
        </p:txBody>
      </p:sp>
      <p:sp>
        <p:nvSpPr>
          <p:cNvPr id="1068" name="shape1068"/>
          <p:cNvSpPr/>
          <p:nvPr/>
        </p:nvSpPr>
        <p:spPr>
          <a:xfrm>
            <a:off x="10864139" y="3493008"/>
            <a:ext cx="83591" cy="202997"/>
          </a:xfrm>
          <a:prstGeom prst="rect">
            <a:avLst/>
          </a:prstGeom>
          <a:solidFill>
            <a:srgbClr val="0D8D56"/>
          </a:solidFill>
          <a:ln>
            <a:noFill/>
          </a:ln>
        </p:spPr>
        <p:txBody>
          <a:bodyPr/>
          <a:lstStyle/>
          <a:p>
            <a:endParaRPr lang="uk-UA"/>
          </a:p>
        </p:txBody>
      </p:sp>
      <p:sp>
        <p:nvSpPr>
          <p:cNvPr id="1069" name="shape1069"/>
          <p:cNvSpPr/>
          <p:nvPr/>
        </p:nvSpPr>
        <p:spPr>
          <a:xfrm>
            <a:off x="10945901" y="3493008"/>
            <a:ext cx="83591" cy="202997"/>
          </a:xfrm>
          <a:prstGeom prst="rect">
            <a:avLst/>
          </a:prstGeom>
          <a:solidFill>
            <a:srgbClr val="0D8D56"/>
          </a:solidFill>
          <a:ln>
            <a:noFill/>
          </a:ln>
        </p:spPr>
        <p:txBody>
          <a:bodyPr/>
          <a:lstStyle/>
          <a:p>
            <a:endParaRPr lang="uk-UA"/>
          </a:p>
        </p:txBody>
      </p:sp>
      <p:sp>
        <p:nvSpPr>
          <p:cNvPr id="1070" name="line1070"/>
          <p:cNvSpPr/>
          <p:nvPr/>
        </p:nvSpPr>
        <p:spPr>
          <a:xfrm>
            <a:off x="1216152" y="3493008"/>
            <a:ext cx="9811512" cy="0"/>
          </a:xfrm>
          <a:prstGeom prst="line">
            <a:avLst/>
          </a:prstGeom>
          <a:noFill/>
          <a:ln w="4445">
            <a:solidFill>
              <a:srgbClr val="5A5A5A"/>
            </a:solidFill>
            <a:prstDash val="solid"/>
          </a:ln>
        </p:spPr>
        <p:txBody>
          <a:bodyPr/>
          <a:lstStyle/>
          <a:p>
            <a:endParaRPr lang="uk-UA"/>
          </a:p>
        </p:txBody>
      </p:sp>
      <p:sp>
        <p:nvSpPr>
          <p:cNvPr id="1071" name="line1071"/>
          <p:cNvSpPr/>
          <p:nvPr/>
        </p:nvSpPr>
        <p:spPr>
          <a:xfrm>
            <a:off x="1216152" y="3694176"/>
            <a:ext cx="9811512" cy="0"/>
          </a:xfrm>
          <a:prstGeom prst="line">
            <a:avLst/>
          </a:prstGeom>
          <a:noFill/>
          <a:ln w="4445">
            <a:solidFill>
              <a:srgbClr val="5A5A5A"/>
            </a:solidFill>
            <a:prstDash val="solid"/>
          </a:ln>
        </p:spPr>
        <p:txBody>
          <a:bodyPr/>
          <a:lstStyle/>
          <a:p>
            <a:endParaRPr lang="uk-UA"/>
          </a:p>
        </p:txBody>
      </p:sp>
      <p:sp>
        <p:nvSpPr>
          <p:cNvPr id="1072" name="line1072"/>
          <p:cNvSpPr/>
          <p:nvPr/>
        </p:nvSpPr>
        <p:spPr>
          <a:xfrm>
            <a:off x="1257033" y="2889504"/>
            <a:ext cx="0" cy="804672"/>
          </a:xfrm>
          <a:prstGeom prst="line">
            <a:avLst/>
          </a:prstGeom>
          <a:noFill/>
          <a:ln w="3048">
            <a:solidFill>
              <a:srgbClr val="D0D0D0"/>
            </a:solidFill>
            <a:prstDash val="solid"/>
          </a:ln>
        </p:spPr>
        <p:txBody>
          <a:bodyPr/>
          <a:lstStyle/>
          <a:p>
            <a:endParaRPr lang="uk-UA"/>
          </a:p>
        </p:txBody>
      </p:sp>
      <p:sp>
        <p:nvSpPr>
          <p:cNvPr id="1073" name="line1073"/>
          <p:cNvSpPr/>
          <p:nvPr/>
        </p:nvSpPr>
        <p:spPr>
          <a:xfrm>
            <a:off x="1747609" y="2889504"/>
            <a:ext cx="0" cy="804672"/>
          </a:xfrm>
          <a:prstGeom prst="line">
            <a:avLst/>
          </a:prstGeom>
          <a:noFill/>
          <a:ln w="8890">
            <a:solidFill>
              <a:srgbClr val="FFFFFF"/>
            </a:solidFill>
            <a:prstDash val="solid"/>
          </a:ln>
        </p:spPr>
        <p:txBody>
          <a:bodyPr/>
          <a:lstStyle/>
          <a:p>
            <a:endParaRPr lang="uk-UA"/>
          </a:p>
        </p:txBody>
      </p:sp>
      <p:sp>
        <p:nvSpPr>
          <p:cNvPr id="1074" name="line1074"/>
          <p:cNvSpPr/>
          <p:nvPr/>
        </p:nvSpPr>
        <p:spPr>
          <a:xfrm>
            <a:off x="2238185" y="2889504"/>
            <a:ext cx="0" cy="804672"/>
          </a:xfrm>
          <a:prstGeom prst="line">
            <a:avLst/>
          </a:prstGeom>
          <a:noFill/>
          <a:ln w="3048">
            <a:solidFill>
              <a:srgbClr val="D0D0D0"/>
            </a:solidFill>
            <a:prstDash val="solid"/>
          </a:ln>
        </p:spPr>
        <p:txBody>
          <a:bodyPr/>
          <a:lstStyle/>
          <a:p>
            <a:endParaRPr lang="uk-UA"/>
          </a:p>
        </p:txBody>
      </p:sp>
      <p:sp>
        <p:nvSpPr>
          <p:cNvPr id="1075" name="line1075"/>
          <p:cNvSpPr/>
          <p:nvPr/>
        </p:nvSpPr>
        <p:spPr>
          <a:xfrm>
            <a:off x="2728760" y="2889504"/>
            <a:ext cx="0" cy="804672"/>
          </a:xfrm>
          <a:prstGeom prst="line">
            <a:avLst/>
          </a:prstGeom>
          <a:noFill/>
          <a:ln w="3048">
            <a:solidFill>
              <a:srgbClr val="D0D0D0"/>
            </a:solidFill>
            <a:prstDash val="solid"/>
          </a:ln>
        </p:spPr>
        <p:txBody>
          <a:bodyPr/>
          <a:lstStyle/>
          <a:p>
            <a:endParaRPr lang="uk-UA"/>
          </a:p>
        </p:txBody>
      </p:sp>
      <p:sp>
        <p:nvSpPr>
          <p:cNvPr id="1076" name="line1076"/>
          <p:cNvSpPr/>
          <p:nvPr/>
        </p:nvSpPr>
        <p:spPr>
          <a:xfrm>
            <a:off x="3219336" y="2889504"/>
            <a:ext cx="0" cy="804672"/>
          </a:xfrm>
          <a:prstGeom prst="line">
            <a:avLst/>
          </a:prstGeom>
          <a:noFill/>
          <a:ln w="3048">
            <a:solidFill>
              <a:srgbClr val="D0D0D0"/>
            </a:solidFill>
            <a:prstDash val="solid"/>
          </a:ln>
        </p:spPr>
        <p:txBody>
          <a:bodyPr/>
          <a:lstStyle/>
          <a:p>
            <a:endParaRPr lang="uk-UA"/>
          </a:p>
        </p:txBody>
      </p:sp>
      <p:sp>
        <p:nvSpPr>
          <p:cNvPr id="1077" name="line1077"/>
          <p:cNvSpPr/>
          <p:nvPr/>
        </p:nvSpPr>
        <p:spPr>
          <a:xfrm>
            <a:off x="3709911" y="2889504"/>
            <a:ext cx="0" cy="804672"/>
          </a:xfrm>
          <a:prstGeom prst="line">
            <a:avLst/>
          </a:prstGeom>
          <a:noFill/>
          <a:ln w="8890">
            <a:solidFill>
              <a:srgbClr val="FFFFFF"/>
            </a:solidFill>
            <a:prstDash val="solid"/>
          </a:ln>
        </p:spPr>
        <p:txBody>
          <a:bodyPr/>
          <a:lstStyle/>
          <a:p>
            <a:endParaRPr lang="uk-UA"/>
          </a:p>
        </p:txBody>
      </p:sp>
      <p:sp>
        <p:nvSpPr>
          <p:cNvPr id="1078" name="line1078"/>
          <p:cNvSpPr/>
          <p:nvPr/>
        </p:nvSpPr>
        <p:spPr>
          <a:xfrm>
            <a:off x="4200487" y="2889504"/>
            <a:ext cx="0" cy="804672"/>
          </a:xfrm>
          <a:prstGeom prst="line">
            <a:avLst/>
          </a:prstGeom>
          <a:noFill/>
          <a:ln w="3048">
            <a:solidFill>
              <a:srgbClr val="D0D0D0"/>
            </a:solidFill>
            <a:prstDash val="solid"/>
          </a:ln>
        </p:spPr>
        <p:txBody>
          <a:bodyPr/>
          <a:lstStyle/>
          <a:p>
            <a:endParaRPr lang="uk-UA"/>
          </a:p>
        </p:txBody>
      </p:sp>
      <p:sp>
        <p:nvSpPr>
          <p:cNvPr id="1079" name="line1079"/>
          <p:cNvSpPr/>
          <p:nvPr/>
        </p:nvSpPr>
        <p:spPr>
          <a:xfrm>
            <a:off x="4691063" y="2889504"/>
            <a:ext cx="0" cy="804672"/>
          </a:xfrm>
          <a:prstGeom prst="line">
            <a:avLst/>
          </a:prstGeom>
          <a:noFill/>
          <a:ln w="3048">
            <a:solidFill>
              <a:srgbClr val="D0D0D0"/>
            </a:solidFill>
            <a:prstDash val="solid"/>
          </a:ln>
        </p:spPr>
        <p:txBody>
          <a:bodyPr/>
          <a:lstStyle/>
          <a:p>
            <a:endParaRPr lang="uk-UA"/>
          </a:p>
        </p:txBody>
      </p:sp>
      <p:sp>
        <p:nvSpPr>
          <p:cNvPr id="1080" name="line1080"/>
          <p:cNvSpPr/>
          <p:nvPr/>
        </p:nvSpPr>
        <p:spPr>
          <a:xfrm>
            <a:off x="5181638" y="2889504"/>
            <a:ext cx="0" cy="804672"/>
          </a:xfrm>
          <a:prstGeom prst="line">
            <a:avLst/>
          </a:prstGeom>
          <a:noFill/>
          <a:ln w="3048">
            <a:solidFill>
              <a:srgbClr val="D0D0D0"/>
            </a:solidFill>
            <a:prstDash val="solid"/>
          </a:ln>
        </p:spPr>
        <p:txBody>
          <a:bodyPr/>
          <a:lstStyle/>
          <a:p>
            <a:endParaRPr lang="uk-UA"/>
          </a:p>
        </p:txBody>
      </p:sp>
      <p:sp>
        <p:nvSpPr>
          <p:cNvPr id="1081" name="line1081"/>
          <p:cNvSpPr/>
          <p:nvPr/>
        </p:nvSpPr>
        <p:spPr>
          <a:xfrm>
            <a:off x="5672214" y="2889504"/>
            <a:ext cx="0" cy="804672"/>
          </a:xfrm>
          <a:prstGeom prst="line">
            <a:avLst/>
          </a:prstGeom>
          <a:noFill/>
          <a:ln w="8890">
            <a:solidFill>
              <a:srgbClr val="FFFFFF"/>
            </a:solidFill>
            <a:prstDash val="solid"/>
          </a:ln>
        </p:spPr>
        <p:txBody>
          <a:bodyPr/>
          <a:lstStyle/>
          <a:p>
            <a:endParaRPr lang="uk-UA"/>
          </a:p>
        </p:txBody>
      </p:sp>
      <p:sp>
        <p:nvSpPr>
          <p:cNvPr id="1082" name="line1082"/>
          <p:cNvSpPr/>
          <p:nvPr/>
        </p:nvSpPr>
        <p:spPr>
          <a:xfrm>
            <a:off x="6162789" y="2889504"/>
            <a:ext cx="0" cy="804672"/>
          </a:xfrm>
          <a:prstGeom prst="line">
            <a:avLst/>
          </a:prstGeom>
          <a:noFill/>
          <a:ln w="3048">
            <a:solidFill>
              <a:srgbClr val="D0D0D0"/>
            </a:solidFill>
            <a:prstDash val="solid"/>
          </a:ln>
        </p:spPr>
        <p:txBody>
          <a:bodyPr/>
          <a:lstStyle/>
          <a:p>
            <a:endParaRPr lang="uk-UA"/>
          </a:p>
        </p:txBody>
      </p:sp>
      <p:sp>
        <p:nvSpPr>
          <p:cNvPr id="1083" name="line1083"/>
          <p:cNvSpPr/>
          <p:nvPr/>
        </p:nvSpPr>
        <p:spPr>
          <a:xfrm>
            <a:off x="6653365" y="2889504"/>
            <a:ext cx="0" cy="804672"/>
          </a:xfrm>
          <a:prstGeom prst="line">
            <a:avLst/>
          </a:prstGeom>
          <a:noFill/>
          <a:ln w="3048">
            <a:solidFill>
              <a:srgbClr val="D0D0D0"/>
            </a:solidFill>
            <a:prstDash val="solid"/>
          </a:ln>
        </p:spPr>
        <p:txBody>
          <a:bodyPr/>
          <a:lstStyle/>
          <a:p>
            <a:endParaRPr lang="uk-UA"/>
          </a:p>
        </p:txBody>
      </p:sp>
      <p:sp>
        <p:nvSpPr>
          <p:cNvPr id="1084" name="line1084"/>
          <p:cNvSpPr/>
          <p:nvPr/>
        </p:nvSpPr>
        <p:spPr>
          <a:xfrm>
            <a:off x="7143941" y="2889504"/>
            <a:ext cx="0" cy="804672"/>
          </a:xfrm>
          <a:prstGeom prst="line">
            <a:avLst/>
          </a:prstGeom>
          <a:noFill/>
          <a:ln w="3048">
            <a:solidFill>
              <a:srgbClr val="D0D0D0"/>
            </a:solidFill>
            <a:prstDash val="solid"/>
          </a:ln>
        </p:spPr>
        <p:txBody>
          <a:bodyPr/>
          <a:lstStyle/>
          <a:p>
            <a:endParaRPr lang="uk-UA"/>
          </a:p>
        </p:txBody>
      </p:sp>
      <p:sp>
        <p:nvSpPr>
          <p:cNvPr id="1085" name="line1085"/>
          <p:cNvSpPr/>
          <p:nvPr/>
        </p:nvSpPr>
        <p:spPr>
          <a:xfrm>
            <a:off x="7634516" y="2889504"/>
            <a:ext cx="0" cy="804672"/>
          </a:xfrm>
          <a:prstGeom prst="line">
            <a:avLst/>
          </a:prstGeom>
          <a:noFill/>
          <a:ln w="8890">
            <a:solidFill>
              <a:srgbClr val="FFFFFF"/>
            </a:solidFill>
            <a:prstDash val="solid"/>
          </a:ln>
        </p:spPr>
        <p:txBody>
          <a:bodyPr/>
          <a:lstStyle/>
          <a:p>
            <a:endParaRPr lang="uk-UA"/>
          </a:p>
        </p:txBody>
      </p:sp>
      <p:sp>
        <p:nvSpPr>
          <p:cNvPr id="1086" name="line1086"/>
          <p:cNvSpPr/>
          <p:nvPr/>
        </p:nvSpPr>
        <p:spPr>
          <a:xfrm>
            <a:off x="8125092" y="2889504"/>
            <a:ext cx="0" cy="804672"/>
          </a:xfrm>
          <a:prstGeom prst="line">
            <a:avLst/>
          </a:prstGeom>
          <a:noFill/>
          <a:ln w="3048">
            <a:solidFill>
              <a:srgbClr val="D0D0D0"/>
            </a:solidFill>
            <a:prstDash val="solid"/>
          </a:ln>
        </p:spPr>
        <p:txBody>
          <a:bodyPr/>
          <a:lstStyle/>
          <a:p>
            <a:endParaRPr lang="uk-UA"/>
          </a:p>
        </p:txBody>
      </p:sp>
      <p:sp>
        <p:nvSpPr>
          <p:cNvPr id="1087" name="line1087"/>
          <p:cNvSpPr/>
          <p:nvPr/>
        </p:nvSpPr>
        <p:spPr>
          <a:xfrm>
            <a:off x="8615667" y="2889504"/>
            <a:ext cx="0" cy="804672"/>
          </a:xfrm>
          <a:prstGeom prst="line">
            <a:avLst/>
          </a:prstGeom>
          <a:noFill/>
          <a:ln w="3048">
            <a:solidFill>
              <a:srgbClr val="D0D0D0"/>
            </a:solidFill>
            <a:prstDash val="solid"/>
          </a:ln>
        </p:spPr>
        <p:txBody>
          <a:bodyPr/>
          <a:lstStyle/>
          <a:p>
            <a:endParaRPr lang="uk-UA"/>
          </a:p>
        </p:txBody>
      </p:sp>
      <p:sp>
        <p:nvSpPr>
          <p:cNvPr id="1088" name="line1088"/>
          <p:cNvSpPr/>
          <p:nvPr/>
        </p:nvSpPr>
        <p:spPr>
          <a:xfrm>
            <a:off x="9106243" y="2889504"/>
            <a:ext cx="0" cy="804672"/>
          </a:xfrm>
          <a:prstGeom prst="line">
            <a:avLst/>
          </a:prstGeom>
          <a:noFill/>
          <a:ln w="3048">
            <a:solidFill>
              <a:srgbClr val="D0D0D0"/>
            </a:solidFill>
            <a:prstDash val="solid"/>
          </a:ln>
        </p:spPr>
        <p:txBody>
          <a:bodyPr/>
          <a:lstStyle/>
          <a:p>
            <a:endParaRPr lang="uk-UA"/>
          </a:p>
        </p:txBody>
      </p:sp>
      <p:sp>
        <p:nvSpPr>
          <p:cNvPr id="1089" name="line1089"/>
          <p:cNvSpPr/>
          <p:nvPr/>
        </p:nvSpPr>
        <p:spPr>
          <a:xfrm>
            <a:off x="9596819" y="2889504"/>
            <a:ext cx="0" cy="804672"/>
          </a:xfrm>
          <a:prstGeom prst="line">
            <a:avLst/>
          </a:prstGeom>
          <a:noFill/>
          <a:ln w="8890">
            <a:solidFill>
              <a:srgbClr val="FFFFFF"/>
            </a:solidFill>
            <a:prstDash val="solid"/>
          </a:ln>
        </p:spPr>
        <p:txBody>
          <a:bodyPr/>
          <a:lstStyle/>
          <a:p>
            <a:endParaRPr lang="uk-UA"/>
          </a:p>
        </p:txBody>
      </p:sp>
      <p:sp>
        <p:nvSpPr>
          <p:cNvPr id="1090" name="line1090"/>
          <p:cNvSpPr/>
          <p:nvPr/>
        </p:nvSpPr>
        <p:spPr>
          <a:xfrm>
            <a:off x="10087394" y="2889504"/>
            <a:ext cx="0" cy="804672"/>
          </a:xfrm>
          <a:prstGeom prst="line">
            <a:avLst/>
          </a:prstGeom>
          <a:noFill/>
          <a:ln w="3048">
            <a:solidFill>
              <a:srgbClr val="D0D0D0"/>
            </a:solidFill>
            <a:prstDash val="solid"/>
          </a:ln>
        </p:spPr>
        <p:txBody>
          <a:bodyPr/>
          <a:lstStyle/>
          <a:p>
            <a:endParaRPr lang="uk-UA"/>
          </a:p>
        </p:txBody>
      </p:sp>
      <p:sp>
        <p:nvSpPr>
          <p:cNvPr id="1091" name="line1091"/>
          <p:cNvSpPr/>
          <p:nvPr/>
        </p:nvSpPr>
        <p:spPr>
          <a:xfrm>
            <a:off x="10577970" y="2889504"/>
            <a:ext cx="0" cy="804672"/>
          </a:xfrm>
          <a:prstGeom prst="line">
            <a:avLst/>
          </a:prstGeom>
          <a:noFill/>
          <a:ln w="3048">
            <a:solidFill>
              <a:srgbClr val="D0D0D0"/>
            </a:solidFill>
            <a:prstDash val="solid"/>
          </a:ln>
        </p:spPr>
        <p:txBody>
          <a:bodyPr/>
          <a:lstStyle/>
          <a:p>
            <a:endParaRPr lang="uk-UA"/>
          </a:p>
        </p:txBody>
      </p:sp>
      <p:sp>
        <p:nvSpPr>
          <p:cNvPr id="1092" name="line1092"/>
          <p:cNvSpPr/>
          <p:nvPr/>
        </p:nvSpPr>
        <p:spPr>
          <a:xfrm>
            <a:off x="1216152" y="2889504"/>
            <a:ext cx="0" cy="804672"/>
          </a:xfrm>
          <a:prstGeom prst="line">
            <a:avLst/>
          </a:prstGeom>
          <a:noFill/>
          <a:ln w="8255">
            <a:solidFill>
              <a:srgbClr val="FFFFFF"/>
            </a:solidFill>
            <a:prstDash val="solid"/>
          </a:ln>
        </p:spPr>
        <p:txBody>
          <a:bodyPr/>
          <a:lstStyle/>
          <a:p>
            <a:endParaRPr lang="uk-UA"/>
          </a:p>
        </p:txBody>
      </p:sp>
      <p:sp>
        <p:nvSpPr>
          <p:cNvPr id="1093" name="line1093"/>
          <p:cNvSpPr/>
          <p:nvPr/>
        </p:nvSpPr>
        <p:spPr>
          <a:xfrm>
            <a:off x="11027664" y="2889504"/>
            <a:ext cx="0" cy="804672"/>
          </a:xfrm>
          <a:prstGeom prst="line">
            <a:avLst/>
          </a:prstGeom>
          <a:noFill/>
          <a:ln w="8255">
            <a:solidFill>
              <a:srgbClr val="FFFFFF"/>
            </a:solidFill>
            <a:prstDash val="solid"/>
          </a:ln>
        </p:spPr>
        <p:txBody>
          <a:bodyPr/>
          <a:lstStyle/>
          <a:p>
            <a:endParaRPr lang="uk-UA"/>
          </a:p>
        </p:txBody>
      </p:sp>
      <p:sp>
        <p:nvSpPr>
          <p:cNvPr id="1094" name="text1094"/>
          <p:cNvSpPr txBox="1"/>
          <p:nvPr/>
        </p:nvSpPr>
        <p:spPr>
          <a:xfrm>
            <a:off x="1216152" y="3794760"/>
            <a:ext cx="4892040" cy="219456"/>
          </a:xfrm>
          <a:prstGeom prst="rect">
            <a:avLst/>
          </a:prstGeom>
          <a:noFill/>
          <a:ln>
            <a:noFill/>
          </a:ln>
        </p:spPr>
        <p:txBody>
          <a:bodyPr wrap="none" lIns="0" tIns="0" rIns="0" bIns="0">
            <a:normAutofit lnSpcReduction="10000"/>
          </a:bodyPr>
          <a:lstStyle/>
          <a:p>
            <a:pPr algn="l"/>
            <a:r>
              <a:rPr lang="uk-UA" sz="1500" b="1">
                <a:solidFill>
                  <a:srgbClr val="FFFFFF"/>
                </a:solidFill>
                <a:latin typeface="Aptos"/>
                <a:cs typeface="Aptos"/>
              </a:rPr>
              <a:t>Температура, точка роси та опади</a:t>
            </a:r>
          </a:p>
        </p:txBody>
      </p:sp>
      <p:sp>
        <p:nvSpPr>
          <p:cNvPr id="1095" name="shape1095"/>
          <p:cNvSpPr/>
          <p:nvPr/>
        </p:nvSpPr>
        <p:spPr>
          <a:xfrm>
            <a:off x="1216152" y="4096512"/>
            <a:ext cx="9811512" cy="1901952"/>
          </a:xfrm>
          <a:prstGeom prst="rect">
            <a:avLst/>
          </a:prstGeom>
          <a:solidFill>
            <a:srgbClr val="050505"/>
          </a:solidFill>
          <a:ln w="12700">
            <a:solidFill>
              <a:srgbClr val="303030"/>
            </a:solidFill>
          </a:ln>
        </p:spPr>
        <p:txBody>
          <a:bodyPr/>
          <a:lstStyle/>
          <a:p>
            <a:endParaRPr lang="uk-UA"/>
          </a:p>
        </p:txBody>
      </p:sp>
      <p:sp>
        <p:nvSpPr>
          <p:cNvPr id="1096" name="line1096"/>
          <p:cNvSpPr/>
          <p:nvPr/>
        </p:nvSpPr>
        <p:spPr>
          <a:xfrm>
            <a:off x="1216152" y="4096512"/>
            <a:ext cx="9811512" cy="0"/>
          </a:xfrm>
          <a:prstGeom prst="line">
            <a:avLst/>
          </a:prstGeom>
          <a:noFill/>
          <a:ln w="6985">
            <a:solidFill>
              <a:srgbClr val="262626"/>
            </a:solidFill>
            <a:prstDash val="solid"/>
          </a:ln>
        </p:spPr>
        <p:txBody>
          <a:bodyPr/>
          <a:lstStyle/>
          <a:p>
            <a:endParaRPr lang="uk-UA"/>
          </a:p>
        </p:txBody>
      </p:sp>
      <p:sp>
        <p:nvSpPr>
          <p:cNvPr id="1097" name="text1097"/>
          <p:cNvSpPr txBox="1"/>
          <p:nvPr/>
        </p:nvSpPr>
        <p:spPr>
          <a:xfrm>
            <a:off x="521208" y="4041648"/>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35°</a:t>
            </a:r>
          </a:p>
        </p:txBody>
      </p:sp>
      <p:sp>
        <p:nvSpPr>
          <p:cNvPr id="1098" name="text1098"/>
          <p:cNvSpPr txBox="1"/>
          <p:nvPr/>
        </p:nvSpPr>
        <p:spPr>
          <a:xfrm>
            <a:off x="11173968" y="4041648"/>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1.0</a:t>
            </a:r>
          </a:p>
        </p:txBody>
      </p:sp>
      <p:sp>
        <p:nvSpPr>
          <p:cNvPr id="1099" name="line1099"/>
          <p:cNvSpPr/>
          <p:nvPr/>
        </p:nvSpPr>
        <p:spPr>
          <a:xfrm>
            <a:off x="1216152" y="4368219"/>
            <a:ext cx="9811512" cy="0"/>
          </a:xfrm>
          <a:prstGeom prst="line">
            <a:avLst/>
          </a:prstGeom>
          <a:noFill/>
          <a:ln w="6985">
            <a:solidFill>
              <a:srgbClr val="262626"/>
            </a:solidFill>
            <a:prstDash val="solid"/>
          </a:ln>
        </p:spPr>
        <p:txBody>
          <a:bodyPr/>
          <a:lstStyle/>
          <a:p>
            <a:endParaRPr lang="uk-UA"/>
          </a:p>
        </p:txBody>
      </p:sp>
      <p:sp>
        <p:nvSpPr>
          <p:cNvPr id="1100" name="text1100"/>
          <p:cNvSpPr txBox="1"/>
          <p:nvPr/>
        </p:nvSpPr>
        <p:spPr>
          <a:xfrm>
            <a:off x="521208" y="4313355"/>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30°</a:t>
            </a:r>
          </a:p>
        </p:txBody>
      </p:sp>
      <p:sp>
        <p:nvSpPr>
          <p:cNvPr id="1101" name="text1101"/>
          <p:cNvSpPr txBox="1"/>
          <p:nvPr/>
        </p:nvSpPr>
        <p:spPr>
          <a:xfrm>
            <a:off x="11173968" y="4313355"/>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0.9</a:t>
            </a:r>
          </a:p>
        </p:txBody>
      </p:sp>
      <p:sp>
        <p:nvSpPr>
          <p:cNvPr id="1102" name="line1102"/>
          <p:cNvSpPr/>
          <p:nvPr/>
        </p:nvSpPr>
        <p:spPr>
          <a:xfrm>
            <a:off x="1216152" y="4639927"/>
            <a:ext cx="9811512" cy="0"/>
          </a:xfrm>
          <a:prstGeom prst="line">
            <a:avLst/>
          </a:prstGeom>
          <a:noFill/>
          <a:ln w="6985">
            <a:solidFill>
              <a:srgbClr val="262626"/>
            </a:solidFill>
            <a:prstDash val="solid"/>
          </a:ln>
        </p:spPr>
        <p:txBody>
          <a:bodyPr/>
          <a:lstStyle/>
          <a:p>
            <a:endParaRPr lang="uk-UA"/>
          </a:p>
        </p:txBody>
      </p:sp>
      <p:sp>
        <p:nvSpPr>
          <p:cNvPr id="1103" name="text1103"/>
          <p:cNvSpPr txBox="1"/>
          <p:nvPr/>
        </p:nvSpPr>
        <p:spPr>
          <a:xfrm>
            <a:off x="521208" y="4585063"/>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25°</a:t>
            </a:r>
          </a:p>
        </p:txBody>
      </p:sp>
      <p:sp>
        <p:nvSpPr>
          <p:cNvPr id="1104" name="text1104"/>
          <p:cNvSpPr txBox="1"/>
          <p:nvPr/>
        </p:nvSpPr>
        <p:spPr>
          <a:xfrm>
            <a:off x="11173968" y="4585063"/>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0.7</a:t>
            </a:r>
          </a:p>
        </p:txBody>
      </p:sp>
      <p:sp>
        <p:nvSpPr>
          <p:cNvPr id="1105" name="line1105"/>
          <p:cNvSpPr/>
          <p:nvPr/>
        </p:nvSpPr>
        <p:spPr>
          <a:xfrm>
            <a:off x="1216152" y="4911634"/>
            <a:ext cx="9811512" cy="0"/>
          </a:xfrm>
          <a:prstGeom prst="line">
            <a:avLst/>
          </a:prstGeom>
          <a:noFill/>
          <a:ln w="6985">
            <a:solidFill>
              <a:srgbClr val="262626"/>
            </a:solidFill>
            <a:prstDash val="solid"/>
          </a:ln>
        </p:spPr>
        <p:txBody>
          <a:bodyPr/>
          <a:lstStyle/>
          <a:p>
            <a:endParaRPr lang="uk-UA"/>
          </a:p>
        </p:txBody>
      </p:sp>
      <p:sp>
        <p:nvSpPr>
          <p:cNvPr id="1106" name="text1106"/>
          <p:cNvSpPr txBox="1"/>
          <p:nvPr/>
        </p:nvSpPr>
        <p:spPr>
          <a:xfrm>
            <a:off x="521208" y="4856770"/>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20°</a:t>
            </a:r>
          </a:p>
        </p:txBody>
      </p:sp>
      <p:sp>
        <p:nvSpPr>
          <p:cNvPr id="1107" name="text1107"/>
          <p:cNvSpPr txBox="1"/>
          <p:nvPr/>
        </p:nvSpPr>
        <p:spPr>
          <a:xfrm>
            <a:off x="11173968" y="4856770"/>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0.6</a:t>
            </a:r>
          </a:p>
        </p:txBody>
      </p:sp>
      <p:sp>
        <p:nvSpPr>
          <p:cNvPr id="1108" name="line1108"/>
          <p:cNvSpPr/>
          <p:nvPr/>
        </p:nvSpPr>
        <p:spPr>
          <a:xfrm>
            <a:off x="1216152" y="5183342"/>
            <a:ext cx="9811512" cy="0"/>
          </a:xfrm>
          <a:prstGeom prst="line">
            <a:avLst/>
          </a:prstGeom>
          <a:noFill/>
          <a:ln w="6985">
            <a:solidFill>
              <a:srgbClr val="262626"/>
            </a:solidFill>
            <a:prstDash val="solid"/>
          </a:ln>
        </p:spPr>
        <p:txBody>
          <a:bodyPr/>
          <a:lstStyle/>
          <a:p>
            <a:endParaRPr lang="uk-UA"/>
          </a:p>
        </p:txBody>
      </p:sp>
      <p:sp>
        <p:nvSpPr>
          <p:cNvPr id="1109" name="text1109"/>
          <p:cNvSpPr txBox="1"/>
          <p:nvPr/>
        </p:nvSpPr>
        <p:spPr>
          <a:xfrm>
            <a:off x="521208" y="5128478"/>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15°</a:t>
            </a:r>
          </a:p>
        </p:txBody>
      </p:sp>
      <p:sp>
        <p:nvSpPr>
          <p:cNvPr id="1110" name="text1110"/>
          <p:cNvSpPr txBox="1"/>
          <p:nvPr/>
        </p:nvSpPr>
        <p:spPr>
          <a:xfrm>
            <a:off x="11173968" y="5128478"/>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0.4</a:t>
            </a:r>
          </a:p>
        </p:txBody>
      </p:sp>
      <p:sp>
        <p:nvSpPr>
          <p:cNvPr id="1111" name="line1111"/>
          <p:cNvSpPr/>
          <p:nvPr/>
        </p:nvSpPr>
        <p:spPr>
          <a:xfrm>
            <a:off x="1216152" y="5455049"/>
            <a:ext cx="9811512" cy="0"/>
          </a:xfrm>
          <a:prstGeom prst="line">
            <a:avLst/>
          </a:prstGeom>
          <a:noFill/>
          <a:ln w="6985">
            <a:solidFill>
              <a:srgbClr val="262626"/>
            </a:solidFill>
            <a:prstDash val="solid"/>
          </a:ln>
        </p:spPr>
        <p:txBody>
          <a:bodyPr/>
          <a:lstStyle/>
          <a:p>
            <a:endParaRPr lang="uk-UA"/>
          </a:p>
        </p:txBody>
      </p:sp>
      <p:sp>
        <p:nvSpPr>
          <p:cNvPr id="1112" name="text1112"/>
          <p:cNvSpPr txBox="1"/>
          <p:nvPr/>
        </p:nvSpPr>
        <p:spPr>
          <a:xfrm>
            <a:off x="521208" y="5400185"/>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10°</a:t>
            </a:r>
          </a:p>
        </p:txBody>
      </p:sp>
      <p:sp>
        <p:nvSpPr>
          <p:cNvPr id="1113" name="text1113"/>
          <p:cNvSpPr txBox="1"/>
          <p:nvPr/>
        </p:nvSpPr>
        <p:spPr>
          <a:xfrm>
            <a:off x="11173968" y="5400185"/>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0.3</a:t>
            </a:r>
          </a:p>
        </p:txBody>
      </p:sp>
      <p:sp>
        <p:nvSpPr>
          <p:cNvPr id="1114" name="line1114"/>
          <p:cNvSpPr/>
          <p:nvPr/>
        </p:nvSpPr>
        <p:spPr>
          <a:xfrm>
            <a:off x="1216152" y="5726757"/>
            <a:ext cx="9811512" cy="0"/>
          </a:xfrm>
          <a:prstGeom prst="line">
            <a:avLst/>
          </a:prstGeom>
          <a:noFill/>
          <a:ln w="6985">
            <a:solidFill>
              <a:srgbClr val="262626"/>
            </a:solidFill>
            <a:prstDash val="solid"/>
          </a:ln>
        </p:spPr>
        <p:txBody>
          <a:bodyPr/>
          <a:lstStyle/>
          <a:p>
            <a:endParaRPr lang="uk-UA"/>
          </a:p>
        </p:txBody>
      </p:sp>
      <p:sp>
        <p:nvSpPr>
          <p:cNvPr id="1115" name="text1115"/>
          <p:cNvSpPr txBox="1"/>
          <p:nvPr/>
        </p:nvSpPr>
        <p:spPr>
          <a:xfrm>
            <a:off x="521208" y="5671893"/>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5°</a:t>
            </a:r>
          </a:p>
        </p:txBody>
      </p:sp>
      <p:sp>
        <p:nvSpPr>
          <p:cNvPr id="1116" name="text1116"/>
          <p:cNvSpPr txBox="1"/>
          <p:nvPr/>
        </p:nvSpPr>
        <p:spPr>
          <a:xfrm>
            <a:off x="11173968" y="5671893"/>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0.1</a:t>
            </a:r>
          </a:p>
        </p:txBody>
      </p:sp>
      <p:sp>
        <p:nvSpPr>
          <p:cNvPr id="1117" name="line1117"/>
          <p:cNvSpPr/>
          <p:nvPr/>
        </p:nvSpPr>
        <p:spPr>
          <a:xfrm>
            <a:off x="1216152" y="5998464"/>
            <a:ext cx="9811512" cy="0"/>
          </a:xfrm>
          <a:prstGeom prst="line">
            <a:avLst/>
          </a:prstGeom>
          <a:noFill/>
          <a:ln w="6985">
            <a:solidFill>
              <a:srgbClr val="262626"/>
            </a:solidFill>
            <a:prstDash val="solid"/>
          </a:ln>
        </p:spPr>
        <p:txBody>
          <a:bodyPr/>
          <a:lstStyle/>
          <a:p>
            <a:endParaRPr lang="uk-UA"/>
          </a:p>
        </p:txBody>
      </p:sp>
      <p:sp>
        <p:nvSpPr>
          <p:cNvPr id="1118" name="text1118"/>
          <p:cNvSpPr txBox="1"/>
          <p:nvPr/>
        </p:nvSpPr>
        <p:spPr>
          <a:xfrm>
            <a:off x="521208" y="5943600"/>
            <a:ext cx="438912" cy="118872"/>
          </a:xfrm>
          <a:prstGeom prst="rect">
            <a:avLst/>
          </a:prstGeom>
          <a:noFill/>
          <a:ln>
            <a:noFill/>
          </a:ln>
        </p:spPr>
        <p:txBody>
          <a:bodyPr wrap="none" lIns="0" tIns="0" rIns="0" bIns="0">
            <a:normAutofit/>
          </a:bodyPr>
          <a:lstStyle/>
          <a:p>
            <a:pPr algn="r"/>
            <a:r>
              <a:rPr lang="uk-UA" sz="700">
                <a:solidFill>
                  <a:srgbClr val="B8B8B8"/>
                </a:solidFill>
                <a:latin typeface="Aptos"/>
                <a:cs typeface="Aptos"/>
              </a:rPr>
              <a:t>0°</a:t>
            </a:r>
          </a:p>
        </p:txBody>
      </p:sp>
      <p:sp>
        <p:nvSpPr>
          <p:cNvPr id="1119" name="text1119"/>
          <p:cNvSpPr txBox="1"/>
          <p:nvPr/>
        </p:nvSpPr>
        <p:spPr>
          <a:xfrm>
            <a:off x="11173968" y="5943600"/>
            <a:ext cx="347472" cy="118872"/>
          </a:xfrm>
          <a:prstGeom prst="rect">
            <a:avLst/>
          </a:prstGeom>
          <a:noFill/>
          <a:ln>
            <a:noFill/>
          </a:ln>
        </p:spPr>
        <p:txBody>
          <a:bodyPr wrap="none" lIns="0" tIns="0" rIns="0" bIns="0">
            <a:normAutofit/>
          </a:bodyPr>
          <a:lstStyle/>
          <a:p>
            <a:pPr algn="l"/>
            <a:r>
              <a:rPr lang="uk-UA" sz="700">
                <a:solidFill>
                  <a:srgbClr val="B8B8B8"/>
                </a:solidFill>
                <a:latin typeface="Aptos"/>
                <a:cs typeface="Aptos"/>
              </a:rPr>
              <a:t>0.0</a:t>
            </a:r>
          </a:p>
        </p:txBody>
      </p:sp>
      <p:sp>
        <p:nvSpPr>
          <p:cNvPr id="1120" name="text1120"/>
          <p:cNvSpPr txBox="1"/>
          <p:nvPr/>
        </p:nvSpPr>
        <p:spPr>
          <a:xfrm>
            <a:off x="576072" y="3941064"/>
            <a:ext cx="274320" cy="109728"/>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°C</a:t>
            </a:r>
          </a:p>
        </p:txBody>
      </p:sp>
      <p:sp>
        <p:nvSpPr>
          <p:cNvPr id="1121" name="text1121"/>
          <p:cNvSpPr txBox="1"/>
          <p:nvPr/>
        </p:nvSpPr>
        <p:spPr>
          <a:xfrm>
            <a:off x="11055096" y="3941064"/>
            <a:ext cx="493776" cy="109728"/>
          </a:xfrm>
          <a:prstGeom prst="rect">
            <a:avLst/>
          </a:prstGeom>
          <a:noFill/>
          <a:ln>
            <a:noFill/>
          </a:ln>
        </p:spPr>
        <p:txBody>
          <a:bodyPr wrap="none" lIns="0" tIns="0" rIns="0" bIns="0">
            <a:normAutofit/>
          </a:bodyPr>
          <a:lstStyle/>
          <a:p>
            <a:pPr algn="ctr"/>
            <a:r>
              <a:rPr lang="uk-UA" sz="700" b="1">
                <a:solidFill>
                  <a:srgbClr val="FFFFFF"/>
                </a:solidFill>
                <a:latin typeface="Aptos"/>
                <a:cs typeface="Aptos"/>
              </a:rPr>
              <a:t>мм/год</a:t>
            </a:r>
          </a:p>
        </p:txBody>
      </p:sp>
      <p:sp>
        <p:nvSpPr>
          <p:cNvPr id="1122" name="line1122"/>
          <p:cNvSpPr/>
          <p:nvPr/>
        </p:nvSpPr>
        <p:spPr>
          <a:xfrm>
            <a:off x="1257033" y="4096512"/>
            <a:ext cx="0" cy="1901952"/>
          </a:xfrm>
          <a:prstGeom prst="line">
            <a:avLst/>
          </a:prstGeom>
          <a:noFill/>
          <a:ln w="4445">
            <a:solidFill>
              <a:srgbClr val="292929"/>
            </a:solidFill>
            <a:prstDash val="solid"/>
          </a:ln>
        </p:spPr>
        <p:txBody>
          <a:bodyPr/>
          <a:lstStyle/>
          <a:p>
            <a:endParaRPr lang="uk-UA"/>
          </a:p>
        </p:txBody>
      </p:sp>
      <p:sp>
        <p:nvSpPr>
          <p:cNvPr id="1123" name="text1123"/>
          <p:cNvSpPr txBox="1"/>
          <p:nvPr/>
        </p:nvSpPr>
        <p:spPr>
          <a:xfrm>
            <a:off x="103757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24" name="text1124"/>
          <p:cNvSpPr txBox="1"/>
          <p:nvPr/>
        </p:nvSpPr>
        <p:spPr>
          <a:xfrm>
            <a:off x="1028433" y="6144768"/>
            <a:ext cx="457200" cy="109728"/>
          </a:xfrm>
          <a:prstGeom prst="rect">
            <a:avLst/>
          </a:prstGeom>
          <a:noFill/>
          <a:ln>
            <a:noFill/>
          </a:ln>
        </p:spPr>
        <p:txBody>
          <a:bodyPr wrap="none" lIns="0" tIns="0" rIns="0" bIns="0">
            <a:normAutofit/>
          </a:bodyPr>
          <a:lstStyle/>
          <a:p>
            <a:pPr algn="ctr"/>
            <a:r>
              <a:rPr lang="uk-UA" sz="600">
                <a:solidFill>
                  <a:srgbClr val="AFAFAF"/>
                </a:solidFill>
                <a:latin typeface="Aptos"/>
                <a:cs typeface="Aptos"/>
              </a:rPr>
              <a:t>06.09</a:t>
            </a:r>
          </a:p>
        </p:txBody>
      </p:sp>
      <p:sp>
        <p:nvSpPr>
          <p:cNvPr id="1125" name="line1125"/>
          <p:cNvSpPr/>
          <p:nvPr/>
        </p:nvSpPr>
        <p:spPr>
          <a:xfrm>
            <a:off x="1747609" y="4096512"/>
            <a:ext cx="0" cy="1901952"/>
          </a:xfrm>
          <a:prstGeom prst="line">
            <a:avLst/>
          </a:prstGeom>
          <a:noFill/>
          <a:ln w="9525">
            <a:solidFill>
              <a:srgbClr val="505050"/>
            </a:solidFill>
            <a:prstDash val="solid"/>
          </a:ln>
        </p:spPr>
        <p:txBody>
          <a:bodyPr/>
          <a:lstStyle/>
          <a:p>
            <a:endParaRPr lang="uk-UA"/>
          </a:p>
        </p:txBody>
      </p:sp>
      <p:sp>
        <p:nvSpPr>
          <p:cNvPr id="1126" name="text1126"/>
          <p:cNvSpPr txBox="1"/>
          <p:nvPr/>
        </p:nvSpPr>
        <p:spPr>
          <a:xfrm>
            <a:off x="152815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27" name="text1127"/>
          <p:cNvSpPr txBox="1"/>
          <p:nvPr/>
        </p:nvSpPr>
        <p:spPr>
          <a:xfrm>
            <a:off x="1519009"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07.09</a:t>
            </a:r>
          </a:p>
        </p:txBody>
      </p:sp>
      <p:sp>
        <p:nvSpPr>
          <p:cNvPr id="1128" name="line1128"/>
          <p:cNvSpPr/>
          <p:nvPr/>
        </p:nvSpPr>
        <p:spPr>
          <a:xfrm>
            <a:off x="2238185" y="4096512"/>
            <a:ext cx="0" cy="1901952"/>
          </a:xfrm>
          <a:prstGeom prst="line">
            <a:avLst/>
          </a:prstGeom>
          <a:noFill/>
          <a:ln w="4445">
            <a:solidFill>
              <a:srgbClr val="292929"/>
            </a:solidFill>
            <a:prstDash val="solid"/>
          </a:ln>
        </p:spPr>
        <p:txBody>
          <a:bodyPr/>
          <a:lstStyle/>
          <a:p>
            <a:endParaRPr lang="uk-UA"/>
          </a:p>
        </p:txBody>
      </p:sp>
      <p:sp>
        <p:nvSpPr>
          <p:cNvPr id="1129" name="text1129"/>
          <p:cNvSpPr txBox="1"/>
          <p:nvPr/>
        </p:nvSpPr>
        <p:spPr>
          <a:xfrm>
            <a:off x="2018729"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30" name="line1130"/>
          <p:cNvSpPr/>
          <p:nvPr/>
        </p:nvSpPr>
        <p:spPr>
          <a:xfrm>
            <a:off x="2728760" y="4096512"/>
            <a:ext cx="0" cy="1901952"/>
          </a:xfrm>
          <a:prstGeom prst="line">
            <a:avLst/>
          </a:prstGeom>
          <a:noFill/>
          <a:ln w="4445">
            <a:solidFill>
              <a:srgbClr val="292929"/>
            </a:solidFill>
            <a:prstDash val="solid"/>
          </a:ln>
        </p:spPr>
        <p:txBody>
          <a:bodyPr/>
          <a:lstStyle/>
          <a:p>
            <a:endParaRPr lang="uk-UA"/>
          </a:p>
        </p:txBody>
      </p:sp>
      <p:sp>
        <p:nvSpPr>
          <p:cNvPr id="1131" name="text1131"/>
          <p:cNvSpPr txBox="1"/>
          <p:nvPr/>
        </p:nvSpPr>
        <p:spPr>
          <a:xfrm>
            <a:off x="2509304"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32" name="line1132"/>
          <p:cNvSpPr/>
          <p:nvPr/>
        </p:nvSpPr>
        <p:spPr>
          <a:xfrm>
            <a:off x="3219336" y="4096512"/>
            <a:ext cx="0" cy="1901952"/>
          </a:xfrm>
          <a:prstGeom prst="line">
            <a:avLst/>
          </a:prstGeom>
          <a:noFill/>
          <a:ln w="4445">
            <a:solidFill>
              <a:srgbClr val="292929"/>
            </a:solidFill>
            <a:prstDash val="solid"/>
          </a:ln>
        </p:spPr>
        <p:txBody>
          <a:bodyPr/>
          <a:lstStyle/>
          <a:p>
            <a:endParaRPr lang="uk-UA"/>
          </a:p>
        </p:txBody>
      </p:sp>
      <p:sp>
        <p:nvSpPr>
          <p:cNvPr id="1133" name="text1133"/>
          <p:cNvSpPr txBox="1"/>
          <p:nvPr/>
        </p:nvSpPr>
        <p:spPr>
          <a:xfrm>
            <a:off x="2999880"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34" name="line1134"/>
          <p:cNvSpPr/>
          <p:nvPr/>
        </p:nvSpPr>
        <p:spPr>
          <a:xfrm>
            <a:off x="3709911" y="4096512"/>
            <a:ext cx="0" cy="1901952"/>
          </a:xfrm>
          <a:prstGeom prst="line">
            <a:avLst/>
          </a:prstGeom>
          <a:noFill/>
          <a:ln w="9525">
            <a:solidFill>
              <a:srgbClr val="505050"/>
            </a:solidFill>
            <a:prstDash val="solid"/>
          </a:ln>
        </p:spPr>
        <p:txBody>
          <a:bodyPr/>
          <a:lstStyle/>
          <a:p>
            <a:endParaRPr lang="uk-UA"/>
          </a:p>
        </p:txBody>
      </p:sp>
      <p:sp>
        <p:nvSpPr>
          <p:cNvPr id="1135" name="text1135"/>
          <p:cNvSpPr txBox="1"/>
          <p:nvPr/>
        </p:nvSpPr>
        <p:spPr>
          <a:xfrm>
            <a:off x="3490455"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36" name="text1136"/>
          <p:cNvSpPr txBox="1"/>
          <p:nvPr/>
        </p:nvSpPr>
        <p:spPr>
          <a:xfrm>
            <a:off x="3481311"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08.09</a:t>
            </a:r>
          </a:p>
        </p:txBody>
      </p:sp>
      <p:sp>
        <p:nvSpPr>
          <p:cNvPr id="1137" name="line1137"/>
          <p:cNvSpPr/>
          <p:nvPr/>
        </p:nvSpPr>
        <p:spPr>
          <a:xfrm>
            <a:off x="4200487" y="4096512"/>
            <a:ext cx="0" cy="1901952"/>
          </a:xfrm>
          <a:prstGeom prst="line">
            <a:avLst/>
          </a:prstGeom>
          <a:noFill/>
          <a:ln w="4445">
            <a:solidFill>
              <a:srgbClr val="292929"/>
            </a:solidFill>
            <a:prstDash val="solid"/>
          </a:ln>
        </p:spPr>
        <p:txBody>
          <a:bodyPr/>
          <a:lstStyle/>
          <a:p>
            <a:endParaRPr lang="uk-UA"/>
          </a:p>
        </p:txBody>
      </p:sp>
      <p:sp>
        <p:nvSpPr>
          <p:cNvPr id="1138" name="text1138"/>
          <p:cNvSpPr txBox="1"/>
          <p:nvPr/>
        </p:nvSpPr>
        <p:spPr>
          <a:xfrm>
            <a:off x="3981031"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39" name="line1139"/>
          <p:cNvSpPr/>
          <p:nvPr/>
        </p:nvSpPr>
        <p:spPr>
          <a:xfrm>
            <a:off x="4691063" y="4096512"/>
            <a:ext cx="0" cy="1901952"/>
          </a:xfrm>
          <a:prstGeom prst="line">
            <a:avLst/>
          </a:prstGeom>
          <a:noFill/>
          <a:ln w="4445">
            <a:solidFill>
              <a:srgbClr val="292929"/>
            </a:solidFill>
            <a:prstDash val="solid"/>
          </a:ln>
        </p:spPr>
        <p:txBody>
          <a:bodyPr/>
          <a:lstStyle/>
          <a:p>
            <a:endParaRPr lang="uk-UA"/>
          </a:p>
        </p:txBody>
      </p:sp>
      <p:sp>
        <p:nvSpPr>
          <p:cNvPr id="1140" name="text1140"/>
          <p:cNvSpPr txBox="1"/>
          <p:nvPr/>
        </p:nvSpPr>
        <p:spPr>
          <a:xfrm>
            <a:off x="447160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41" name="line1141"/>
          <p:cNvSpPr/>
          <p:nvPr/>
        </p:nvSpPr>
        <p:spPr>
          <a:xfrm>
            <a:off x="5181638" y="4096512"/>
            <a:ext cx="0" cy="1901952"/>
          </a:xfrm>
          <a:prstGeom prst="line">
            <a:avLst/>
          </a:prstGeom>
          <a:noFill/>
          <a:ln w="4445">
            <a:solidFill>
              <a:srgbClr val="292929"/>
            </a:solidFill>
            <a:prstDash val="solid"/>
          </a:ln>
        </p:spPr>
        <p:txBody>
          <a:bodyPr/>
          <a:lstStyle/>
          <a:p>
            <a:endParaRPr lang="uk-UA"/>
          </a:p>
        </p:txBody>
      </p:sp>
      <p:sp>
        <p:nvSpPr>
          <p:cNvPr id="1142" name="text1142"/>
          <p:cNvSpPr txBox="1"/>
          <p:nvPr/>
        </p:nvSpPr>
        <p:spPr>
          <a:xfrm>
            <a:off x="4962182"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43" name="line1143"/>
          <p:cNvSpPr/>
          <p:nvPr/>
        </p:nvSpPr>
        <p:spPr>
          <a:xfrm>
            <a:off x="5672214" y="4096512"/>
            <a:ext cx="0" cy="1901952"/>
          </a:xfrm>
          <a:prstGeom prst="line">
            <a:avLst/>
          </a:prstGeom>
          <a:noFill/>
          <a:ln w="9525">
            <a:solidFill>
              <a:srgbClr val="505050"/>
            </a:solidFill>
            <a:prstDash val="solid"/>
          </a:ln>
        </p:spPr>
        <p:txBody>
          <a:bodyPr/>
          <a:lstStyle/>
          <a:p>
            <a:endParaRPr lang="uk-UA"/>
          </a:p>
        </p:txBody>
      </p:sp>
      <p:sp>
        <p:nvSpPr>
          <p:cNvPr id="1144" name="text1144"/>
          <p:cNvSpPr txBox="1"/>
          <p:nvPr/>
        </p:nvSpPr>
        <p:spPr>
          <a:xfrm>
            <a:off x="5452758"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45" name="text1145"/>
          <p:cNvSpPr txBox="1"/>
          <p:nvPr/>
        </p:nvSpPr>
        <p:spPr>
          <a:xfrm>
            <a:off x="5443614"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09.09</a:t>
            </a:r>
          </a:p>
        </p:txBody>
      </p:sp>
      <p:sp>
        <p:nvSpPr>
          <p:cNvPr id="1146" name="line1146"/>
          <p:cNvSpPr/>
          <p:nvPr/>
        </p:nvSpPr>
        <p:spPr>
          <a:xfrm>
            <a:off x="6162789" y="4096512"/>
            <a:ext cx="0" cy="1901952"/>
          </a:xfrm>
          <a:prstGeom prst="line">
            <a:avLst/>
          </a:prstGeom>
          <a:noFill/>
          <a:ln w="4445">
            <a:solidFill>
              <a:srgbClr val="292929"/>
            </a:solidFill>
            <a:prstDash val="solid"/>
          </a:ln>
        </p:spPr>
        <p:txBody>
          <a:bodyPr/>
          <a:lstStyle/>
          <a:p>
            <a:endParaRPr lang="uk-UA"/>
          </a:p>
        </p:txBody>
      </p:sp>
      <p:sp>
        <p:nvSpPr>
          <p:cNvPr id="1147" name="text1147"/>
          <p:cNvSpPr txBox="1"/>
          <p:nvPr/>
        </p:nvSpPr>
        <p:spPr>
          <a:xfrm>
            <a:off x="594333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48" name="line1148"/>
          <p:cNvSpPr/>
          <p:nvPr/>
        </p:nvSpPr>
        <p:spPr>
          <a:xfrm>
            <a:off x="6653365" y="4096512"/>
            <a:ext cx="0" cy="1901952"/>
          </a:xfrm>
          <a:prstGeom prst="line">
            <a:avLst/>
          </a:prstGeom>
          <a:noFill/>
          <a:ln w="4445">
            <a:solidFill>
              <a:srgbClr val="292929"/>
            </a:solidFill>
            <a:prstDash val="solid"/>
          </a:ln>
        </p:spPr>
        <p:txBody>
          <a:bodyPr/>
          <a:lstStyle/>
          <a:p>
            <a:endParaRPr lang="uk-UA"/>
          </a:p>
        </p:txBody>
      </p:sp>
      <p:sp>
        <p:nvSpPr>
          <p:cNvPr id="1149" name="text1149"/>
          <p:cNvSpPr txBox="1"/>
          <p:nvPr/>
        </p:nvSpPr>
        <p:spPr>
          <a:xfrm>
            <a:off x="6433909"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50" name="line1150"/>
          <p:cNvSpPr/>
          <p:nvPr/>
        </p:nvSpPr>
        <p:spPr>
          <a:xfrm>
            <a:off x="7143941" y="4096512"/>
            <a:ext cx="0" cy="1901952"/>
          </a:xfrm>
          <a:prstGeom prst="line">
            <a:avLst/>
          </a:prstGeom>
          <a:noFill/>
          <a:ln w="4445">
            <a:solidFill>
              <a:srgbClr val="292929"/>
            </a:solidFill>
            <a:prstDash val="solid"/>
          </a:ln>
        </p:spPr>
        <p:txBody>
          <a:bodyPr/>
          <a:lstStyle/>
          <a:p>
            <a:endParaRPr lang="uk-UA"/>
          </a:p>
        </p:txBody>
      </p:sp>
      <p:sp>
        <p:nvSpPr>
          <p:cNvPr id="1151" name="text1151"/>
          <p:cNvSpPr txBox="1"/>
          <p:nvPr/>
        </p:nvSpPr>
        <p:spPr>
          <a:xfrm>
            <a:off x="6924485"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52" name="line1152"/>
          <p:cNvSpPr/>
          <p:nvPr/>
        </p:nvSpPr>
        <p:spPr>
          <a:xfrm>
            <a:off x="7634516" y="4096512"/>
            <a:ext cx="0" cy="1901952"/>
          </a:xfrm>
          <a:prstGeom prst="line">
            <a:avLst/>
          </a:prstGeom>
          <a:noFill/>
          <a:ln w="9525">
            <a:solidFill>
              <a:srgbClr val="505050"/>
            </a:solidFill>
            <a:prstDash val="solid"/>
          </a:ln>
        </p:spPr>
        <p:txBody>
          <a:bodyPr/>
          <a:lstStyle/>
          <a:p>
            <a:endParaRPr lang="uk-UA"/>
          </a:p>
        </p:txBody>
      </p:sp>
      <p:sp>
        <p:nvSpPr>
          <p:cNvPr id="1153" name="text1153"/>
          <p:cNvSpPr txBox="1"/>
          <p:nvPr/>
        </p:nvSpPr>
        <p:spPr>
          <a:xfrm>
            <a:off x="7415060"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54" name="text1154"/>
          <p:cNvSpPr txBox="1"/>
          <p:nvPr/>
        </p:nvSpPr>
        <p:spPr>
          <a:xfrm>
            <a:off x="7405916"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10.09</a:t>
            </a:r>
          </a:p>
        </p:txBody>
      </p:sp>
      <p:sp>
        <p:nvSpPr>
          <p:cNvPr id="1155" name="line1155"/>
          <p:cNvSpPr/>
          <p:nvPr/>
        </p:nvSpPr>
        <p:spPr>
          <a:xfrm>
            <a:off x="8125092" y="4096512"/>
            <a:ext cx="0" cy="1901952"/>
          </a:xfrm>
          <a:prstGeom prst="line">
            <a:avLst/>
          </a:prstGeom>
          <a:noFill/>
          <a:ln w="4445">
            <a:solidFill>
              <a:srgbClr val="292929"/>
            </a:solidFill>
            <a:prstDash val="solid"/>
          </a:ln>
        </p:spPr>
        <p:txBody>
          <a:bodyPr/>
          <a:lstStyle/>
          <a:p>
            <a:endParaRPr lang="uk-UA"/>
          </a:p>
        </p:txBody>
      </p:sp>
      <p:sp>
        <p:nvSpPr>
          <p:cNvPr id="1156" name="text1156"/>
          <p:cNvSpPr txBox="1"/>
          <p:nvPr/>
        </p:nvSpPr>
        <p:spPr>
          <a:xfrm>
            <a:off x="7905636"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57" name="line1157"/>
          <p:cNvSpPr/>
          <p:nvPr/>
        </p:nvSpPr>
        <p:spPr>
          <a:xfrm>
            <a:off x="8615667" y="4096512"/>
            <a:ext cx="0" cy="1901952"/>
          </a:xfrm>
          <a:prstGeom prst="line">
            <a:avLst/>
          </a:prstGeom>
          <a:noFill/>
          <a:ln w="4445">
            <a:solidFill>
              <a:srgbClr val="292929"/>
            </a:solidFill>
            <a:prstDash val="solid"/>
          </a:ln>
        </p:spPr>
        <p:txBody>
          <a:bodyPr/>
          <a:lstStyle/>
          <a:p>
            <a:endParaRPr lang="uk-UA"/>
          </a:p>
        </p:txBody>
      </p:sp>
      <p:sp>
        <p:nvSpPr>
          <p:cNvPr id="1158" name="text1158"/>
          <p:cNvSpPr txBox="1"/>
          <p:nvPr/>
        </p:nvSpPr>
        <p:spPr>
          <a:xfrm>
            <a:off x="8396211"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59" name="line1159"/>
          <p:cNvSpPr/>
          <p:nvPr/>
        </p:nvSpPr>
        <p:spPr>
          <a:xfrm>
            <a:off x="9106243" y="4096512"/>
            <a:ext cx="0" cy="1901952"/>
          </a:xfrm>
          <a:prstGeom prst="line">
            <a:avLst/>
          </a:prstGeom>
          <a:noFill/>
          <a:ln w="4445">
            <a:solidFill>
              <a:srgbClr val="292929"/>
            </a:solidFill>
            <a:prstDash val="solid"/>
          </a:ln>
        </p:spPr>
        <p:txBody>
          <a:bodyPr/>
          <a:lstStyle/>
          <a:p>
            <a:endParaRPr lang="uk-UA"/>
          </a:p>
        </p:txBody>
      </p:sp>
      <p:sp>
        <p:nvSpPr>
          <p:cNvPr id="1160" name="text1160"/>
          <p:cNvSpPr txBox="1"/>
          <p:nvPr/>
        </p:nvSpPr>
        <p:spPr>
          <a:xfrm>
            <a:off x="8886787"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18:00</a:t>
            </a:r>
          </a:p>
        </p:txBody>
      </p:sp>
      <p:sp>
        <p:nvSpPr>
          <p:cNvPr id="1161" name="line1161"/>
          <p:cNvSpPr/>
          <p:nvPr/>
        </p:nvSpPr>
        <p:spPr>
          <a:xfrm>
            <a:off x="9596819" y="4096512"/>
            <a:ext cx="0" cy="1901952"/>
          </a:xfrm>
          <a:prstGeom prst="line">
            <a:avLst/>
          </a:prstGeom>
          <a:noFill/>
          <a:ln w="9525">
            <a:solidFill>
              <a:srgbClr val="505050"/>
            </a:solidFill>
            <a:prstDash val="solid"/>
          </a:ln>
        </p:spPr>
        <p:txBody>
          <a:bodyPr/>
          <a:lstStyle/>
          <a:p>
            <a:endParaRPr lang="uk-UA"/>
          </a:p>
        </p:txBody>
      </p:sp>
      <p:sp>
        <p:nvSpPr>
          <p:cNvPr id="1162" name="text1162"/>
          <p:cNvSpPr txBox="1"/>
          <p:nvPr/>
        </p:nvSpPr>
        <p:spPr>
          <a:xfrm>
            <a:off x="9377363"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00:00</a:t>
            </a:r>
          </a:p>
        </p:txBody>
      </p:sp>
      <p:sp>
        <p:nvSpPr>
          <p:cNvPr id="1163" name="text1163"/>
          <p:cNvSpPr txBox="1"/>
          <p:nvPr/>
        </p:nvSpPr>
        <p:spPr>
          <a:xfrm>
            <a:off x="9368219" y="6144768"/>
            <a:ext cx="457200" cy="109728"/>
          </a:xfrm>
          <a:prstGeom prst="rect">
            <a:avLst/>
          </a:prstGeom>
          <a:noFill/>
          <a:ln>
            <a:noFill/>
          </a:ln>
        </p:spPr>
        <p:txBody>
          <a:bodyPr wrap="none" lIns="0" tIns="0" rIns="0" bIns="0">
            <a:normAutofit/>
          </a:bodyPr>
          <a:lstStyle/>
          <a:p>
            <a:pPr algn="ctr"/>
            <a:r>
              <a:rPr lang="uk-UA" sz="600" b="1">
                <a:solidFill>
                  <a:srgbClr val="FFFFFF"/>
                </a:solidFill>
                <a:latin typeface="Aptos"/>
                <a:cs typeface="Aptos"/>
              </a:rPr>
              <a:t>11.09</a:t>
            </a:r>
          </a:p>
        </p:txBody>
      </p:sp>
      <p:sp>
        <p:nvSpPr>
          <p:cNvPr id="1164" name="line1164"/>
          <p:cNvSpPr/>
          <p:nvPr/>
        </p:nvSpPr>
        <p:spPr>
          <a:xfrm>
            <a:off x="10087394" y="4096512"/>
            <a:ext cx="0" cy="1901952"/>
          </a:xfrm>
          <a:prstGeom prst="line">
            <a:avLst/>
          </a:prstGeom>
          <a:noFill/>
          <a:ln w="4445">
            <a:solidFill>
              <a:srgbClr val="292929"/>
            </a:solidFill>
            <a:prstDash val="solid"/>
          </a:ln>
        </p:spPr>
        <p:txBody>
          <a:bodyPr/>
          <a:lstStyle/>
          <a:p>
            <a:endParaRPr lang="uk-UA"/>
          </a:p>
        </p:txBody>
      </p:sp>
      <p:sp>
        <p:nvSpPr>
          <p:cNvPr id="1165" name="text1165"/>
          <p:cNvSpPr txBox="1"/>
          <p:nvPr/>
        </p:nvSpPr>
        <p:spPr>
          <a:xfrm>
            <a:off x="9867938"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06:00</a:t>
            </a:r>
          </a:p>
        </p:txBody>
      </p:sp>
      <p:sp>
        <p:nvSpPr>
          <p:cNvPr id="1166" name="line1166"/>
          <p:cNvSpPr/>
          <p:nvPr/>
        </p:nvSpPr>
        <p:spPr>
          <a:xfrm>
            <a:off x="10577970" y="4096512"/>
            <a:ext cx="0" cy="1901952"/>
          </a:xfrm>
          <a:prstGeom prst="line">
            <a:avLst/>
          </a:prstGeom>
          <a:noFill/>
          <a:ln w="4445">
            <a:solidFill>
              <a:srgbClr val="292929"/>
            </a:solidFill>
            <a:prstDash val="solid"/>
          </a:ln>
        </p:spPr>
        <p:txBody>
          <a:bodyPr/>
          <a:lstStyle/>
          <a:p>
            <a:endParaRPr lang="uk-UA"/>
          </a:p>
        </p:txBody>
      </p:sp>
      <p:sp>
        <p:nvSpPr>
          <p:cNvPr id="1167" name="text1167"/>
          <p:cNvSpPr txBox="1"/>
          <p:nvPr/>
        </p:nvSpPr>
        <p:spPr>
          <a:xfrm>
            <a:off x="10358514" y="6035040"/>
            <a:ext cx="438912" cy="109728"/>
          </a:xfrm>
          <a:prstGeom prst="rect">
            <a:avLst/>
          </a:prstGeom>
          <a:noFill/>
          <a:ln>
            <a:noFill/>
          </a:ln>
        </p:spPr>
        <p:txBody>
          <a:bodyPr wrap="none" lIns="0" tIns="0" rIns="0" bIns="0">
            <a:normAutofit/>
          </a:bodyPr>
          <a:lstStyle/>
          <a:p>
            <a:pPr algn="ctr"/>
            <a:r>
              <a:rPr lang="uk-UA" sz="600">
                <a:solidFill>
                  <a:srgbClr val="C8C8C8"/>
                </a:solidFill>
                <a:latin typeface="Aptos"/>
                <a:cs typeface="Aptos"/>
              </a:rPr>
              <a:t>12:00</a:t>
            </a:r>
          </a:p>
        </p:txBody>
      </p:sp>
      <p:sp>
        <p:nvSpPr>
          <p:cNvPr id="1168" name="line1168"/>
          <p:cNvSpPr/>
          <p:nvPr/>
        </p:nvSpPr>
        <p:spPr>
          <a:xfrm>
            <a:off x="1216152" y="4096512"/>
            <a:ext cx="0" cy="1901952"/>
          </a:xfrm>
          <a:prstGeom prst="line">
            <a:avLst/>
          </a:prstGeom>
          <a:noFill/>
          <a:ln w="10160">
            <a:solidFill>
              <a:srgbClr val="484848"/>
            </a:solidFill>
            <a:prstDash val="solid"/>
          </a:ln>
        </p:spPr>
        <p:txBody>
          <a:bodyPr/>
          <a:lstStyle/>
          <a:p>
            <a:endParaRPr lang="uk-UA"/>
          </a:p>
        </p:txBody>
      </p:sp>
      <p:sp>
        <p:nvSpPr>
          <p:cNvPr id="1169" name="line1169"/>
          <p:cNvSpPr/>
          <p:nvPr/>
        </p:nvSpPr>
        <p:spPr>
          <a:xfrm>
            <a:off x="11027664" y="4096512"/>
            <a:ext cx="0" cy="1901952"/>
          </a:xfrm>
          <a:prstGeom prst="line">
            <a:avLst/>
          </a:prstGeom>
          <a:noFill/>
          <a:ln w="10160">
            <a:solidFill>
              <a:srgbClr val="484848"/>
            </a:solidFill>
            <a:prstDash val="solid"/>
          </a:ln>
        </p:spPr>
        <p:txBody>
          <a:bodyPr/>
          <a:lstStyle/>
          <a:p>
            <a:endParaRPr lang="uk-UA"/>
          </a:p>
        </p:txBody>
      </p:sp>
      <p:sp>
        <p:nvSpPr>
          <p:cNvPr id="1170" name="shape1170"/>
          <p:cNvSpPr/>
          <p:nvPr/>
        </p:nvSpPr>
        <p:spPr>
          <a:xfrm>
            <a:off x="2699326" y="5808269"/>
            <a:ext cx="58869" cy="190195"/>
          </a:xfrm>
          <a:prstGeom prst="rect">
            <a:avLst/>
          </a:prstGeom>
          <a:solidFill>
            <a:srgbClr val="1E557F"/>
          </a:solidFill>
          <a:ln>
            <a:noFill/>
          </a:ln>
        </p:spPr>
        <p:txBody>
          <a:bodyPr/>
          <a:lstStyle/>
          <a:p>
            <a:endParaRPr lang="uk-UA"/>
          </a:p>
        </p:txBody>
      </p:sp>
      <p:sp>
        <p:nvSpPr>
          <p:cNvPr id="1171" name="line1171"/>
          <p:cNvSpPr/>
          <p:nvPr/>
        </p:nvSpPr>
        <p:spPr>
          <a:xfrm>
            <a:off x="1257033" y="5042054"/>
            <a:ext cx="81763" cy="76078"/>
          </a:xfrm>
          <a:prstGeom prst="line">
            <a:avLst/>
          </a:prstGeom>
          <a:noFill/>
          <a:ln w="19685">
            <a:solidFill>
              <a:srgbClr val="FFB347"/>
            </a:solidFill>
            <a:prstDash val="solid"/>
          </a:ln>
        </p:spPr>
        <p:txBody>
          <a:bodyPr/>
          <a:lstStyle/>
          <a:p>
            <a:endParaRPr lang="uk-UA"/>
          </a:p>
        </p:txBody>
      </p:sp>
      <p:sp>
        <p:nvSpPr>
          <p:cNvPr id="1172" name="line1172"/>
          <p:cNvSpPr/>
          <p:nvPr/>
        </p:nvSpPr>
        <p:spPr>
          <a:xfrm>
            <a:off x="1338796" y="5118132"/>
            <a:ext cx="81763" cy="70644"/>
          </a:xfrm>
          <a:prstGeom prst="line">
            <a:avLst/>
          </a:prstGeom>
          <a:noFill/>
          <a:ln w="19685">
            <a:solidFill>
              <a:srgbClr val="FFB347"/>
            </a:solidFill>
            <a:prstDash val="solid"/>
          </a:ln>
        </p:spPr>
        <p:txBody>
          <a:bodyPr/>
          <a:lstStyle/>
          <a:p>
            <a:endParaRPr lang="uk-UA"/>
          </a:p>
        </p:txBody>
      </p:sp>
      <p:sp>
        <p:nvSpPr>
          <p:cNvPr id="1173" name="line1173"/>
          <p:cNvSpPr/>
          <p:nvPr/>
        </p:nvSpPr>
        <p:spPr>
          <a:xfrm>
            <a:off x="1420559" y="5188776"/>
            <a:ext cx="81763" cy="48907"/>
          </a:xfrm>
          <a:prstGeom prst="line">
            <a:avLst/>
          </a:prstGeom>
          <a:noFill/>
          <a:ln w="19685">
            <a:solidFill>
              <a:srgbClr val="FFB347"/>
            </a:solidFill>
            <a:prstDash val="solid"/>
          </a:ln>
        </p:spPr>
        <p:txBody>
          <a:bodyPr/>
          <a:lstStyle/>
          <a:p>
            <a:endParaRPr lang="uk-UA"/>
          </a:p>
        </p:txBody>
      </p:sp>
      <p:sp>
        <p:nvSpPr>
          <p:cNvPr id="1174" name="line1174"/>
          <p:cNvSpPr/>
          <p:nvPr/>
        </p:nvSpPr>
        <p:spPr>
          <a:xfrm>
            <a:off x="1502321" y="5237683"/>
            <a:ext cx="81763" cy="38039"/>
          </a:xfrm>
          <a:prstGeom prst="line">
            <a:avLst/>
          </a:prstGeom>
          <a:noFill/>
          <a:ln w="19685">
            <a:solidFill>
              <a:srgbClr val="FFB347"/>
            </a:solidFill>
            <a:prstDash val="solid"/>
          </a:ln>
        </p:spPr>
        <p:txBody>
          <a:bodyPr/>
          <a:lstStyle/>
          <a:p>
            <a:endParaRPr lang="uk-UA"/>
          </a:p>
        </p:txBody>
      </p:sp>
      <p:sp>
        <p:nvSpPr>
          <p:cNvPr id="1175" name="line1175"/>
          <p:cNvSpPr/>
          <p:nvPr/>
        </p:nvSpPr>
        <p:spPr>
          <a:xfrm>
            <a:off x="1584084" y="5275722"/>
            <a:ext cx="81763" cy="27171"/>
          </a:xfrm>
          <a:prstGeom prst="line">
            <a:avLst/>
          </a:prstGeom>
          <a:noFill/>
          <a:ln w="19685">
            <a:solidFill>
              <a:srgbClr val="FFB347"/>
            </a:solidFill>
            <a:prstDash val="solid"/>
          </a:ln>
        </p:spPr>
        <p:txBody>
          <a:bodyPr/>
          <a:lstStyle/>
          <a:p>
            <a:endParaRPr lang="uk-UA"/>
          </a:p>
        </p:txBody>
      </p:sp>
      <p:sp>
        <p:nvSpPr>
          <p:cNvPr id="1176" name="line1176"/>
          <p:cNvSpPr/>
          <p:nvPr/>
        </p:nvSpPr>
        <p:spPr>
          <a:xfrm>
            <a:off x="1665846" y="5302893"/>
            <a:ext cx="81763" cy="21737"/>
          </a:xfrm>
          <a:prstGeom prst="line">
            <a:avLst/>
          </a:prstGeom>
          <a:noFill/>
          <a:ln w="19685">
            <a:solidFill>
              <a:srgbClr val="FFB347"/>
            </a:solidFill>
            <a:prstDash val="solid"/>
          </a:ln>
        </p:spPr>
        <p:txBody>
          <a:bodyPr/>
          <a:lstStyle/>
          <a:p>
            <a:endParaRPr lang="uk-UA"/>
          </a:p>
        </p:txBody>
      </p:sp>
      <p:sp>
        <p:nvSpPr>
          <p:cNvPr id="1177" name="line1177"/>
          <p:cNvSpPr/>
          <p:nvPr/>
        </p:nvSpPr>
        <p:spPr>
          <a:xfrm>
            <a:off x="1747609" y="5324630"/>
            <a:ext cx="81763" cy="27171"/>
          </a:xfrm>
          <a:prstGeom prst="line">
            <a:avLst/>
          </a:prstGeom>
          <a:noFill/>
          <a:ln w="19685">
            <a:solidFill>
              <a:srgbClr val="FFB347"/>
            </a:solidFill>
            <a:prstDash val="solid"/>
          </a:ln>
        </p:spPr>
        <p:txBody>
          <a:bodyPr/>
          <a:lstStyle/>
          <a:p>
            <a:endParaRPr lang="uk-UA"/>
          </a:p>
        </p:txBody>
      </p:sp>
      <p:sp>
        <p:nvSpPr>
          <p:cNvPr id="1178" name="line1178"/>
          <p:cNvSpPr/>
          <p:nvPr/>
        </p:nvSpPr>
        <p:spPr>
          <a:xfrm>
            <a:off x="1829372" y="5351800"/>
            <a:ext cx="81763" cy="38039"/>
          </a:xfrm>
          <a:prstGeom prst="line">
            <a:avLst/>
          </a:prstGeom>
          <a:noFill/>
          <a:ln w="19685">
            <a:solidFill>
              <a:srgbClr val="FFB347"/>
            </a:solidFill>
            <a:prstDash val="solid"/>
          </a:ln>
        </p:spPr>
        <p:txBody>
          <a:bodyPr/>
          <a:lstStyle/>
          <a:p>
            <a:endParaRPr lang="uk-UA"/>
          </a:p>
        </p:txBody>
      </p:sp>
      <p:sp>
        <p:nvSpPr>
          <p:cNvPr id="1179" name="line1179"/>
          <p:cNvSpPr/>
          <p:nvPr/>
        </p:nvSpPr>
        <p:spPr>
          <a:xfrm>
            <a:off x="1911134" y="5389839"/>
            <a:ext cx="81763" cy="32605"/>
          </a:xfrm>
          <a:prstGeom prst="line">
            <a:avLst/>
          </a:prstGeom>
          <a:noFill/>
          <a:ln w="19685">
            <a:solidFill>
              <a:srgbClr val="FFB347"/>
            </a:solidFill>
            <a:prstDash val="solid"/>
          </a:ln>
        </p:spPr>
        <p:txBody>
          <a:bodyPr/>
          <a:lstStyle/>
          <a:p>
            <a:endParaRPr lang="uk-UA"/>
          </a:p>
        </p:txBody>
      </p:sp>
      <p:sp>
        <p:nvSpPr>
          <p:cNvPr id="1180" name="line1180"/>
          <p:cNvSpPr/>
          <p:nvPr/>
        </p:nvSpPr>
        <p:spPr>
          <a:xfrm>
            <a:off x="1992897" y="5422444"/>
            <a:ext cx="81763" cy="27171"/>
          </a:xfrm>
          <a:prstGeom prst="line">
            <a:avLst/>
          </a:prstGeom>
          <a:noFill/>
          <a:ln w="19685">
            <a:solidFill>
              <a:srgbClr val="FFB347"/>
            </a:solidFill>
            <a:prstDash val="solid"/>
          </a:ln>
        </p:spPr>
        <p:txBody>
          <a:bodyPr/>
          <a:lstStyle/>
          <a:p>
            <a:endParaRPr lang="uk-UA"/>
          </a:p>
        </p:txBody>
      </p:sp>
      <p:sp>
        <p:nvSpPr>
          <p:cNvPr id="1181" name="line1181"/>
          <p:cNvSpPr/>
          <p:nvPr/>
        </p:nvSpPr>
        <p:spPr>
          <a:xfrm>
            <a:off x="2074659" y="5449615"/>
            <a:ext cx="81763" cy="16302"/>
          </a:xfrm>
          <a:prstGeom prst="line">
            <a:avLst/>
          </a:prstGeom>
          <a:noFill/>
          <a:ln w="19685">
            <a:solidFill>
              <a:srgbClr val="FFB347"/>
            </a:solidFill>
            <a:prstDash val="solid"/>
          </a:ln>
        </p:spPr>
        <p:txBody>
          <a:bodyPr/>
          <a:lstStyle/>
          <a:p>
            <a:endParaRPr lang="uk-UA"/>
          </a:p>
        </p:txBody>
      </p:sp>
      <p:sp>
        <p:nvSpPr>
          <p:cNvPr id="1182" name="line1182"/>
          <p:cNvSpPr/>
          <p:nvPr/>
        </p:nvSpPr>
        <p:spPr>
          <a:xfrm>
            <a:off x="2156422" y="5465917"/>
            <a:ext cx="81763" cy="16302"/>
          </a:xfrm>
          <a:prstGeom prst="line">
            <a:avLst/>
          </a:prstGeom>
          <a:noFill/>
          <a:ln w="19685">
            <a:solidFill>
              <a:srgbClr val="FFB347"/>
            </a:solidFill>
            <a:prstDash val="solid"/>
          </a:ln>
        </p:spPr>
        <p:txBody>
          <a:bodyPr/>
          <a:lstStyle/>
          <a:p>
            <a:endParaRPr lang="uk-UA"/>
          </a:p>
        </p:txBody>
      </p:sp>
      <p:sp>
        <p:nvSpPr>
          <p:cNvPr id="1183" name="line1183"/>
          <p:cNvSpPr/>
          <p:nvPr/>
        </p:nvSpPr>
        <p:spPr>
          <a:xfrm flipV="1">
            <a:off x="2238185" y="5449615"/>
            <a:ext cx="81763" cy="32605"/>
          </a:xfrm>
          <a:prstGeom prst="line">
            <a:avLst/>
          </a:prstGeom>
          <a:noFill/>
          <a:ln w="19685">
            <a:solidFill>
              <a:srgbClr val="FFB347"/>
            </a:solidFill>
            <a:prstDash val="solid"/>
          </a:ln>
        </p:spPr>
        <p:txBody>
          <a:bodyPr/>
          <a:lstStyle/>
          <a:p>
            <a:endParaRPr lang="uk-UA"/>
          </a:p>
        </p:txBody>
      </p:sp>
      <p:sp>
        <p:nvSpPr>
          <p:cNvPr id="1184" name="line1184"/>
          <p:cNvSpPr/>
          <p:nvPr/>
        </p:nvSpPr>
        <p:spPr>
          <a:xfrm flipV="1">
            <a:off x="2319947" y="5351800"/>
            <a:ext cx="81763" cy="97815"/>
          </a:xfrm>
          <a:prstGeom prst="line">
            <a:avLst/>
          </a:prstGeom>
          <a:noFill/>
          <a:ln w="19685">
            <a:solidFill>
              <a:srgbClr val="FFB347"/>
            </a:solidFill>
            <a:prstDash val="solid"/>
          </a:ln>
        </p:spPr>
        <p:txBody>
          <a:bodyPr/>
          <a:lstStyle/>
          <a:p>
            <a:endParaRPr lang="uk-UA"/>
          </a:p>
        </p:txBody>
      </p:sp>
      <p:sp>
        <p:nvSpPr>
          <p:cNvPr id="1185" name="line1185"/>
          <p:cNvSpPr/>
          <p:nvPr/>
        </p:nvSpPr>
        <p:spPr>
          <a:xfrm flipV="1">
            <a:off x="2401710" y="5237683"/>
            <a:ext cx="81763" cy="114117"/>
          </a:xfrm>
          <a:prstGeom prst="line">
            <a:avLst/>
          </a:prstGeom>
          <a:noFill/>
          <a:ln w="19685">
            <a:solidFill>
              <a:srgbClr val="FFB347"/>
            </a:solidFill>
            <a:prstDash val="solid"/>
          </a:ln>
        </p:spPr>
        <p:txBody>
          <a:bodyPr/>
          <a:lstStyle/>
          <a:p>
            <a:endParaRPr lang="uk-UA"/>
          </a:p>
        </p:txBody>
      </p:sp>
      <p:sp>
        <p:nvSpPr>
          <p:cNvPr id="1186" name="line1186"/>
          <p:cNvSpPr/>
          <p:nvPr/>
        </p:nvSpPr>
        <p:spPr>
          <a:xfrm flipV="1">
            <a:off x="2483472" y="5172473"/>
            <a:ext cx="81763" cy="65210"/>
          </a:xfrm>
          <a:prstGeom prst="line">
            <a:avLst/>
          </a:prstGeom>
          <a:noFill/>
          <a:ln w="19685">
            <a:solidFill>
              <a:srgbClr val="FFB347"/>
            </a:solidFill>
            <a:prstDash val="solid"/>
          </a:ln>
        </p:spPr>
        <p:txBody>
          <a:bodyPr/>
          <a:lstStyle/>
          <a:p>
            <a:endParaRPr lang="uk-UA"/>
          </a:p>
        </p:txBody>
      </p:sp>
      <p:sp>
        <p:nvSpPr>
          <p:cNvPr id="1187" name="line1187"/>
          <p:cNvSpPr/>
          <p:nvPr/>
        </p:nvSpPr>
        <p:spPr>
          <a:xfrm flipV="1">
            <a:off x="2565235" y="5101829"/>
            <a:ext cx="81763" cy="70644"/>
          </a:xfrm>
          <a:prstGeom prst="line">
            <a:avLst/>
          </a:prstGeom>
          <a:noFill/>
          <a:ln w="19685">
            <a:solidFill>
              <a:srgbClr val="FFB347"/>
            </a:solidFill>
            <a:prstDash val="solid"/>
          </a:ln>
        </p:spPr>
        <p:txBody>
          <a:bodyPr/>
          <a:lstStyle/>
          <a:p>
            <a:endParaRPr lang="uk-UA"/>
          </a:p>
        </p:txBody>
      </p:sp>
      <p:sp>
        <p:nvSpPr>
          <p:cNvPr id="1188" name="line1188"/>
          <p:cNvSpPr/>
          <p:nvPr/>
        </p:nvSpPr>
        <p:spPr>
          <a:xfrm>
            <a:off x="2646998" y="5101829"/>
            <a:ext cx="81763" cy="0"/>
          </a:xfrm>
          <a:prstGeom prst="line">
            <a:avLst/>
          </a:prstGeom>
          <a:noFill/>
          <a:ln w="19685">
            <a:solidFill>
              <a:srgbClr val="FFB347"/>
            </a:solidFill>
            <a:prstDash val="solid"/>
          </a:ln>
        </p:spPr>
        <p:txBody>
          <a:bodyPr/>
          <a:lstStyle/>
          <a:p>
            <a:endParaRPr lang="uk-UA"/>
          </a:p>
        </p:txBody>
      </p:sp>
      <p:sp>
        <p:nvSpPr>
          <p:cNvPr id="1189" name="line1189"/>
          <p:cNvSpPr/>
          <p:nvPr/>
        </p:nvSpPr>
        <p:spPr>
          <a:xfrm flipV="1">
            <a:off x="2728760" y="5009449"/>
            <a:ext cx="81763" cy="92381"/>
          </a:xfrm>
          <a:prstGeom prst="line">
            <a:avLst/>
          </a:prstGeom>
          <a:noFill/>
          <a:ln w="19685">
            <a:solidFill>
              <a:srgbClr val="FFB347"/>
            </a:solidFill>
            <a:prstDash val="solid"/>
          </a:ln>
        </p:spPr>
        <p:txBody>
          <a:bodyPr/>
          <a:lstStyle/>
          <a:p>
            <a:endParaRPr lang="uk-UA"/>
          </a:p>
        </p:txBody>
      </p:sp>
      <p:sp>
        <p:nvSpPr>
          <p:cNvPr id="1190" name="line1190"/>
          <p:cNvSpPr/>
          <p:nvPr/>
        </p:nvSpPr>
        <p:spPr>
          <a:xfrm flipV="1">
            <a:off x="2810523" y="4976844"/>
            <a:ext cx="81763" cy="32605"/>
          </a:xfrm>
          <a:prstGeom prst="line">
            <a:avLst/>
          </a:prstGeom>
          <a:noFill/>
          <a:ln w="19685">
            <a:solidFill>
              <a:srgbClr val="FFB347"/>
            </a:solidFill>
            <a:prstDash val="solid"/>
          </a:ln>
        </p:spPr>
        <p:txBody>
          <a:bodyPr/>
          <a:lstStyle/>
          <a:p>
            <a:endParaRPr lang="uk-UA"/>
          </a:p>
        </p:txBody>
      </p:sp>
      <p:sp>
        <p:nvSpPr>
          <p:cNvPr id="1191" name="line1191"/>
          <p:cNvSpPr/>
          <p:nvPr/>
        </p:nvSpPr>
        <p:spPr>
          <a:xfrm flipV="1">
            <a:off x="2892285" y="4965976"/>
            <a:ext cx="81763" cy="10868"/>
          </a:xfrm>
          <a:prstGeom prst="line">
            <a:avLst/>
          </a:prstGeom>
          <a:noFill/>
          <a:ln w="19685">
            <a:solidFill>
              <a:srgbClr val="FFB347"/>
            </a:solidFill>
            <a:prstDash val="solid"/>
          </a:ln>
        </p:spPr>
        <p:txBody>
          <a:bodyPr/>
          <a:lstStyle/>
          <a:p>
            <a:endParaRPr lang="uk-UA"/>
          </a:p>
        </p:txBody>
      </p:sp>
      <p:sp>
        <p:nvSpPr>
          <p:cNvPr id="1192" name="line1192"/>
          <p:cNvSpPr/>
          <p:nvPr/>
        </p:nvSpPr>
        <p:spPr>
          <a:xfrm>
            <a:off x="2974048" y="4965976"/>
            <a:ext cx="81763" cy="10868"/>
          </a:xfrm>
          <a:prstGeom prst="line">
            <a:avLst/>
          </a:prstGeom>
          <a:noFill/>
          <a:ln w="19685">
            <a:solidFill>
              <a:srgbClr val="FFB347"/>
            </a:solidFill>
            <a:prstDash val="solid"/>
          </a:ln>
        </p:spPr>
        <p:txBody>
          <a:bodyPr/>
          <a:lstStyle/>
          <a:p>
            <a:endParaRPr lang="uk-UA"/>
          </a:p>
        </p:txBody>
      </p:sp>
      <p:sp>
        <p:nvSpPr>
          <p:cNvPr id="1193" name="line1193"/>
          <p:cNvSpPr/>
          <p:nvPr/>
        </p:nvSpPr>
        <p:spPr>
          <a:xfrm>
            <a:off x="3055811" y="4976844"/>
            <a:ext cx="81763" cy="38039"/>
          </a:xfrm>
          <a:prstGeom prst="line">
            <a:avLst/>
          </a:prstGeom>
          <a:noFill/>
          <a:ln w="19685">
            <a:solidFill>
              <a:srgbClr val="FFB347"/>
            </a:solidFill>
            <a:prstDash val="solid"/>
          </a:ln>
        </p:spPr>
        <p:txBody>
          <a:bodyPr/>
          <a:lstStyle/>
          <a:p>
            <a:endParaRPr lang="uk-UA"/>
          </a:p>
        </p:txBody>
      </p:sp>
      <p:sp>
        <p:nvSpPr>
          <p:cNvPr id="1194" name="line1194"/>
          <p:cNvSpPr/>
          <p:nvPr/>
        </p:nvSpPr>
        <p:spPr>
          <a:xfrm>
            <a:off x="3137573" y="5014883"/>
            <a:ext cx="81763" cy="16302"/>
          </a:xfrm>
          <a:prstGeom prst="line">
            <a:avLst/>
          </a:prstGeom>
          <a:noFill/>
          <a:ln w="19685">
            <a:solidFill>
              <a:srgbClr val="FFB347"/>
            </a:solidFill>
            <a:prstDash val="solid"/>
          </a:ln>
        </p:spPr>
        <p:txBody>
          <a:bodyPr/>
          <a:lstStyle/>
          <a:p>
            <a:endParaRPr lang="uk-UA"/>
          </a:p>
        </p:txBody>
      </p:sp>
      <p:sp>
        <p:nvSpPr>
          <p:cNvPr id="1195" name="line1195"/>
          <p:cNvSpPr/>
          <p:nvPr/>
        </p:nvSpPr>
        <p:spPr>
          <a:xfrm>
            <a:off x="3219336" y="5031186"/>
            <a:ext cx="81763" cy="130420"/>
          </a:xfrm>
          <a:prstGeom prst="line">
            <a:avLst/>
          </a:prstGeom>
          <a:noFill/>
          <a:ln w="19685">
            <a:solidFill>
              <a:srgbClr val="FFB347"/>
            </a:solidFill>
            <a:prstDash val="solid"/>
          </a:ln>
        </p:spPr>
        <p:txBody>
          <a:bodyPr/>
          <a:lstStyle/>
          <a:p>
            <a:endParaRPr lang="uk-UA"/>
          </a:p>
        </p:txBody>
      </p:sp>
      <p:sp>
        <p:nvSpPr>
          <p:cNvPr id="1196" name="line1196"/>
          <p:cNvSpPr/>
          <p:nvPr/>
        </p:nvSpPr>
        <p:spPr>
          <a:xfrm>
            <a:off x="3301098" y="5161605"/>
            <a:ext cx="81763" cy="97815"/>
          </a:xfrm>
          <a:prstGeom prst="line">
            <a:avLst/>
          </a:prstGeom>
          <a:noFill/>
          <a:ln w="19685">
            <a:solidFill>
              <a:srgbClr val="FFB347"/>
            </a:solidFill>
            <a:prstDash val="solid"/>
          </a:ln>
        </p:spPr>
        <p:txBody>
          <a:bodyPr/>
          <a:lstStyle/>
          <a:p>
            <a:endParaRPr lang="uk-UA"/>
          </a:p>
        </p:txBody>
      </p:sp>
      <p:sp>
        <p:nvSpPr>
          <p:cNvPr id="1197" name="line1197"/>
          <p:cNvSpPr/>
          <p:nvPr/>
        </p:nvSpPr>
        <p:spPr>
          <a:xfrm>
            <a:off x="3382861" y="5259420"/>
            <a:ext cx="81763" cy="48907"/>
          </a:xfrm>
          <a:prstGeom prst="line">
            <a:avLst/>
          </a:prstGeom>
          <a:noFill/>
          <a:ln w="19685">
            <a:solidFill>
              <a:srgbClr val="FFB347"/>
            </a:solidFill>
            <a:prstDash val="solid"/>
          </a:ln>
        </p:spPr>
        <p:txBody>
          <a:bodyPr/>
          <a:lstStyle/>
          <a:p>
            <a:endParaRPr lang="uk-UA"/>
          </a:p>
        </p:txBody>
      </p:sp>
      <p:sp>
        <p:nvSpPr>
          <p:cNvPr id="1198" name="line1198"/>
          <p:cNvSpPr/>
          <p:nvPr/>
        </p:nvSpPr>
        <p:spPr>
          <a:xfrm>
            <a:off x="3464624" y="5308327"/>
            <a:ext cx="81763" cy="10868"/>
          </a:xfrm>
          <a:prstGeom prst="line">
            <a:avLst/>
          </a:prstGeom>
          <a:noFill/>
          <a:ln w="19685">
            <a:solidFill>
              <a:srgbClr val="FFB347"/>
            </a:solidFill>
            <a:prstDash val="solid"/>
          </a:ln>
        </p:spPr>
        <p:txBody>
          <a:bodyPr/>
          <a:lstStyle/>
          <a:p>
            <a:endParaRPr lang="uk-UA"/>
          </a:p>
        </p:txBody>
      </p:sp>
      <p:sp>
        <p:nvSpPr>
          <p:cNvPr id="1199" name="line1199"/>
          <p:cNvSpPr/>
          <p:nvPr/>
        </p:nvSpPr>
        <p:spPr>
          <a:xfrm>
            <a:off x="3546386" y="5319195"/>
            <a:ext cx="81763" cy="59776"/>
          </a:xfrm>
          <a:prstGeom prst="line">
            <a:avLst/>
          </a:prstGeom>
          <a:noFill/>
          <a:ln w="19685">
            <a:solidFill>
              <a:srgbClr val="FFB347"/>
            </a:solidFill>
            <a:prstDash val="solid"/>
          </a:ln>
        </p:spPr>
        <p:txBody>
          <a:bodyPr/>
          <a:lstStyle/>
          <a:p>
            <a:endParaRPr lang="uk-UA"/>
          </a:p>
        </p:txBody>
      </p:sp>
      <p:sp>
        <p:nvSpPr>
          <p:cNvPr id="1200" name="line1200"/>
          <p:cNvSpPr/>
          <p:nvPr/>
        </p:nvSpPr>
        <p:spPr>
          <a:xfrm>
            <a:off x="3628149" y="5378971"/>
            <a:ext cx="81763" cy="76078"/>
          </a:xfrm>
          <a:prstGeom prst="line">
            <a:avLst/>
          </a:prstGeom>
          <a:noFill/>
          <a:ln w="19685">
            <a:solidFill>
              <a:srgbClr val="FFB347"/>
            </a:solidFill>
            <a:prstDash val="solid"/>
          </a:ln>
        </p:spPr>
        <p:txBody>
          <a:bodyPr/>
          <a:lstStyle/>
          <a:p>
            <a:endParaRPr lang="uk-UA"/>
          </a:p>
        </p:txBody>
      </p:sp>
      <p:sp>
        <p:nvSpPr>
          <p:cNvPr id="1201" name="line1201"/>
          <p:cNvSpPr/>
          <p:nvPr/>
        </p:nvSpPr>
        <p:spPr>
          <a:xfrm>
            <a:off x="3709911" y="5455049"/>
            <a:ext cx="81763" cy="16302"/>
          </a:xfrm>
          <a:prstGeom prst="line">
            <a:avLst/>
          </a:prstGeom>
          <a:noFill/>
          <a:ln w="19685">
            <a:solidFill>
              <a:srgbClr val="FFB347"/>
            </a:solidFill>
            <a:prstDash val="solid"/>
          </a:ln>
        </p:spPr>
        <p:txBody>
          <a:bodyPr/>
          <a:lstStyle/>
          <a:p>
            <a:endParaRPr lang="uk-UA"/>
          </a:p>
        </p:txBody>
      </p:sp>
      <p:sp>
        <p:nvSpPr>
          <p:cNvPr id="1202" name="line1202"/>
          <p:cNvSpPr/>
          <p:nvPr/>
        </p:nvSpPr>
        <p:spPr>
          <a:xfrm>
            <a:off x="3791674" y="5471352"/>
            <a:ext cx="81763" cy="0"/>
          </a:xfrm>
          <a:prstGeom prst="line">
            <a:avLst/>
          </a:prstGeom>
          <a:noFill/>
          <a:ln w="19685">
            <a:solidFill>
              <a:srgbClr val="FFB347"/>
            </a:solidFill>
            <a:prstDash val="solid"/>
          </a:ln>
        </p:spPr>
        <p:txBody>
          <a:bodyPr/>
          <a:lstStyle/>
          <a:p>
            <a:endParaRPr lang="uk-UA"/>
          </a:p>
        </p:txBody>
      </p:sp>
      <p:sp>
        <p:nvSpPr>
          <p:cNvPr id="1203" name="line1203"/>
          <p:cNvSpPr/>
          <p:nvPr/>
        </p:nvSpPr>
        <p:spPr>
          <a:xfrm>
            <a:off x="3873437" y="5471352"/>
            <a:ext cx="81763" cy="5434"/>
          </a:xfrm>
          <a:prstGeom prst="line">
            <a:avLst/>
          </a:prstGeom>
          <a:noFill/>
          <a:ln w="19685">
            <a:solidFill>
              <a:srgbClr val="FFB347"/>
            </a:solidFill>
            <a:prstDash val="solid"/>
          </a:ln>
        </p:spPr>
        <p:txBody>
          <a:bodyPr/>
          <a:lstStyle/>
          <a:p>
            <a:endParaRPr lang="uk-UA"/>
          </a:p>
        </p:txBody>
      </p:sp>
      <p:sp>
        <p:nvSpPr>
          <p:cNvPr id="1204" name="line1204"/>
          <p:cNvSpPr/>
          <p:nvPr/>
        </p:nvSpPr>
        <p:spPr>
          <a:xfrm>
            <a:off x="3955199" y="5476786"/>
            <a:ext cx="81763" cy="27171"/>
          </a:xfrm>
          <a:prstGeom prst="line">
            <a:avLst/>
          </a:prstGeom>
          <a:noFill/>
          <a:ln w="19685">
            <a:solidFill>
              <a:srgbClr val="FFB347"/>
            </a:solidFill>
            <a:prstDash val="solid"/>
          </a:ln>
        </p:spPr>
        <p:txBody>
          <a:bodyPr/>
          <a:lstStyle/>
          <a:p>
            <a:endParaRPr lang="uk-UA"/>
          </a:p>
        </p:txBody>
      </p:sp>
      <p:sp>
        <p:nvSpPr>
          <p:cNvPr id="1205" name="line1205"/>
          <p:cNvSpPr/>
          <p:nvPr/>
        </p:nvSpPr>
        <p:spPr>
          <a:xfrm>
            <a:off x="4036962" y="5503956"/>
            <a:ext cx="81763" cy="16302"/>
          </a:xfrm>
          <a:prstGeom prst="line">
            <a:avLst/>
          </a:prstGeom>
          <a:noFill/>
          <a:ln w="19685">
            <a:solidFill>
              <a:srgbClr val="FFB347"/>
            </a:solidFill>
            <a:prstDash val="solid"/>
          </a:ln>
        </p:spPr>
        <p:txBody>
          <a:bodyPr/>
          <a:lstStyle/>
          <a:p>
            <a:endParaRPr lang="uk-UA"/>
          </a:p>
        </p:txBody>
      </p:sp>
      <p:sp>
        <p:nvSpPr>
          <p:cNvPr id="1206" name="line1206"/>
          <p:cNvSpPr/>
          <p:nvPr/>
        </p:nvSpPr>
        <p:spPr>
          <a:xfrm flipV="1">
            <a:off x="4118724" y="5503956"/>
            <a:ext cx="81763" cy="16302"/>
          </a:xfrm>
          <a:prstGeom prst="line">
            <a:avLst/>
          </a:prstGeom>
          <a:noFill/>
          <a:ln w="19685">
            <a:solidFill>
              <a:srgbClr val="FFB347"/>
            </a:solidFill>
            <a:prstDash val="solid"/>
          </a:ln>
        </p:spPr>
        <p:txBody>
          <a:bodyPr/>
          <a:lstStyle/>
          <a:p>
            <a:endParaRPr lang="uk-UA"/>
          </a:p>
        </p:txBody>
      </p:sp>
      <p:sp>
        <p:nvSpPr>
          <p:cNvPr id="1207" name="line1207"/>
          <p:cNvSpPr/>
          <p:nvPr/>
        </p:nvSpPr>
        <p:spPr>
          <a:xfrm flipV="1">
            <a:off x="4200487" y="5449615"/>
            <a:ext cx="81763" cy="54341"/>
          </a:xfrm>
          <a:prstGeom prst="line">
            <a:avLst/>
          </a:prstGeom>
          <a:noFill/>
          <a:ln w="19685">
            <a:solidFill>
              <a:srgbClr val="FFB347"/>
            </a:solidFill>
            <a:prstDash val="solid"/>
          </a:ln>
        </p:spPr>
        <p:txBody>
          <a:bodyPr/>
          <a:lstStyle/>
          <a:p>
            <a:endParaRPr lang="uk-UA"/>
          </a:p>
        </p:txBody>
      </p:sp>
      <p:sp>
        <p:nvSpPr>
          <p:cNvPr id="1208" name="line1208"/>
          <p:cNvSpPr/>
          <p:nvPr/>
        </p:nvSpPr>
        <p:spPr>
          <a:xfrm flipV="1">
            <a:off x="4282250" y="5346366"/>
            <a:ext cx="81763" cy="103249"/>
          </a:xfrm>
          <a:prstGeom prst="line">
            <a:avLst/>
          </a:prstGeom>
          <a:noFill/>
          <a:ln w="19685">
            <a:solidFill>
              <a:srgbClr val="FFB347"/>
            </a:solidFill>
            <a:prstDash val="solid"/>
          </a:ln>
        </p:spPr>
        <p:txBody>
          <a:bodyPr/>
          <a:lstStyle/>
          <a:p>
            <a:endParaRPr lang="uk-UA"/>
          </a:p>
        </p:txBody>
      </p:sp>
      <p:sp>
        <p:nvSpPr>
          <p:cNvPr id="1209" name="line1209"/>
          <p:cNvSpPr/>
          <p:nvPr/>
        </p:nvSpPr>
        <p:spPr>
          <a:xfrm flipV="1">
            <a:off x="4364012" y="5210512"/>
            <a:ext cx="81763" cy="135854"/>
          </a:xfrm>
          <a:prstGeom prst="line">
            <a:avLst/>
          </a:prstGeom>
          <a:noFill/>
          <a:ln w="19685">
            <a:solidFill>
              <a:srgbClr val="FFB347"/>
            </a:solidFill>
            <a:prstDash val="solid"/>
          </a:ln>
        </p:spPr>
        <p:txBody>
          <a:bodyPr/>
          <a:lstStyle/>
          <a:p>
            <a:endParaRPr lang="uk-UA"/>
          </a:p>
        </p:txBody>
      </p:sp>
      <p:sp>
        <p:nvSpPr>
          <p:cNvPr id="1210" name="line1210"/>
          <p:cNvSpPr/>
          <p:nvPr/>
        </p:nvSpPr>
        <p:spPr>
          <a:xfrm flipV="1">
            <a:off x="4445775" y="5085527"/>
            <a:ext cx="81763" cy="124985"/>
          </a:xfrm>
          <a:prstGeom prst="line">
            <a:avLst/>
          </a:prstGeom>
          <a:noFill/>
          <a:ln w="19685">
            <a:solidFill>
              <a:srgbClr val="FFB347"/>
            </a:solidFill>
            <a:prstDash val="solid"/>
          </a:ln>
        </p:spPr>
        <p:txBody>
          <a:bodyPr/>
          <a:lstStyle/>
          <a:p>
            <a:endParaRPr lang="uk-UA"/>
          </a:p>
        </p:txBody>
      </p:sp>
      <p:sp>
        <p:nvSpPr>
          <p:cNvPr id="1211" name="line1211"/>
          <p:cNvSpPr/>
          <p:nvPr/>
        </p:nvSpPr>
        <p:spPr>
          <a:xfrm flipV="1">
            <a:off x="4527537" y="4982278"/>
            <a:ext cx="81763" cy="103249"/>
          </a:xfrm>
          <a:prstGeom prst="line">
            <a:avLst/>
          </a:prstGeom>
          <a:noFill/>
          <a:ln w="19685">
            <a:solidFill>
              <a:srgbClr val="FFB347"/>
            </a:solidFill>
            <a:prstDash val="solid"/>
          </a:ln>
        </p:spPr>
        <p:txBody>
          <a:bodyPr/>
          <a:lstStyle/>
          <a:p>
            <a:endParaRPr lang="uk-UA"/>
          </a:p>
        </p:txBody>
      </p:sp>
      <p:sp>
        <p:nvSpPr>
          <p:cNvPr id="1212" name="line1212"/>
          <p:cNvSpPr/>
          <p:nvPr/>
        </p:nvSpPr>
        <p:spPr>
          <a:xfrm flipV="1">
            <a:off x="4609300" y="4927937"/>
            <a:ext cx="81763" cy="54341"/>
          </a:xfrm>
          <a:prstGeom prst="line">
            <a:avLst/>
          </a:prstGeom>
          <a:noFill/>
          <a:ln w="19685">
            <a:solidFill>
              <a:srgbClr val="FFB347"/>
            </a:solidFill>
            <a:prstDash val="solid"/>
          </a:ln>
        </p:spPr>
        <p:txBody>
          <a:bodyPr/>
          <a:lstStyle/>
          <a:p>
            <a:endParaRPr lang="uk-UA"/>
          </a:p>
        </p:txBody>
      </p:sp>
      <p:sp>
        <p:nvSpPr>
          <p:cNvPr id="1213" name="line1213"/>
          <p:cNvSpPr/>
          <p:nvPr/>
        </p:nvSpPr>
        <p:spPr>
          <a:xfrm flipV="1">
            <a:off x="4691063" y="4884464"/>
            <a:ext cx="81763" cy="43473"/>
          </a:xfrm>
          <a:prstGeom prst="line">
            <a:avLst/>
          </a:prstGeom>
          <a:noFill/>
          <a:ln w="19685">
            <a:solidFill>
              <a:srgbClr val="FFB347"/>
            </a:solidFill>
            <a:prstDash val="solid"/>
          </a:ln>
        </p:spPr>
        <p:txBody>
          <a:bodyPr/>
          <a:lstStyle/>
          <a:p>
            <a:endParaRPr lang="uk-UA"/>
          </a:p>
        </p:txBody>
      </p:sp>
      <p:sp>
        <p:nvSpPr>
          <p:cNvPr id="1214" name="line1214"/>
          <p:cNvSpPr/>
          <p:nvPr/>
        </p:nvSpPr>
        <p:spPr>
          <a:xfrm flipV="1">
            <a:off x="4772825" y="4851859"/>
            <a:ext cx="81763" cy="32605"/>
          </a:xfrm>
          <a:prstGeom prst="line">
            <a:avLst/>
          </a:prstGeom>
          <a:noFill/>
          <a:ln w="19685">
            <a:solidFill>
              <a:srgbClr val="FFB347"/>
            </a:solidFill>
            <a:prstDash val="solid"/>
          </a:ln>
        </p:spPr>
        <p:txBody>
          <a:bodyPr/>
          <a:lstStyle/>
          <a:p>
            <a:endParaRPr lang="uk-UA"/>
          </a:p>
        </p:txBody>
      </p:sp>
      <p:sp>
        <p:nvSpPr>
          <p:cNvPr id="1215" name="line1215"/>
          <p:cNvSpPr/>
          <p:nvPr/>
        </p:nvSpPr>
        <p:spPr>
          <a:xfrm flipV="1">
            <a:off x="4854588" y="4840990"/>
            <a:ext cx="81763" cy="10868"/>
          </a:xfrm>
          <a:prstGeom prst="line">
            <a:avLst/>
          </a:prstGeom>
          <a:noFill/>
          <a:ln w="19685">
            <a:solidFill>
              <a:srgbClr val="FFB347"/>
            </a:solidFill>
            <a:prstDash val="solid"/>
          </a:ln>
        </p:spPr>
        <p:txBody>
          <a:bodyPr/>
          <a:lstStyle/>
          <a:p>
            <a:endParaRPr lang="uk-UA"/>
          </a:p>
        </p:txBody>
      </p:sp>
      <p:sp>
        <p:nvSpPr>
          <p:cNvPr id="1216" name="line1216"/>
          <p:cNvSpPr/>
          <p:nvPr/>
        </p:nvSpPr>
        <p:spPr>
          <a:xfrm>
            <a:off x="4936350" y="4840990"/>
            <a:ext cx="81763" cy="5434"/>
          </a:xfrm>
          <a:prstGeom prst="line">
            <a:avLst/>
          </a:prstGeom>
          <a:noFill/>
          <a:ln w="19685">
            <a:solidFill>
              <a:srgbClr val="FFB347"/>
            </a:solidFill>
            <a:prstDash val="solid"/>
          </a:ln>
        </p:spPr>
        <p:txBody>
          <a:bodyPr/>
          <a:lstStyle/>
          <a:p>
            <a:endParaRPr lang="uk-UA"/>
          </a:p>
        </p:txBody>
      </p:sp>
      <p:sp>
        <p:nvSpPr>
          <p:cNvPr id="1217" name="line1217"/>
          <p:cNvSpPr/>
          <p:nvPr/>
        </p:nvSpPr>
        <p:spPr>
          <a:xfrm>
            <a:off x="5018113" y="4846425"/>
            <a:ext cx="81763" cy="27171"/>
          </a:xfrm>
          <a:prstGeom prst="line">
            <a:avLst/>
          </a:prstGeom>
          <a:noFill/>
          <a:ln w="19685">
            <a:solidFill>
              <a:srgbClr val="FFB347"/>
            </a:solidFill>
            <a:prstDash val="solid"/>
          </a:ln>
        </p:spPr>
        <p:txBody>
          <a:bodyPr/>
          <a:lstStyle/>
          <a:p>
            <a:endParaRPr lang="uk-UA"/>
          </a:p>
        </p:txBody>
      </p:sp>
      <p:sp>
        <p:nvSpPr>
          <p:cNvPr id="1218" name="line1218"/>
          <p:cNvSpPr/>
          <p:nvPr/>
        </p:nvSpPr>
        <p:spPr>
          <a:xfrm>
            <a:off x="5099876" y="4873595"/>
            <a:ext cx="81763" cy="43473"/>
          </a:xfrm>
          <a:prstGeom prst="line">
            <a:avLst/>
          </a:prstGeom>
          <a:noFill/>
          <a:ln w="19685">
            <a:solidFill>
              <a:srgbClr val="FFB347"/>
            </a:solidFill>
            <a:prstDash val="solid"/>
          </a:ln>
        </p:spPr>
        <p:txBody>
          <a:bodyPr/>
          <a:lstStyle/>
          <a:p>
            <a:endParaRPr lang="uk-UA"/>
          </a:p>
        </p:txBody>
      </p:sp>
      <p:sp>
        <p:nvSpPr>
          <p:cNvPr id="1219" name="line1219"/>
          <p:cNvSpPr/>
          <p:nvPr/>
        </p:nvSpPr>
        <p:spPr>
          <a:xfrm>
            <a:off x="5181638" y="4917068"/>
            <a:ext cx="81763" cy="141288"/>
          </a:xfrm>
          <a:prstGeom prst="line">
            <a:avLst/>
          </a:prstGeom>
          <a:noFill/>
          <a:ln w="19685">
            <a:solidFill>
              <a:srgbClr val="FFB347"/>
            </a:solidFill>
            <a:prstDash val="solid"/>
          </a:ln>
        </p:spPr>
        <p:txBody>
          <a:bodyPr/>
          <a:lstStyle/>
          <a:p>
            <a:endParaRPr lang="uk-UA"/>
          </a:p>
        </p:txBody>
      </p:sp>
      <p:sp>
        <p:nvSpPr>
          <p:cNvPr id="1220" name="line1220"/>
          <p:cNvSpPr/>
          <p:nvPr/>
        </p:nvSpPr>
        <p:spPr>
          <a:xfrm>
            <a:off x="5263401" y="5058356"/>
            <a:ext cx="81763" cy="135854"/>
          </a:xfrm>
          <a:prstGeom prst="line">
            <a:avLst/>
          </a:prstGeom>
          <a:noFill/>
          <a:ln w="19685">
            <a:solidFill>
              <a:srgbClr val="FFB347"/>
            </a:solidFill>
            <a:prstDash val="solid"/>
          </a:ln>
        </p:spPr>
        <p:txBody>
          <a:bodyPr/>
          <a:lstStyle/>
          <a:p>
            <a:endParaRPr lang="uk-UA"/>
          </a:p>
        </p:txBody>
      </p:sp>
      <p:sp>
        <p:nvSpPr>
          <p:cNvPr id="1221" name="line1221"/>
          <p:cNvSpPr/>
          <p:nvPr/>
        </p:nvSpPr>
        <p:spPr>
          <a:xfrm>
            <a:off x="5345163" y="5194210"/>
            <a:ext cx="81763" cy="86946"/>
          </a:xfrm>
          <a:prstGeom prst="line">
            <a:avLst/>
          </a:prstGeom>
          <a:noFill/>
          <a:ln w="19685">
            <a:solidFill>
              <a:srgbClr val="FFB347"/>
            </a:solidFill>
            <a:prstDash val="solid"/>
          </a:ln>
        </p:spPr>
        <p:txBody>
          <a:bodyPr/>
          <a:lstStyle/>
          <a:p>
            <a:endParaRPr lang="uk-UA"/>
          </a:p>
        </p:txBody>
      </p:sp>
      <p:sp>
        <p:nvSpPr>
          <p:cNvPr id="1222" name="line1222"/>
          <p:cNvSpPr/>
          <p:nvPr/>
        </p:nvSpPr>
        <p:spPr>
          <a:xfrm>
            <a:off x="5426926" y="5281156"/>
            <a:ext cx="81763" cy="65210"/>
          </a:xfrm>
          <a:prstGeom prst="line">
            <a:avLst/>
          </a:prstGeom>
          <a:noFill/>
          <a:ln w="19685">
            <a:solidFill>
              <a:srgbClr val="FFB347"/>
            </a:solidFill>
            <a:prstDash val="solid"/>
          </a:ln>
        </p:spPr>
        <p:txBody>
          <a:bodyPr/>
          <a:lstStyle/>
          <a:p>
            <a:endParaRPr lang="uk-UA"/>
          </a:p>
        </p:txBody>
      </p:sp>
      <p:sp>
        <p:nvSpPr>
          <p:cNvPr id="1223" name="line1223"/>
          <p:cNvSpPr/>
          <p:nvPr/>
        </p:nvSpPr>
        <p:spPr>
          <a:xfrm>
            <a:off x="5508689" y="5346366"/>
            <a:ext cx="81763" cy="54341"/>
          </a:xfrm>
          <a:prstGeom prst="line">
            <a:avLst/>
          </a:prstGeom>
          <a:noFill/>
          <a:ln w="19685">
            <a:solidFill>
              <a:srgbClr val="FFB347"/>
            </a:solidFill>
            <a:prstDash val="solid"/>
          </a:ln>
        </p:spPr>
        <p:txBody>
          <a:bodyPr/>
          <a:lstStyle/>
          <a:p>
            <a:endParaRPr lang="uk-UA"/>
          </a:p>
        </p:txBody>
      </p:sp>
      <p:sp>
        <p:nvSpPr>
          <p:cNvPr id="1224" name="line1224"/>
          <p:cNvSpPr/>
          <p:nvPr/>
        </p:nvSpPr>
        <p:spPr>
          <a:xfrm>
            <a:off x="5590451" y="5400708"/>
            <a:ext cx="81763" cy="48907"/>
          </a:xfrm>
          <a:prstGeom prst="line">
            <a:avLst/>
          </a:prstGeom>
          <a:noFill/>
          <a:ln w="19685">
            <a:solidFill>
              <a:srgbClr val="FFB347"/>
            </a:solidFill>
            <a:prstDash val="solid"/>
          </a:ln>
        </p:spPr>
        <p:txBody>
          <a:bodyPr/>
          <a:lstStyle/>
          <a:p>
            <a:endParaRPr lang="uk-UA"/>
          </a:p>
        </p:txBody>
      </p:sp>
      <p:sp>
        <p:nvSpPr>
          <p:cNvPr id="1225" name="line1225"/>
          <p:cNvSpPr/>
          <p:nvPr/>
        </p:nvSpPr>
        <p:spPr>
          <a:xfrm>
            <a:off x="5672214" y="5449615"/>
            <a:ext cx="81763" cy="48907"/>
          </a:xfrm>
          <a:prstGeom prst="line">
            <a:avLst/>
          </a:prstGeom>
          <a:noFill/>
          <a:ln w="19685">
            <a:solidFill>
              <a:srgbClr val="FFB347"/>
            </a:solidFill>
            <a:prstDash val="solid"/>
          </a:ln>
        </p:spPr>
        <p:txBody>
          <a:bodyPr/>
          <a:lstStyle/>
          <a:p>
            <a:endParaRPr lang="uk-UA"/>
          </a:p>
        </p:txBody>
      </p:sp>
      <p:sp>
        <p:nvSpPr>
          <p:cNvPr id="1226" name="line1226"/>
          <p:cNvSpPr/>
          <p:nvPr/>
        </p:nvSpPr>
        <p:spPr>
          <a:xfrm>
            <a:off x="5753976" y="5498522"/>
            <a:ext cx="81763" cy="32605"/>
          </a:xfrm>
          <a:prstGeom prst="line">
            <a:avLst/>
          </a:prstGeom>
          <a:noFill/>
          <a:ln w="19685">
            <a:solidFill>
              <a:srgbClr val="FFB347"/>
            </a:solidFill>
            <a:prstDash val="solid"/>
          </a:ln>
        </p:spPr>
        <p:txBody>
          <a:bodyPr/>
          <a:lstStyle/>
          <a:p>
            <a:endParaRPr lang="uk-UA"/>
          </a:p>
        </p:txBody>
      </p:sp>
      <p:sp>
        <p:nvSpPr>
          <p:cNvPr id="1227" name="line1227"/>
          <p:cNvSpPr/>
          <p:nvPr/>
        </p:nvSpPr>
        <p:spPr>
          <a:xfrm>
            <a:off x="5835739" y="5531127"/>
            <a:ext cx="81763" cy="38039"/>
          </a:xfrm>
          <a:prstGeom prst="line">
            <a:avLst/>
          </a:prstGeom>
          <a:noFill/>
          <a:ln w="19685">
            <a:solidFill>
              <a:srgbClr val="FFB347"/>
            </a:solidFill>
            <a:prstDash val="solid"/>
          </a:ln>
        </p:spPr>
        <p:txBody>
          <a:bodyPr/>
          <a:lstStyle/>
          <a:p>
            <a:endParaRPr lang="uk-UA"/>
          </a:p>
        </p:txBody>
      </p:sp>
      <p:sp>
        <p:nvSpPr>
          <p:cNvPr id="1228" name="line1228"/>
          <p:cNvSpPr/>
          <p:nvPr/>
        </p:nvSpPr>
        <p:spPr>
          <a:xfrm>
            <a:off x="5917502" y="5569166"/>
            <a:ext cx="81763" cy="38039"/>
          </a:xfrm>
          <a:prstGeom prst="line">
            <a:avLst/>
          </a:prstGeom>
          <a:noFill/>
          <a:ln w="19685">
            <a:solidFill>
              <a:srgbClr val="FFB347"/>
            </a:solidFill>
            <a:prstDash val="solid"/>
          </a:ln>
        </p:spPr>
        <p:txBody>
          <a:bodyPr/>
          <a:lstStyle/>
          <a:p>
            <a:endParaRPr lang="uk-UA"/>
          </a:p>
        </p:txBody>
      </p:sp>
      <p:sp>
        <p:nvSpPr>
          <p:cNvPr id="1229" name="line1229"/>
          <p:cNvSpPr/>
          <p:nvPr/>
        </p:nvSpPr>
        <p:spPr>
          <a:xfrm>
            <a:off x="5999264" y="5607205"/>
            <a:ext cx="81763" cy="38039"/>
          </a:xfrm>
          <a:prstGeom prst="line">
            <a:avLst/>
          </a:prstGeom>
          <a:noFill/>
          <a:ln w="19685">
            <a:solidFill>
              <a:srgbClr val="FFB347"/>
            </a:solidFill>
            <a:prstDash val="solid"/>
          </a:ln>
        </p:spPr>
        <p:txBody>
          <a:bodyPr/>
          <a:lstStyle/>
          <a:p>
            <a:endParaRPr lang="uk-UA"/>
          </a:p>
        </p:txBody>
      </p:sp>
      <p:sp>
        <p:nvSpPr>
          <p:cNvPr id="1230" name="line1230"/>
          <p:cNvSpPr/>
          <p:nvPr/>
        </p:nvSpPr>
        <p:spPr>
          <a:xfrm>
            <a:off x="6081027" y="5645244"/>
            <a:ext cx="81763" cy="32605"/>
          </a:xfrm>
          <a:prstGeom prst="line">
            <a:avLst/>
          </a:prstGeom>
          <a:noFill/>
          <a:ln w="19685">
            <a:solidFill>
              <a:srgbClr val="FFB347"/>
            </a:solidFill>
            <a:prstDash val="solid"/>
          </a:ln>
        </p:spPr>
        <p:txBody>
          <a:bodyPr/>
          <a:lstStyle/>
          <a:p>
            <a:endParaRPr lang="uk-UA"/>
          </a:p>
        </p:txBody>
      </p:sp>
      <p:sp>
        <p:nvSpPr>
          <p:cNvPr id="1231" name="line1231"/>
          <p:cNvSpPr/>
          <p:nvPr/>
        </p:nvSpPr>
        <p:spPr>
          <a:xfrm flipV="1">
            <a:off x="6162789" y="5639810"/>
            <a:ext cx="81763" cy="38039"/>
          </a:xfrm>
          <a:prstGeom prst="line">
            <a:avLst/>
          </a:prstGeom>
          <a:noFill/>
          <a:ln w="19685">
            <a:solidFill>
              <a:srgbClr val="FFB347"/>
            </a:solidFill>
            <a:prstDash val="solid"/>
          </a:ln>
        </p:spPr>
        <p:txBody>
          <a:bodyPr/>
          <a:lstStyle/>
          <a:p>
            <a:endParaRPr lang="uk-UA"/>
          </a:p>
        </p:txBody>
      </p:sp>
      <p:sp>
        <p:nvSpPr>
          <p:cNvPr id="1232" name="line1232"/>
          <p:cNvSpPr/>
          <p:nvPr/>
        </p:nvSpPr>
        <p:spPr>
          <a:xfrm flipV="1">
            <a:off x="6244552" y="5389839"/>
            <a:ext cx="81763" cy="249971"/>
          </a:xfrm>
          <a:prstGeom prst="line">
            <a:avLst/>
          </a:prstGeom>
          <a:noFill/>
          <a:ln w="19685">
            <a:solidFill>
              <a:srgbClr val="FFB347"/>
            </a:solidFill>
            <a:prstDash val="solid"/>
          </a:ln>
        </p:spPr>
        <p:txBody>
          <a:bodyPr/>
          <a:lstStyle/>
          <a:p>
            <a:endParaRPr lang="uk-UA"/>
          </a:p>
        </p:txBody>
      </p:sp>
      <p:sp>
        <p:nvSpPr>
          <p:cNvPr id="1233" name="line1233"/>
          <p:cNvSpPr/>
          <p:nvPr/>
        </p:nvSpPr>
        <p:spPr>
          <a:xfrm flipV="1">
            <a:off x="6326315" y="5172473"/>
            <a:ext cx="81763" cy="217366"/>
          </a:xfrm>
          <a:prstGeom prst="line">
            <a:avLst/>
          </a:prstGeom>
          <a:noFill/>
          <a:ln w="19685">
            <a:solidFill>
              <a:srgbClr val="FFB347"/>
            </a:solidFill>
            <a:prstDash val="solid"/>
          </a:ln>
        </p:spPr>
        <p:txBody>
          <a:bodyPr/>
          <a:lstStyle/>
          <a:p>
            <a:endParaRPr lang="uk-UA"/>
          </a:p>
        </p:txBody>
      </p:sp>
      <p:sp>
        <p:nvSpPr>
          <p:cNvPr id="1234" name="line1234"/>
          <p:cNvSpPr/>
          <p:nvPr/>
        </p:nvSpPr>
        <p:spPr>
          <a:xfrm flipV="1">
            <a:off x="6408077" y="5014883"/>
            <a:ext cx="81763" cy="157590"/>
          </a:xfrm>
          <a:prstGeom prst="line">
            <a:avLst/>
          </a:prstGeom>
          <a:noFill/>
          <a:ln w="19685">
            <a:solidFill>
              <a:srgbClr val="FFB347"/>
            </a:solidFill>
            <a:prstDash val="solid"/>
          </a:ln>
        </p:spPr>
        <p:txBody>
          <a:bodyPr/>
          <a:lstStyle/>
          <a:p>
            <a:endParaRPr lang="uk-UA"/>
          </a:p>
        </p:txBody>
      </p:sp>
      <p:sp>
        <p:nvSpPr>
          <p:cNvPr id="1235" name="line1235"/>
          <p:cNvSpPr/>
          <p:nvPr/>
        </p:nvSpPr>
        <p:spPr>
          <a:xfrm flipV="1">
            <a:off x="6489840" y="4906200"/>
            <a:ext cx="81763" cy="108683"/>
          </a:xfrm>
          <a:prstGeom prst="line">
            <a:avLst/>
          </a:prstGeom>
          <a:noFill/>
          <a:ln w="19685">
            <a:solidFill>
              <a:srgbClr val="FFB347"/>
            </a:solidFill>
            <a:prstDash val="solid"/>
          </a:ln>
        </p:spPr>
        <p:txBody>
          <a:bodyPr/>
          <a:lstStyle/>
          <a:p>
            <a:endParaRPr lang="uk-UA"/>
          </a:p>
        </p:txBody>
      </p:sp>
      <p:sp>
        <p:nvSpPr>
          <p:cNvPr id="1236" name="line1236"/>
          <p:cNvSpPr/>
          <p:nvPr/>
        </p:nvSpPr>
        <p:spPr>
          <a:xfrm flipV="1">
            <a:off x="6571602" y="4830122"/>
            <a:ext cx="81763" cy="76078"/>
          </a:xfrm>
          <a:prstGeom prst="line">
            <a:avLst/>
          </a:prstGeom>
          <a:noFill/>
          <a:ln w="19685">
            <a:solidFill>
              <a:srgbClr val="FFB347"/>
            </a:solidFill>
            <a:prstDash val="solid"/>
          </a:ln>
        </p:spPr>
        <p:txBody>
          <a:bodyPr/>
          <a:lstStyle/>
          <a:p>
            <a:endParaRPr lang="uk-UA"/>
          </a:p>
        </p:txBody>
      </p:sp>
      <p:sp>
        <p:nvSpPr>
          <p:cNvPr id="1237" name="line1237"/>
          <p:cNvSpPr/>
          <p:nvPr/>
        </p:nvSpPr>
        <p:spPr>
          <a:xfrm flipV="1">
            <a:off x="6653365" y="4775781"/>
            <a:ext cx="81763" cy="54341"/>
          </a:xfrm>
          <a:prstGeom prst="line">
            <a:avLst/>
          </a:prstGeom>
          <a:noFill/>
          <a:ln w="19685">
            <a:solidFill>
              <a:srgbClr val="FFB347"/>
            </a:solidFill>
            <a:prstDash val="solid"/>
          </a:ln>
        </p:spPr>
        <p:txBody>
          <a:bodyPr/>
          <a:lstStyle/>
          <a:p>
            <a:endParaRPr lang="uk-UA"/>
          </a:p>
        </p:txBody>
      </p:sp>
      <p:sp>
        <p:nvSpPr>
          <p:cNvPr id="1238" name="line1238"/>
          <p:cNvSpPr/>
          <p:nvPr/>
        </p:nvSpPr>
        <p:spPr>
          <a:xfrm flipV="1">
            <a:off x="6735128" y="4743176"/>
            <a:ext cx="81763" cy="32605"/>
          </a:xfrm>
          <a:prstGeom prst="line">
            <a:avLst/>
          </a:prstGeom>
          <a:noFill/>
          <a:ln w="19685">
            <a:solidFill>
              <a:srgbClr val="FFB347"/>
            </a:solidFill>
            <a:prstDash val="solid"/>
          </a:ln>
        </p:spPr>
        <p:txBody>
          <a:bodyPr/>
          <a:lstStyle/>
          <a:p>
            <a:endParaRPr lang="uk-UA"/>
          </a:p>
        </p:txBody>
      </p:sp>
      <p:sp>
        <p:nvSpPr>
          <p:cNvPr id="1239" name="line1239"/>
          <p:cNvSpPr/>
          <p:nvPr/>
        </p:nvSpPr>
        <p:spPr>
          <a:xfrm flipV="1">
            <a:off x="6816890" y="4721439"/>
            <a:ext cx="81763" cy="21737"/>
          </a:xfrm>
          <a:prstGeom prst="line">
            <a:avLst/>
          </a:prstGeom>
          <a:noFill/>
          <a:ln w="19685">
            <a:solidFill>
              <a:srgbClr val="FFB347"/>
            </a:solidFill>
            <a:prstDash val="solid"/>
          </a:ln>
        </p:spPr>
        <p:txBody>
          <a:bodyPr/>
          <a:lstStyle/>
          <a:p>
            <a:endParaRPr lang="uk-UA"/>
          </a:p>
        </p:txBody>
      </p:sp>
      <p:sp>
        <p:nvSpPr>
          <p:cNvPr id="1240" name="line1240"/>
          <p:cNvSpPr/>
          <p:nvPr/>
        </p:nvSpPr>
        <p:spPr>
          <a:xfrm>
            <a:off x="6898653" y="4721439"/>
            <a:ext cx="81763" cy="0"/>
          </a:xfrm>
          <a:prstGeom prst="line">
            <a:avLst/>
          </a:prstGeom>
          <a:noFill/>
          <a:ln w="19685">
            <a:solidFill>
              <a:srgbClr val="FFB347"/>
            </a:solidFill>
            <a:prstDash val="solid"/>
          </a:ln>
        </p:spPr>
        <p:txBody>
          <a:bodyPr/>
          <a:lstStyle/>
          <a:p>
            <a:endParaRPr lang="uk-UA"/>
          </a:p>
        </p:txBody>
      </p:sp>
      <p:sp>
        <p:nvSpPr>
          <p:cNvPr id="1241" name="line1241"/>
          <p:cNvSpPr/>
          <p:nvPr/>
        </p:nvSpPr>
        <p:spPr>
          <a:xfrm>
            <a:off x="6980415" y="4721439"/>
            <a:ext cx="81763" cy="21737"/>
          </a:xfrm>
          <a:prstGeom prst="line">
            <a:avLst/>
          </a:prstGeom>
          <a:noFill/>
          <a:ln w="19685">
            <a:solidFill>
              <a:srgbClr val="FFB347"/>
            </a:solidFill>
            <a:prstDash val="solid"/>
          </a:ln>
        </p:spPr>
        <p:txBody>
          <a:bodyPr/>
          <a:lstStyle/>
          <a:p>
            <a:endParaRPr lang="uk-UA"/>
          </a:p>
        </p:txBody>
      </p:sp>
      <p:sp>
        <p:nvSpPr>
          <p:cNvPr id="1242" name="line1242"/>
          <p:cNvSpPr/>
          <p:nvPr/>
        </p:nvSpPr>
        <p:spPr>
          <a:xfrm>
            <a:off x="7062178" y="4743176"/>
            <a:ext cx="81763" cy="48907"/>
          </a:xfrm>
          <a:prstGeom prst="line">
            <a:avLst/>
          </a:prstGeom>
          <a:noFill/>
          <a:ln w="19685">
            <a:solidFill>
              <a:srgbClr val="FFB347"/>
            </a:solidFill>
            <a:prstDash val="solid"/>
          </a:ln>
        </p:spPr>
        <p:txBody>
          <a:bodyPr/>
          <a:lstStyle/>
          <a:p>
            <a:endParaRPr lang="uk-UA"/>
          </a:p>
        </p:txBody>
      </p:sp>
      <p:sp>
        <p:nvSpPr>
          <p:cNvPr id="1243" name="line1243"/>
          <p:cNvSpPr/>
          <p:nvPr/>
        </p:nvSpPr>
        <p:spPr>
          <a:xfrm>
            <a:off x="7143941" y="4792083"/>
            <a:ext cx="81763" cy="103249"/>
          </a:xfrm>
          <a:prstGeom prst="line">
            <a:avLst/>
          </a:prstGeom>
          <a:noFill/>
          <a:ln w="19685">
            <a:solidFill>
              <a:srgbClr val="FFB347"/>
            </a:solidFill>
            <a:prstDash val="solid"/>
          </a:ln>
        </p:spPr>
        <p:txBody>
          <a:bodyPr/>
          <a:lstStyle/>
          <a:p>
            <a:endParaRPr lang="uk-UA"/>
          </a:p>
        </p:txBody>
      </p:sp>
      <p:sp>
        <p:nvSpPr>
          <p:cNvPr id="1244" name="line1244"/>
          <p:cNvSpPr/>
          <p:nvPr/>
        </p:nvSpPr>
        <p:spPr>
          <a:xfrm>
            <a:off x="7225703" y="4895332"/>
            <a:ext cx="81763" cy="135854"/>
          </a:xfrm>
          <a:prstGeom prst="line">
            <a:avLst/>
          </a:prstGeom>
          <a:noFill/>
          <a:ln w="19685">
            <a:solidFill>
              <a:srgbClr val="FFB347"/>
            </a:solidFill>
            <a:prstDash val="solid"/>
          </a:ln>
        </p:spPr>
        <p:txBody>
          <a:bodyPr/>
          <a:lstStyle/>
          <a:p>
            <a:endParaRPr lang="uk-UA"/>
          </a:p>
        </p:txBody>
      </p:sp>
      <p:sp>
        <p:nvSpPr>
          <p:cNvPr id="1245" name="line1245"/>
          <p:cNvSpPr/>
          <p:nvPr/>
        </p:nvSpPr>
        <p:spPr>
          <a:xfrm>
            <a:off x="7307466" y="5031186"/>
            <a:ext cx="81763" cy="108683"/>
          </a:xfrm>
          <a:prstGeom prst="line">
            <a:avLst/>
          </a:prstGeom>
          <a:noFill/>
          <a:ln w="19685">
            <a:solidFill>
              <a:srgbClr val="FFB347"/>
            </a:solidFill>
            <a:prstDash val="solid"/>
          </a:ln>
        </p:spPr>
        <p:txBody>
          <a:bodyPr/>
          <a:lstStyle/>
          <a:p>
            <a:endParaRPr lang="uk-UA"/>
          </a:p>
        </p:txBody>
      </p:sp>
      <p:sp>
        <p:nvSpPr>
          <p:cNvPr id="1246" name="line1246"/>
          <p:cNvSpPr/>
          <p:nvPr/>
        </p:nvSpPr>
        <p:spPr>
          <a:xfrm>
            <a:off x="7389228" y="5139869"/>
            <a:ext cx="81763" cy="70644"/>
          </a:xfrm>
          <a:prstGeom prst="line">
            <a:avLst/>
          </a:prstGeom>
          <a:noFill/>
          <a:ln w="19685">
            <a:solidFill>
              <a:srgbClr val="FFB347"/>
            </a:solidFill>
            <a:prstDash val="solid"/>
          </a:ln>
        </p:spPr>
        <p:txBody>
          <a:bodyPr/>
          <a:lstStyle/>
          <a:p>
            <a:endParaRPr lang="uk-UA"/>
          </a:p>
        </p:txBody>
      </p:sp>
      <p:sp>
        <p:nvSpPr>
          <p:cNvPr id="1247" name="line1247"/>
          <p:cNvSpPr/>
          <p:nvPr/>
        </p:nvSpPr>
        <p:spPr>
          <a:xfrm>
            <a:off x="7470991" y="5210512"/>
            <a:ext cx="81763" cy="48907"/>
          </a:xfrm>
          <a:prstGeom prst="line">
            <a:avLst/>
          </a:prstGeom>
          <a:noFill/>
          <a:ln w="19685">
            <a:solidFill>
              <a:srgbClr val="FFB347"/>
            </a:solidFill>
            <a:prstDash val="solid"/>
          </a:ln>
        </p:spPr>
        <p:txBody>
          <a:bodyPr/>
          <a:lstStyle/>
          <a:p>
            <a:endParaRPr lang="uk-UA"/>
          </a:p>
        </p:txBody>
      </p:sp>
      <p:sp>
        <p:nvSpPr>
          <p:cNvPr id="1248" name="line1248"/>
          <p:cNvSpPr/>
          <p:nvPr/>
        </p:nvSpPr>
        <p:spPr>
          <a:xfrm>
            <a:off x="7552754" y="5259420"/>
            <a:ext cx="81763" cy="38039"/>
          </a:xfrm>
          <a:prstGeom prst="line">
            <a:avLst/>
          </a:prstGeom>
          <a:noFill/>
          <a:ln w="19685">
            <a:solidFill>
              <a:srgbClr val="FFB347"/>
            </a:solidFill>
            <a:prstDash val="solid"/>
          </a:ln>
        </p:spPr>
        <p:txBody>
          <a:bodyPr/>
          <a:lstStyle/>
          <a:p>
            <a:endParaRPr lang="uk-UA"/>
          </a:p>
        </p:txBody>
      </p:sp>
      <p:sp>
        <p:nvSpPr>
          <p:cNvPr id="1249" name="line1249"/>
          <p:cNvSpPr/>
          <p:nvPr/>
        </p:nvSpPr>
        <p:spPr>
          <a:xfrm>
            <a:off x="7634516" y="5297459"/>
            <a:ext cx="81763" cy="38039"/>
          </a:xfrm>
          <a:prstGeom prst="line">
            <a:avLst/>
          </a:prstGeom>
          <a:noFill/>
          <a:ln w="19685">
            <a:solidFill>
              <a:srgbClr val="FFB347"/>
            </a:solidFill>
            <a:prstDash val="solid"/>
          </a:ln>
        </p:spPr>
        <p:txBody>
          <a:bodyPr/>
          <a:lstStyle/>
          <a:p>
            <a:endParaRPr lang="uk-UA"/>
          </a:p>
        </p:txBody>
      </p:sp>
      <p:sp>
        <p:nvSpPr>
          <p:cNvPr id="1250" name="line1250"/>
          <p:cNvSpPr/>
          <p:nvPr/>
        </p:nvSpPr>
        <p:spPr>
          <a:xfrm>
            <a:off x="7716279" y="5335498"/>
            <a:ext cx="81763" cy="27171"/>
          </a:xfrm>
          <a:prstGeom prst="line">
            <a:avLst/>
          </a:prstGeom>
          <a:noFill/>
          <a:ln w="19685">
            <a:solidFill>
              <a:srgbClr val="FFB347"/>
            </a:solidFill>
            <a:prstDash val="solid"/>
          </a:ln>
        </p:spPr>
        <p:txBody>
          <a:bodyPr/>
          <a:lstStyle/>
          <a:p>
            <a:endParaRPr lang="uk-UA"/>
          </a:p>
        </p:txBody>
      </p:sp>
      <p:sp>
        <p:nvSpPr>
          <p:cNvPr id="1251" name="line1251"/>
          <p:cNvSpPr/>
          <p:nvPr/>
        </p:nvSpPr>
        <p:spPr>
          <a:xfrm>
            <a:off x="7798041" y="5362669"/>
            <a:ext cx="81763" cy="21737"/>
          </a:xfrm>
          <a:prstGeom prst="line">
            <a:avLst/>
          </a:prstGeom>
          <a:noFill/>
          <a:ln w="19685">
            <a:solidFill>
              <a:srgbClr val="FFB347"/>
            </a:solidFill>
            <a:prstDash val="solid"/>
          </a:ln>
        </p:spPr>
        <p:txBody>
          <a:bodyPr/>
          <a:lstStyle/>
          <a:p>
            <a:endParaRPr lang="uk-UA"/>
          </a:p>
        </p:txBody>
      </p:sp>
      <p:sp>
        <p:nvSpPr>
          <p:cNvPr id="1252" name="line1252"/>
          <p:cNvSpPr/>
          <p:nvPr/>
        </p:nvSpPr>
        <p:spPr>
          <a:xfrm>
            <a:off x="7879804" y="5384405"/>
            <a:ext cx="81763" cy="43473"/>
          </a:xfrm>
          <a:prstGeom prst="line">
            <a:avLst/>
          </a:prstGeom>
          <a:noFill/>
          <a:ln w="19685">
            <a:solidFill>
              <a:srgbClr val="FFB347"/>
            </a:solidFill>
            <a:prstDash val="solid"/>
          </a:ln>
        </p:spPr>
        <p:txBody>
          <a:bodyPr/>
          <a:lstStyle/>
          <a:p>
            <a:endParaRPr lang="uk-UA"/>
          </a:p>
        </p:txBody>
      </p:sp>
      <p:sp>
        <p:nvSpPr>
          <p:cNvPr id="1253" name="line1253"/>
          <p:cNvSpPr/>
          <p:nvPr/>
        </p:nvSpPr>
        <p:spPr>
          <a:xfrm>
            <a:off x="7961567" y="5427878"/>
            <a:ext cx="81763" cy="43473"/>
          </a:xfrm>
          <a:prstGeom prst="line">
            <a:avLst/>
          </a:prstGeom>
          <a:noFill/>
          <a:ln w="19685">
            <a:solidFill>
              <a:srgbClr val="FFB347"/>
            </a:solidFill>
            <a:prstDash val="solid"/>
          </a:ln>
        </p:spPr>
        <p:txBody>
          <a:bodyPr/>
          <a:lstStyle/>
          <a:p>
            <a:endParaRPr lang="uk-UA"/>
          </a:p>
        </p:txBody>
      </p:sp>
      <p:sp>
        <p:nvSpPr>
          <p:cNvPr id="1254" name="line1254"/>
          <p:cNvSpPr/>
          <p:nvPr/>
        </p:nvSpPr>
        <p:spPr>
          <a:xfrm flipV="1">
            <a:off x="8043329" y="5449615"/>
            <a:ext cx="81763" cy="21737"/>
          </a:xfrm>
          <a:prstGeom prst="line">
            <a:avLst/>
          </a:prstGeom>
          <a:noFill/>
          <a:ln w="19685">
            <a:solidFill>
              <a:srgbClr val="FFB347"/>
            </a:solidFill>
            <a:prstDash val="solid"/>
          </a:ln>
        </p:spPr>
        <p:txBody>
          <a:bodyPr/>
          <a:lstStyle/>
          <a:p>
            <a:endParaRPr lang="uk-UA"/>
          </a:p>
        </p:txBody>
      </p:sp>
      <p:sp>
        <p:nvSpPr>
          <p:cNvPr id="1255" name="line1255"/>
          <p:cNvSpPr/>
          <p:nvPr/>
        </p:nvSpPr>
        <p:spPr>
          <a:xfrm flipV="1">
            <a:off x="8125092" y="5319195"/>
            <a:ext cx="81763" cy="130420"/>
          </a:xfrm>
          <a:prstGeom prst="line">
            <a:avLst/>
          </a:prstGeom>
          <a:noFill/>
          <a:ln w="19685">
            <a:solidFill>
              <a:srgbClr val="FFB347"/>
            </a:solidFill>
            <a:prstDash val="solid"/>
          </a:ln>
        </p:spPr>
        <p:txBody>
          <a:bodyPr/>
          <a:lstStyle/>
          <a:p>
            <a:endParaRPr lang="uk-UA"/>
          </a:p>
        </p:txBody>
      </p:sp>
      <p:sp>
        <p:nvSpPr>
          <p:cNvPr id="1256" name="line1256"/>
          <p:cNvSpPr/>
          <p:nvPr/>
        </p:nvSpPr>
        <p:spPr>
          <a:xfrm flipV="1">
            <a:off x="8206854" y="5134434"/>
            <a:ext cx="81763" cy="184761"/>
          </a:xfrm>
          <a:prstGeom prst="line">
            <a:avLst/>
          </a:prstGeom>
          <a:noFill/>
          <a:ln w="19685">
            <a:solidFill>
              <a:srgbClr val="FFB347"/>
            </a:solidFill>
            <a:prstDash val="solid"/>
          </a:ln>
        </p:spPr>
        <p:txBody>
          <a:bodyPr/>
          <a:lstStyle/>
          <a:p>
            <a:endParaRPr lang="uk-UA"/>
          </a:p>
        </p:txBody>
      </p:sp>
      <p:sp>
        <p:nvSpPr>
          <p:cNvPr id="1257" name="line1257"/>
          <p:cNvSpPr/>
          <p:nvPr/>
        </p:nvSpPr>
        <p:spPr>
          <a:xfrm flipV="1">
            <a:off x="8288617" y="4955107"/>
            <a:ext cx="81763" cy="179327"/>
          </a:xfrm>
          <a:prstGeom prst="line">
            <a:avLst/>
          </a:prstGeom>
          <a:noFill/>
          <a:ln w="19685">
            <a:solidFill>
              <a:srgbClr val="FFB347"/>
            </a:solidFill>
            <a:prstDash val="solid"/>
          </a:ln>
        </p:spPr>
        <p:txBody>
          <a:bodyPr/>
          <a:lstStyle/>
          <a:p>
            <a:endParaRPr lang="uk-UA"/>
          </a:p>
        </p:txBody>
      </p:sp>
      <p:sp>
        <p:nvSpPr>
          <p:cNvPr id="1258" name="line1258"/>
          <p:cNvSpPr/>
          <p:nvPr/>
        </p:nvSpPr>
        <p:spPr>
          <a:xfrm flipV="1">
            <a:off x="8370380" y="4813820"/>
            <a:ext cx="81763" cy="141288"/>
          </a:xfrm>
          <a:prstGeom prst="line">
            <a:avLst/>
          </a:prstGeom>
          <a:noFill/>
          <a:ln w="19685">
            <a:solidFill>
              <a:srgbClr val="FFB347"/>
            </a:solidFill>
            <a:prstDash val="solid"/>
          </a:ln>
        </p:spPr>
        <p:txBody>
          <a:bodyPr/>
          <a:lstStyle/>
          <a:p>
            <a:endParaRPr lang="uk-UA"/>
          </a:p>
        </p:txBody>
      </p:sp>
      <p:sp>
        <p:nvSpPr>
          <p:cNvPr id="1259" name="line1259"/>
          <p:cNvSpPr/>
          <p:nvPr/>
        </p:nvSpPr>
        <p:spPr>
          <a:xfrm flipV="1">
            <a:off x="8452142" y="4677966"/>
            <a:ext cx="81763" cy="135854"/>
          </a:xfrm>
          <a:prstGeom prst="line">
            <a:avLst/>
          </a:prstGeom>
          <a:noFill/>
          <a:ln w="19685">
            <a:solidFill>
              <a:srgbClr val="FFB347"/>
            </a:solidFill>
            <a:prstDash val="solid"/>
          </a:ln>
        </p:spPr>
        <p:txBody>
          <a:bodyPr/>
          <a:lstStyle/>
          <a:p>
            <a:endParaRPr lang="uk-UA"/>
          </a:p>
        </p:txBody>
      </p:sp>
      <p:sp>
        <p:nvSpPr>
          <p:cNvPr id="1260" name="line1260"/>
          <p:cNvSpPr/>
          <p:nvPr/>
        </p:nvSpPr>
        <p:spPr>
          <a:xfrm flipV="1">
            <a:off x="8533905" y="4580151"/>
            <a:ext cx="81763" cy="97815"/>
          </a:xfrm>
          <a:prstGeom prst="line">
            <a:avLst/>
          </a:prstGeom>
          <a:noFill/>
          <a:ln w="19685">
            <a:solidFill>
              <a:srgbClr val="FFB347"/>
            </a:solidFill>
            <a:prstDash val="solid"/>
          </a:ln>
        </p:spPr>
        <p:txBody>
          <a:bodyPr/>
          <a:lstStyle/>
          <a:p>
            <a:endParaRPr lang="uk-UA"/>
          </a:p>
        </p:txBody>
      </p:sp>
      <p:sp>
        <p:nvSpPr>
          <p:cNvPr id="1261" name="line1261"/>
          <p:cNvSpPr/>
          <p:nvPr/>
        </p:nvSpPr>
        <p:spPr>
          <a:xfrm flipV="1">
            <a:off x="8615667" y="4520376"/>
            <a:ext cx="81763" cy="59776"/>
          </a:xfrm>
          <a:prstGeom prst="line">
            <a:avLst/>
          </a:prstGeom>
          <a:noFill/>
          <a:ln w="19685">
            <a:solidFill>
              <a:srgbClr val="FFB347"/>
            </a:solidFill>
            <a:prstDash val="solid"/>
          </a:ln>
        </p:spPr>
        <p:txBody>
          <a:bodyPr/>
          <a:lstStyle/>
          <a:p>
            <a:endParaRPr lang="uk-UA"/>
          </a:p>
        </p:txBody>
      </p:sp>
      <p:sp>
        <p:nvSpPr>
          <p:cNvPr id="1262" name="line1262"/>
          <p:cNvSpPr/>
          <p:nvPr/>
        </p:nvSpPr>
        <p:spPr>
          <a:xfrm flipV="1">
            <a:off x="8697430" y="4493205"/>
            <a:ext cx="81763" cy="27171"/>
          </a:xfrm>
          <a:prstGeom prst="line">
            <a:avLst/>
          </a:prstGeom>
          <a:noFill/>
          <a:ln w="19685">
            <a:solidFill>
              <a:srgbClr val="FFB347"/>
            </a:solidFill>
            <a:prstDash val="solid"/>
          </a:ln>
        </p:spPr>
        <p:txBody>
          <a:bodyPr/>
          <a:lstStyle/>
          <a:p>
            <a:endParaRPr lang="uk-UA"/>
          </a:p>
        </p:txBody>
      </p:sp>
      <p:sp>
        <p:nvSpPr>
          <p:cNvPr id="1263" name="line1263"/>
          <p:cNvSpPr/>
          <p:nvPr/>
        </p:nvSpPr>
        <p:spPr>
          <a:xfrm flipV="1">
            <a:off x="8779193" y="4487771"/>
            <a:ext cx="81763" cy="5434"/>
          </a:xfrm>
          <a:prstGeom prst="line">
            <a:avLst/>
          </a:prstGeom>
          <a:noFill/>
          <a:ln w="19685">
            <a:solidFill>
              <a:srgbClr val="FFB347"/>
            </a:solidFill>
            <a:prstDash val="solid"/>
          </a:ln>
        </p:spPr>
        <p:txBody>
          <a:bodyPr/>
          <a:lstStyle/>
          <a:p>
            <a:endParaRPr lang="uk-UA"/>
          </a:p>
        </p:txBody>
      </p:sp>
      <p:sp>
        <p:nvSpPr>
          <p:cNvPr id="1264" name="line1264"/>
          <p:cNvSpPr/>
          <p:nvPr/>
        </p:nvSpPr>
        <p:spPr>
          <a:xfrm>
            <a:off x="8860955" y="4487771"/>
            <a:ext cx="81763" cy="5434"/>
          </a:xfrm>
          <a:prstGeom prst="line">
            <a:avLst/>
          </a:prstGeom>
          <a:noFill/>
          <a:ln w="19685">
            <a:solidFill>
              <a:srgbClr val="FFB347"/>
            </a:solidFill>
            <a:prstDash val="solid"/>
          </a:ln>
        </p:spPr>
        <p:txBody>
          <a:bodyPr/>
          <a:lstStyle/>
          <a:p>
            <a:endParaRPr lang="uk-UA"/>
          </a:p>
        </p:txBody>
      </p:sp>
      <p:sp>
        <p:nvSpPr>
          <p:cNvPr id="1265" name="line1265"/>
          <p:cNvSpPr/>
          <p:nvPr/>
        </p:nvSpPr>
        <p:spPr>
          <a:xfrm>
            <a:off x="8942718" y="4493205"/>
            <a:ext cx="81763" cy="32605"/>
          </a:xfrm>
          <a:prstGeom prst="line">
            <a:avLst/>
          </a:prstGeom>
          <a:noFill/>
          <a:ln w="19685">
            <a:solidFill>
              <a:srgbClr val="FFB347"/>
            </a:solidFill>
            <a:prstDash val="solid"/>
          </a:ln>
        </p:spPr>
        <p:txBody>
          <a:bodyPr/>
          <a:lstStyle/>
          <a:p>
            <a:endParaRPr lang="uk-UA"/>
          </a:p>
        </p:txBody>
      </p:sp>
      <p:sp>
        <p:nvSpPr>
          <p:cNvPr id="1266" name="line1266"/>
          <p:cNvSpPr/>
          <p:nvPr/>
        </p:nvSpPr>
        <p:spPr>
          <a:xfrm>
            <a:off x="9024480" y="4525810"/>
            <a:ext cx="81763" cy="59776"/>
          </a:xfrm>
          <a:prstGeom prst="line">
            <a:avLst/>
          </a:prstGeom>
          <a:noFill/>
          <a:ln w="19685">
            <a:solidFill>
              <a:srgbClr val="FFB347"/>
            </a:solidFill>
            <a:prstDash val="solid"/>
          </a:ln>
        </p:spPr>
        <p:txBody>
          <a:bodyPr/>
          <a:lstStyle/>
          <a:p>
            <a:endParaRPr lang="uk-UA"/>
          </a:p>
        </p:txBody>
      </p:sp>
      <p:sp>
        <p:nvSpPr>
          <p:cNvPr id="1267" name="line1267"/>
          <p:cNvSpPr/>
          <p:nvPr/>
        </p:nvSpPr>
        <p:spPr>
          <a:xfrm>
            <a:off x="9106243" y="4585585"/>
            <a:ext cx="81763" cy="114117"/>
          </a:xfrm>
          <a:prstGeom prst="line">
            <a:avLst/>
          </a:prstGeom>
          <a:noFill/>
          <a:ln w="19685">
            <a:solidFill>
              <a:srgbClr val="FFB347"/>
            </a:solidFill>
            <a:prstDash val="solid"/>
          </a:ln>
        </p:spPr>
        <p:txBody>
          <a:bodyPr/>
          <a:lstStyle/>
          <a:p>
            <a:endParaRPr lang="uk-UA"/>
          </a:p>
        </p:txBody>
      </p:sp>
      <p:sp>
        <p:nvSpPr>
          <p:cNvPr id="1268" name="line1268"/>
          <p:cNvSpPr/>
          <p:nvPr/>
        </p:nvSpPr>
        <p:spPr>
          <a:xfrm>
            <a:off x="9188005" y="4699702"/>
            <a:ext cx="81763" cy="146722"/>
          </a:xfrm>
          <a:prstGeom prst="line">
            <a:avLst/>
          </a:prstGeom>
          <a:noFill/>
          <a:ln w="19685">
            <a:solidFill>
              <a:srgbClr val="FFB347"/>
            </a:solidFill>
            <a:prstDash val="solid"/>
          </a:ln>
        </p:spPr>
        <p:txBody>
          <a:bodyPr/>
          <a:lstStyle/>
          <a:p>
            <a:endParaRPr lang="uk-UA"/>
          </a:p>
        </p:txBody>
      </p:sp>
      <p:sp>
        <p:nvSpPr>
          <p:cNvPr id="1269" name="line1269"/>
          <p:cNvSpPr/>
          <p:nvPr/>
        </p:nvSpPr>
        <p:spPr>
          <a:xfrm>
            <a:off x="9269768" y="4846425"/>
            <a:ext cx="81763" cy="124985"/>
          </a:xfrm>
          <a:prstGeom prst="line">
            <a:avLst/>
          </a:prstGeom>
          <a:noFill/>
          <a:ln w="19685">
            <a:solidFill>
              <a:srgbClr val="FFB347"/>
            </a:solidFill>
            <a:prstDash val="solid"/>
          </a:ln>
        </p:spPr>
        <p:txBody>
          <a:bodyPr/>
          <a:lstStyle/>
          <a:p>
            <a:endParaRPr lang="uk-UA"/>
          </a:p>
        </p:txBody>
      </p:sp>
      <p:sp>
        <p:nvSpPr>
          <p:cNvPr id="1270" name="line1270"/>
          <p:cNvSpPr/>
          <p:nvPr/>
        </p:nvSpPr>
        <p:spPr>
          <a:xfrm>
            <a:off x="9351531" y="4971410"/>
            <a:ext cx="81763" cy="65210"/>
          </a:xfrm>
          <a:prstGeom prst="line">
            <a:avLst/>
          </a:prstGeom>
          <a:noFill/>
          <a:ln w="19685">
            <a:solidFill>
              <a:srgbClr val="FFB347"/>
            </a:solidFill>
            <a:prstDash val="solid"/>
          </a:ln>
        </p:spPr>
        <p:txBody>
          <a:bodyPr/>
          <a:lstStyle/>
          <a:p>
            <a:endParaRPr lang="uk-UA"/>
          </a:p>
        </p:txBody>
      </p:sp>
      <p:sp>
        <p:nvSpPr>
          <p:cNvPr id="1271" name="line1271"/>
          <p:cNvSpPr/>
          <p:nvPr/>
        </p:nvSpPr>
        <p:spPr>
          <a:xfrm>
            <a:off x="9433293" y="5036620"/>
            <a:ext cx="81763" cy="43473"/>
          </a:xfrm>
          <a:prstGeom prst="line">
            <a:avLst/>
          </a:prstGeom>
          <a:noFill/>
          <a:ln w="19685">
            <a:solidFill>
              <a:srgbClr val="FFB347"/>
            </a:solidFill>
            <a:prstDash val="solid"/>
          </a:ln>
        </p:spPr>
        <p:txBody>
          <a:bodyPr/>
          <a:lstStyle/>
          <a:p>
            <a:endParaRPr lang="uk-UA"/>
          </a:p>
        </p:txBody>
      </p:sp>
      <p:sp>
        <p:nvSpPr>
          <p:cNvPr id="1272" name="line1272"/>
          <p:cNvSpPr/>
          <p:nvPr/>
        </p:nvSpPr>
        <p:spPr>
          <a:xfrm>
            <a:off x="9515056" y="5080093"/>
            <a:ext cx="81763" cy="32605"/>
          </a:xfrm>
          <a:prstGeom prst="line">
            <a:avLst/>
          </a:prstGeom>
          <a:noFill/>
          <a:ln w="19685">
            <a:solidFill>
              <a:srgbClr val="FFB347"/>
            </a:solidFill>
            <a:prstDash val="solid"/>
          </a:ln>
        </p:spPr>
        <p:txBody>
          <a:bodyPr/>
          <a:lstStyle/>
          <a:p>
            <a:endParaRPr lang="uk-UA"/>
          </a:p>
        </p:txBody>
      </p:sp>
      <p:sp>
        <p:nvSpPr>
          <p:cNvPr id="1273" name="line1273"/>
          <p:cNvSpPr/>
          <p:nvPr/>
        </p:nvSpPr>
        <p:spPr>
          <a:xfrm>
            <a:off x="9596819" y="5112698"/>
            <a:ext cx="81763" cy="27171"/>
          </a:xfrm>
          <a:prstGeom prst="line">
            <a:avLst/>
          </a:prstGeom>
          <a:noFill/>
          <a:ln w="19685">
            <a:solidFill>
              <a:srgbClr val="FFB347"/>
            </a:solidFill>
            <a:prstDash val="solid"/>
          </a:ln>
        </p:spPr>
        <p:txBody>
          <a:bodyPr/>
          <a:lstStyle/>
          <a:p>
            <a:endParaRPr lang="uk-UA"/>
          </a:p>
        </p:txBody>
      </p:sp>
      <p:sp>
        <p:nvSpPr>
          <p:cNvPr id="1274" name="line1274"/>
          <p:cNvSpPr/>
          <p:nvPr/>
        </p:nvSpPr>
        <p:spPr>
          <a:xfrm>
            <a:off x="9678581" y="5139869"/>
            <a:ext cx="81763" cy="16302"/>
          </a:xfrm>
          <a:prstGeom prst="line">
            <a:avLst/>
          </a:prstGeom>
          <a:noFill/>
          <a:ln w="19685">
            <a:solidFill>
              <a:srgbClr val="FFB347"/>
            </a:solidFill>
            <a:prstDash val="solid"/>
          </a:ln>
        </p:spPr>
        <p:txBody>
          <a:bodyPr/>
          <a:lstStyle/>
          <a:p>
            <a:endParaRPr lang="uk-UA"/>
          </a:p>
        </p:txBody>
      </p:sp>
      <p:sp>
        <p:nvSpPr>
          <p:cNvPr id="1275" name="line1275"/>
          <p:cNvSpPr/>
          <p:nvPr/>
        </p:nvSpPr>
        <p:spPr>
          <a:xfrm>
            <a:off x="9760344" y="5156171"/>
            <a:ext cx="81763" cy="16302"/>
          </a:xfrm>
          <a:prstGeom prst="line">
            <a:avLst/>
          </a:prstGeom>
          <a:noFill/>
          <a:ln w="19685">
            <a:solidFill>
              <a:srgbClr val="FFB347"/>
            </a:solidFill>
            <a:prstDash val="solid"/>
          </a:ln>
        </p:spPr>
        <p:txBody>
          <a:bodyPr/>
          <a:lstStyle/>
          <a:p>
            <a:endParaRPr lang="uk-UA"/>
          </a:p>
        </p:txBody>
      </p:sp>
      <p:sp>
        <p:nvSpPr>
          <p:cNvPr id="1276" name="line1276"/>
          <p:cNvSpPr/>
          <p:nvPr/>
        </p:nvSpPr>
        <p:spPr>
          <a:xfrm>
            <a:off x="9842106" y="5172473"/>
            <a:ext cx="81763" cy="38039"/>
          </a:xfrm>
          <a:prstGeom prst="line">
            <a:avLst/>
          </a:prstGeom>
          <a:noFill/>
          <a:ln w="19685">
            <a:solidFill>
              <a:srgbClr val="FFB347"/>
            </a:solidFill>
            <a:prstDash val="solid"/>
          </a:ln>
        </p:spPr>
        <p:txBody>
          <a:bodyPr/>
          <a:lstStyle/>
          <a:p>
            <a:endParaRPr lang="uk-UA"/>
          </a:p>
        </p:txBody>
      </p:sp>
      <p:sp>
        <p:nvSpPr>
          <p:cNvPr id="1277" name="line1277"/>
          <p:cNvSpPr/>
          <p:nvPr/>
        </p:nvSpPr>
        <p:spPr>
          <a:xfrm>
            <a:off x="9923869" y="5210512"/>
            <a:ext cx="81763" cy="32605"/>
          </a:xfrm>
          <a:prstGeom prst="line">
            <a:avLst/>
          </a:prstGeom>
          <a:noFill/>
          <a:ln w="19685">
            <a:solidFill>
              <a:srgbClr val="FFB347"/>
            </a:solidFill>
            <a:prstDash val="solid"/>
          </a:ln>
        </p:spPr>
        <p:txBody>
          <a:bodyPr/>
          <a:lstStyle/>
          <a:p>
            <a:endParaRPr lang="uk-UA"/>
          </a:p>
        </p:txBody>
      </p:sp>
      <p:sp>
        <p:nvSpPr>
          <p:cNvPr id="1278" name="line1278"/>
          <p:cNvSpPr/>
          <p:nvPr/>
        </p:nvSpPr>
        <p:spPr>
          <a:xfrm flipV="1">
            <a:off x="10005632" y="5232249"/>
            <a:ext cx="81763" cy="10868"/>
          </a:xfrm>
          <a:prstGeom prst="line">
            <a:avLst/>
          </a:prstGeom>
          <a:noFill/>
          <a:ln w="19685">
            <a:solidFill>
              <a:srgbClr val="FFB347"/>
            </a:solidFill>
            <a:prstDash val="solid"/>
          </a:ln>
        </p:spPr>
        <p:txBody>
          <a:bodyPr/>
          <a:lstStyle/>
          <a:p>
            <a:endParaRPr lang="uk-UA"/>
          </a:p>
        </p:txBody>
      </p:sp>
      <p:sp>
        <p:nvSpPr>
          <p:cNvPr id="1279" name="line1279"/>
          <p:cNvSpPr/>
          <p:nvPr/>
        </p:nvSpPr>
        <p:spPr>
          <a:xfrm flipV="1">
            <a:off x="10087394" y="5118132"/>
            <a:ext cx="81763" cy="114117"/>
          </a:xfrm>
          <a:prstGeom prst="line">
            <a:avLst/>
          </a:prstGeom>
          <a:noFill/>
          <a:ln w="19685">
            <a:solidFill>
              <a:srgbClr val="FFB347"/>
            </a:solidFill>
            <a:prstDash val="solid"/>
          </a:ln>
        </p:spPr>
        <p:txBody>
          <a:bodyPr/>
          <a:lstStyle/>
          <a:p>
            <a:endParaRPr lang="uk-UA"/>
          </a:p>
        </p:txBody>
      </p:sp>
      <p:sp>
        <p:nvSpPr>
          <p:cNvPr id="1280" name="line1280"/>
          <p:cNvSpPr/>
          <p:nvPr/>
        </p:nvSpPr>
        <p:spPr>
          <a:xfrm flipV="1">
            <a:off x="10169157" y="4965976"/>
            <a:ext cx="81763" cy="152156"/>
          </a:xfrm>
          <a:prstGeom prst="line">
            <a:avLst/>
          </a:prstGeom>
          <a:noFill/>
          <a:ln w="19685">
            <a:solidFill>
              <a:srgbClr val="FFB347"/>
            </a:solidFill>
            <a:prstDash val="solid"/>
          </a:ln>
        </p:spPr>
        <p:txBody>
          <a:bodyPr/>
          <a:lstStyle/>
          <a:p>
            <a:endParaRPr lang="uk-UA"/>
          </a:p>
        </p:txBody>
      </p:sp>
      <p:sp>
        <p:nvSpPr>
          <p:cNvPr id="1281" name="line1281"/>
          <p:cNvSpPr/>
          <p:nvPr/>
        </p:nvSpPr>
        <p:spPr>
          <a:xfrm flipV="1">
            <a:off x="10250919" y="4857293"/>
            <a:ext cx="81763" cy="108683"/>
          </a:xfrm>
          <a:prstGeom prst="line">
            <a:avLst/>
          </a:prstGeom>
          <a:noFill/>
          <a:ln w="19685">
            <a:solidFill>
              <a:srgbClr val="FFB347"/>
            </a:solidFill>
            <a:prstDash val="solid"/>
          </a:ln>
        </p:spPr>
        <p:txBody>
          <a:bodyPr/>
          <a:lstStyle/>
          <a:p>
            <a:endParaRPr lang="uk-UA"/>
          </a:p>
        </p:txBody>
      </p:sp>
      <p:sp>
        <p:nvSpPr>
          <p:cNvPr id="1282" name="line1282"/>
          <p:cNvSpPr/>
          <p:nvPr/>
        </p:nvSpPr>
        <p:spPr>
          <a:xfrm flipV="1">
            <a:off x="10332682" y="4716005"/>
            <a:ext cx="81763" cy="141288"/>
          </a:xfrm>
          <a:prstGeom prst="line">
            <a:avLst/>
          </a:prstGeom>
          <a:noFill/>
          <a:ln w="19685">
            <a:solidFill>
              <a:srgbClr val="FFB347"/>
            </a:solidFill>
            <a:prstDash val="solid"/>
          </a:ln>
        </p:spPr>
        <p:txBody>
          <a:bodyPr/>
          <a:lstStyle/>
          <a:p>
            <a:endParaRPr lang="uk-UA"/>
          </a:p>
        </p:txBody>
      </p:sp>
      <p:sp>
        <p:nvSpPr>
          <p:cNvPr id="1283" name="line1283"/>
          <p:cNvSpPr/>
          <p:nvPr/>
        </p:nvSpPr>
        <p:spPr>
          <a:xfrm flipV="1">
            <a:off x="10414445" y="4596454"/>
            <a:ext cx="81763" cy="119551"/>
          </a:xfrm>
          <a:prstGeom prst="line">
            <a:avLst/>
          </a:prstGeom>
          <a:noFill/>
          <a:ln w="19685">
            <a:solidFill>
              <a:srgbClr val="FFB347"/>
            </a:solidFill>
            <a:prstDash val="solid"/>
          </a:ln>
        </p:spPr>
        <p:txBody>
          <a:bodyPr/>
          <a:lstStyle/>
          <a:p>
            <a:endParaRPr lang="uk-UA"/>
          </a:p>
        </p:txBody>
      </p:sp>
      <p:sp>
        <p:nvSpPr>
          <p:cNvPr id="1284" name="line1284"/>
          <p:cNvSpPr/>
          <p:nvPr/>
        </p:nvSpPr>
        <p:spPr>
          <a:xfrm flipV="1">
            <a:off x="10496207" y="4504073"/>
            <a:ext cx="81763" cy="92381"/>
          </a:xfrm>
          <a:prstGeom prst="line">
            <a:avLst/>
          </a:prstGeom>
          <a:noFill/>
          <a:ln w="19685">
            <a:solidFill>
              <a:srgbClr val="FFB347"/>
            </a:solidFill>
            <a:prstDash val="solid"/>
          </a:ln>
        </p:spPr>
        <p:txBody>
          <a:bodyPr/>
          <a:lstStyle/>
          <a:p>
            <a:endParaRPr lang="uk-UA"/>
          </a:p>
        </p:txBody>
      </p:sp>
      <p:sp>
        <p:nvSpPr>
          <p:cNvPr id="1285" name="line1285"/>
          <p:cNvSpPr/>
          <p:nvPr/>
        </p:nvSpPr>
        <p:spPr>
          <a:xfrm flipV="1">
            <a:off x="10577970" y="4460600"/>
            <a:ext cx="81763" cy="43473"/>
          </a:xfrm>
          <a:prstGeom prst="line">
            <a:avLst/>
          </a:prstGeom>
          <a:noFill/>
          <a:ln w="19685">
            <a:solidFill>
              <a:srgbClr val="FFB347"/>
            </a:solidFill>
            <a:prstDash val="solid"/>
          </a:ln>
        </p:spPr>
        <p:txBody>
          <a:bodyPr/>
          <a:lstStyle/>
          <a:p>
            <a:endParaRPr lang="uk-UA"/>
          </a:p>
        </p:txBody>
      </p:sp>
      <p:sp>
        <p:nvSpPr>
          <p:cNvPr id="1286" name="line1286"/>
          <p:cNvSpPr/>
          <p:nvPr/>
        </p:nvSpPr>
        <p:spPr>
          <a:xfrm flipV="1">
            <a:off x="10659732" y="4449732"/>
            <a:ext cx="81763" cy="10868"/>
          </a:xfrm>
          <a:prstGeom prst="line">
            <a:avLst/>
          </a:prstGeom>
          <a:noFill/>
          <a:ln w="19685">
            <a:solidFill>
              <a:srgbClr val="FFB347"/>
            </a:solidFill>
            <a:prstDash val="solid"/>
          </a:ln>
        </p:spPr>
        <p:txBody>
          <a:bodyPr/>
          <a:lstStyle/>
          <a:p>
            <a:endParaRPr lang="uk-UA"/>
          </a:p>
        </p:txBody>
      </p:sp>
      <p:sp>
        <p:nvSpPr>
          <p:cNvPr id="1287" name="line1287"/>
          <p:cNvSpPr/>
          <p:nvPr/>
        </p:nvSpPr>
        <p:spPr>
          <a:xfrm>
            <a:off x="10741495" y="4449732"/>
            <a:ext cx="81763" cy="5434"/>
          </a:xfrm>
          <a:prstGeom prst="line">
            <a:avLst/>
          </a:prstGeom>
          <a:noFill/>
          <a:ln w="19685">
            <a:solidFill>
              <a:srgbClr val="FFB347"/>
            </a:solidFill>
            <a:prstDash val="solid"/>
          </a:ln>
        </p:spPr>
        <p:txBody>
          <a:bodyPr/>
          <a:lstStyle/>
          <a:p>
            <a:endParaRPr lang="uk-UA"/>
          </a:p>
        </p:txBody>
      </p:sp>
      <p:sp>
        <p:nvSpPr>
          <p:cNvPr id="1288" name="line1288"/>
          <p:cNvSpPr/>
          <p:nvPr/>
        </p:nvSpPr>
        <p:spPr>
          <a:xfrm>
            <a:off x="10823258" y="4455166"/>
            <a:ext cx="81763" cy="21737"/>
          </a:xfrm>
          <a:prstGeom prst="line">
            <a:avLst/>
          </a:prstGeom>
          <a:noFill/>
          <a:ln w="19685">
            <a:solidFill>
              <a:srgbClr val="FFB347"/>
            </a:solidFill>
            <a:prstDash val="solid"/>
          </a:ln>
        </p:spPr>
        <p:txBody>
          <a:bodyPr/>
          <a:lstStyle/>
          <a:p>
            <a:endParaRPr lang="uk-UA"/>
          </a:p>
        </p:txBody>
      </p:sp>
      <p:sp>
        <p:nvSpPr>
          <p:cNvPr id="1289" name="line1289"/>
          <p:cNvSpPr/>
          <p:nvPr/>
        </p:nvSpPr>
        <p:spPr>
          <a:xfrm>
            <a:off x="10905020" y="4476902"/>
            <a:ext cx="81763" cy="38039"/>
          </a:xfrm>
          <a:prstGeom prst="line">
            <a:avLst/>
          </a:prstGeom>
          <a:noFill/>
          <a:ln w="19685">
            <a:solidFill>
              <a:srgbClr val="FFB347"/>
            </a:solidFill>
            <a:prstDash val="solid"/>
          </a:ln>
        </p:spPr>
        <p:txBody>
          <a:bodyPr/>
          <a:lstStyle/>
          <a:p>
            <a:endParaRPr lang="uk-UA"/>
          </a:p>
        </p:txBody>
      </p:sp>
      <p:sp>
        <p:nvSpPr>
          <p:cNvPr id="1290" name="line1290"/>
          <p:cNvSpPr/>
          <p:nvPr/>
        </p:nvSpPr>
        <p:spPr>
          <a:xfrm flipV="1">
            <a:off x="1257033" y="5503956"/>
            <a:ext cx="81763" cy="5434"/>
          </a:xfrm>
          <a:prstGeom prst="line">
            <a:avLst/>
          </a:prstGeom>
          <a:noFill/>
          <a:ln w="15875">
            <a:solidFill>
              <a:srgbClr val="55B7FF"/>
            </a:solidFill>
            <a:prstDash val="solid"/>
          </a:ln>
        </p:spPr>
        <p:txBody>
          <a:bodyPr/>
          <a:lstStyle/>
          <a:p>
            <a:endParaRPr lang="uk-UA"/>
          </a:p>
        </p:txBody>
      </p:sp>
      <p:sp>
        <p:nvSpPr>
          <p:cNvPr id="1291" name="line1291"/>
          <p:cNvSpPr/>
          <p:nvPr/>
        </p:nvSpPr>
        <p:spPr>
          <a:xfrm>
            <a:off x="1338796" y="5503956"/>
            <a:ext cx="81763" cy="0"/>
          </a:xfrm>
          <a:prstGeom prst="line">
            <a:avLst/>
          </a:prstGeom>
          <a:noFill/>
          <a:ln w="15875">
            <a:solidFill>
              <a:srgbClr val="55B7FF"/>
            </a:solidFill>
            <a:prstDash val="solid"/>
          </a:ln>
        </p:spPr>
        <p:txBody>
          <a:bodyPr/>
          <a:lstStyle/>
          <a:p>
            <a:endParaRPr lang="uk-UA"/>
          </a:p>
        </p:txBody>
      </p:sp>
      <p:sp>
        <p:nvSpPr>
          <p:cNvPr id="1292" name="line1292"/>
          <p:cNvSpPr/>
          <p:nvPr/>
        </p:nvSpPr>
        <p:spPr>
          <a:xfrm flipV="1">
            <a:off x="1420559" y="5482220"/>
            <a:ext cx="81763" cy="21737"/>
          </a:xfrm>
          <a:prstGeom prst="line">
            <a:avLst/>
          </a:prstGeom>
          <a:noFill/>
          <a:ln w="15875">
            <a:solidFill>
              <a:srgbClr val="55B7FF"/>
            </a:solidFill>
            <a:prstDash val="solid"/>
          </a:ln>
        </p:spPr>
        <p:txBody>
          <a:bodyPr/>
          <a:lstStyle/>
          <a:p>
            <a:endParaRPr lang="uk-UA"/>
          </a:p>
        </p:txBody>
      </p:sp>
      <p:sp>
        <p:nvSpPr>
          <p:cNvPr id="1293" name="line1293"/>
          <p:cNvSpPr/>
          <p:nvPr/>
        </p:nvSpPr>
        <p:spPr>
          <a:xfrm>
            <a:off x="1502321" y="5482220"/>
            <a:ext cx="81763" cy="0"/>
          </a:xfrm>
          <a:prstGeom prst="line">
            <a:avLst/>
          </a:prstGeom>
          <a:noFill/>
          <a:ln w="15875">
            <a:solidFill>
              <a:srgbClr val="55B7FF"/>
            </a:solidFill>
            <a:prstDash val="solid"/>
          </a:ln>
        </p:spPr>
        <p:txBody>
          <a:bodyPr/>
          <a:lstStyle/>
          <a:p>
            <a:endParaRPr lang="uk-UA"/>
          </a:p>
        </p:txBody>
      </p:sp>
      <p:sp>
        <p:nvSpPr>
          <p:cNvPr id="1294" name="line1294"/>
          <p:cNvSpPr/>
          <p:nvPr/>
        </p:nvSpPr>
        <p:spPr>
          <a:xfrm>
            <a:off x="1584084" y="5482220"/>
            <a:ext cx="81763" cy="5434"/>
          </a:xfrm>
          <a:prstGeom prst="line">
            <a:avLst/>
          </a:prstGeom>
          <a:noFill/>
          <a:ln w="15875">
            <a:solidFill>
              <a:srgbClr val="55B7FF"/>
            </a:solidFill>
            <a:prstDash val="solid"/>
          </a:ln>
        </p:spPr>
        <p:txBody>
          <a:bodyPr/>
          <a:lstStyle/>
          <a:p>
            <a:endParaRPr lang="uk-UA"/>
          </a:p>
        </p:txBody>
      </p:sp>
      <p:sp>
        <p:nvSpPr>
          <p:cNvPr id="1295" name="line1295"/>
          <p:cNvSpPr/>
          <p:nvPr/>
        </p:nvSpPr>
        <p:spPr>
          <a:xfrm flipV="1">
            <a:off x="1665846" y="5476786"/>
            <a:ext cx="81763" cy="10868"/>
          </a:xfrm>
          <a:prstGeom prst="line">
            <a:avLst/>
          </a:prstGeom>
          <a:noFill/>
          <a:ln w="15875">
            <a:solidFill>
              <a:srgbClr val="55B7FF"/>
            </a:solidFill>
            <a:prstDash val="solid"/>
          </a:ln>
        </p:spPr>
        <p:txBody>
          <a:bodyPr/>
          <a:lstStyle/>
          <a:p>
            <a:endParaRPr lang="uk-UA"/>
          </a:p>
        </p:txBody>
      </p:sp>
      <p:sp>
        <p:nvSpPr>
          <p:cNvPr id="1296" name="line1296"/>
          <p:cNvSpPr/>
          <p:nvPr/>
        </p:nvSpPr>
        <p:spPr>
          <a:xfrm>
            <a:off x="1747609" y="5476786"/>
            <a:ext cx="81763" cy="16302"/>
          </a:xfrm>
          <a:prstGeom prst="line">
            <a:avLst/>
          </a:prstGeom>
          <a:noFill/>
          <a:ln w="15875">
            <a:solidFill>
              <a:srgbClr val="55B7FF"/>
            </a:solidFill>
            <a:prstDash val="solid"/>
          </a:ln>
        </p:spPr>
        <p:txBody>
          <a:bodyPr/>
          <a:lstStyle/>
          <a:p>
            <a:endParaRPr lang="uk-UA"/>
          </a:p>
        </p:txBody>
      </p:sp>
      <p:sp>
        <p:nvSpPr>
          <p:cNvPr id="1297" name="line1297"/>
          <p:cNvSpPr/>
          <p:nvPr/>
        </p:nvSpPr>
        <p:spPr>
          <a:xfrm>
            <a:off x="1829372" y="5493088"/>
            <a:ext cx="81763" cy="10868"/>
          </a:xfrm>
          <a:prstGeom prst="line">
            <a:avLst/>
          </a:prstGeom>
          <a:noFill/>
          <a:ln w="15875">
            <a:solidFill>
              <a:srgbClr val="55B7FF"/>
            </a:solidFill>
            <a:prstDash val="solid"/>
          </a:ln>
        </p:spPr>
        <p:txBody>
          <a:bodyPr/>
          <a:lstStyle/>
          <a:p>
            <a:endParaRPr lang="uk-UA"/>
          </a:p>
        </p:txBody>
      </p:sp>
      <p:sp>
        <p:nvSpPr>
          <p:cNvPr id="1298" name="line1298"/>
          <p:cNvSpPr/>
          <p:nvPr/>
        </p:nvSpPr>
        <p:spPr>
          <a:xfrm>
            <a:off x="1911134" y="5503956"/>
            <a:ext cx="81763" cy="0"/>
          </a:xfrm>
          <a:prstGeom prst="line">
            <a:avLst/>
          </a:prstGeom>
          <a:noFill/>
          <a:ln w="15875">
            <a:solidFill>
              <a:srgbClr val="55B7FF"/>
            </a:solidFill>
            <a:prstDash val="solid"/>
          </a:ln>
        </p:spPr>
        <p:txBody>
          <a:bodyPr/>
          <a:lstStyle/>
          <a:p>
            <a:endParaRPr lang="uk-UA"/>
          </a:p>
        </p:txBody>
      </p:sp>
      <p:sp>
        <p:nvSpPr>
          <p:cNvPr id="1299" name="line1299"/>
          <p:cNvSpPr/>
          <p:nvPr/>
        </p:nvSpPr>
        <p:spPr>
          <a:xfrm>
            <a:off x="1992897" y="5503956"/>
            <a:ext cx="81763" cy="21737"/>
          </a:xfrm>
          <a:prstGeom prst="line">
            <a:avLst/>
          </a:prstGeom>
          <a:noFill/>
          <a:ln w="15875">
            <a:solidFill>
              <a:srgbClr val="55B7FF"/>
            </a:solidFill>
            <a:prstDash val="solid"/>
          </a:ln>
        </p:spPr>
        <p:txBody>
          <a:bodyPr/>
          <a:lstStyle/>
          <a:p>
            <a:endParaRPr lang="uk-UA"/>
          </a:p>
        </p:txBody>
      </p:sp>
      <p:sp>
        <p:nvSpPr>
          <p:cNvPr id="1300" name="line1300"/>
          <p:cNvSpPr/>
          <p:nvPr/>
        </p:nvSpPr>
        <p:spPr>
          <a:xfrm>
            <a:off x="2074659" y="5525693"/>
            <a:ext cx="81763" cy="5434"/>
          </a:xfrm>
          <a:prstGeom prst="line">
            <a:avLst/>
          </a:prstGeom>
          <a:noFill/>
          <a:ln w="15875">
            <a:solidFill>
              <a:srgbClr val="55B7FF"/>
            </a:solidFill>
            <a:prstDash val="solid"/>
          </a:ln>
        </p:spPr>
        <p:txBody>
          <a:bodyPr/>
          <a:lstStyle/>
          <a:p>
            <a:endParaRPr lang="uk-UA"/>
          </a:p>
        </p:txBody>
      </p:sp>
      <p:sp>
        <p:nvSpPr>
          <p:cNvPr id="1301" name="line1301"/>
          <p:cNvSpPr/>
          <p:nvPr/>
        </p:nvSpPr>
        <p:spPr>
          <a:xfrm>
            <a:off x="2156422" y="5531127"/>
            <a:ext cx="81763" cy="10868"/>
          </a:xfrm>
          <a:prstGeom prst="line">
            <a:avLst/>
          </a:prstGeom>
          <a:noFill/>
          <a:ln w="15875">
            <a:solidFill>
              <a:srgbClr val="55B7FF"/>
            </a:solidFill>
            <a:prstDash val="solid"/>
          </a:ln>
        </p:spPr>
        <p:txBody>
          <a:bodyPr/>
          <a:lstStyle/>
          <a:p>
            <a:endParaRPr lang="uk-UA"/>
          </a:p>
        </p:txBody>
      </p:sp>
      <p:sp>
        <p:nvSpPr>
          <p:cNvPr id="1302" name="line1302"/>
          <p:cNvSpPr/>
          <p:nvPr/>
        </p:nvSpPr>
        <p:spPr>
          <a:xfrm>
            <a:off x="2238185" y="5541996"/>
            <a:ext cx="81763" cy="0"/>
          </a:xfrm>
          <a:prstGeom prst="line">
            <a:avLst/>
          </a:prstGeom>
          <a:noFill/>
          <a:ln w="15875">
            <a:solidFill>
              <a:srgbClr val="55B7FF"/>
            </a:solidFill>
            <a:prstDash val="solid"/>
          </a:ln>
        </p:spPr>
        <p:txBody>
          <a:bodyPr/>
          <a:lstStyle/>
          <a:p>
            <a:endParaRPr lang="uk-UA"/>
          </a:p>
        </p:txBody>
      </p:sp>
      <p:sp>
        <p:nvSpPr>
          <p:cNvPr id="1303" name="line1303"/>
          <p:cNvSpPr/>
          <p:nvPr/>
        </p:nvSpPr>
        <p:spPr>
          <a:xfrm flipV="1">
            <a:off x="2319947" y="5514825"/>
            <a:ext cx="81763" cy="27171"/>
          </a:xfrm>
          <a:prstGeom prst="line">
            <a:avLst/>
          </a:prstGeom>
          <a:noFill/>
          <a:ln w="15875">
            <a:solidFill>
              <a:srgbClr val="55B7FF"/>
            </a:solidFill>
            <a:prstDash val="solid"/>
          </a:ln>
        </p:spPr>
        <p:txBody>
          <a:bodyPr/>
          <a:lstStyle/>
          <a:p>
            <a:endParaRPr lang="uk-UA"/>
          </a:p>
        </p:txBody>
      </p:sp>
      <p:sp>
        <p:nvSpPr>
          <p:cNvPr id="1304" name="line1304"/>
          <p:cNvSpPr/>
          <p:nvPr/>
        </p:nvSpPr>
        <p:spPr>
          <a:xfrm>
            <a:off x="2401710" y="5514825"/>
            <a:ext cx="81763" cy="16302"/>
          </a:xfrm>
          <a:prstGeom prst="line">
            <a:avLst/>
          </a:prstGeom>
          <a:noFill/>
          <a:ln w="15875">
            <a:solidFill>
              <a:srgbClr val="55B7FF"/>
            </a:solidFill>
            <a:prstDash val="solid"/>
          </a:ln>
        </p:spPr>
        <p:txBody>
          <a:bodyPr/>
          <a:lstStyle/>
          <a:p>
            <a:endParaRPr lang="uk-UA"/>
          </a:p>
        </p:txBody>
      </p:sp>
      <p:sp>
        <p:nvSpPr>
          <p:cNvPr id="1305" name="line1305"/>
          <p:cNvSpPr/>
          <p:nvPr/>
        </p:nvSpPr>
        <p:spPr>
          <a:xfrm flipV="1">
            <a:off x="2483472" y="5514825"/>
            <a:ext cx="81763" cy="16302"/>
          </a:xfrm>
          <a:prstGeom prst="line">
            <a:avLst/>
          </a:prstGeom>
          <a:noFill/>
          <a:ln w="15875">
            <a:solidFill>
              <a:srgbClr val="55B7FF"/>
            </a:solidFill>
            <a:prstDash val="solid"/>
          </a:ln>
        </p:spPr>
        <p:txBody>
          <a:bodyPr/>
          <a:lstStyle/>
          <a:p>
            <a:endParaRPr lang="uk-UA"/>
          </a:p>
        </p:txBody>
      </p:sp>
      <p:sp>
        <p:nvSpPr>
          <p:cNvPr id="1306" name="line1306"/>
          <p:cNvSpPr/>
          <p:nvPr/>
        </p:nvSpPr>
        <p:spPr>
          <a:xfrm>
            <a:off x="2565235" y="5514825"/>
            <a:ext cx="81763" cy="65210"/>
          </a:xfrm>
          <a:prstGeom prst="line">
            <a:avLst/>
          </a:prstGeom>
          <a:noFill/>
          <a:ln w="15875">
            <a:solidFill>
              <a:srgbClr val="55B7FF"/>
            </a:solidFill>
            <a:prstDash val="solid"/>
          </a:ln>
        </p:spPr>
        <p:txBody>
          <a:bodyPr/>
          <a:lstStyle/>
          <a:p>
            <a:endParaRPr lang="uk-UA"/>
          </a:p>
        </p:txBody>
      </p:sp>
      <p:sp>
        <p:nvSpPr>
          <p:cNvPr id="1307" name="line1307"/>
          <p:cNvSpPr/>
          <p:nvPr/>
        </p:nvSpPr>
        <p:spPr>
          <a:xfrm flipV="1">
            <a:off x="2646998" y="5525693"/>
            <a:ext cx="81763" cy="54341"/>
          </a:xfrm>
          <a:prstGeom prst="line">
            <a:avLst/>
          </a:prstGeom>
          <a:noFill/>
          <a:ln w="15875">
            <a:solidFill>
              <a:srgbClr val="55B7FF"/>
            </a:solidFill>
            <a:prstDash val="solid"/>
          </a:ln>
        </p:spPr>
        <p:txBody>
          <a:bodyPr/>
          <a:lstStyle/>
          <a:p>
            <a:endParaRPr lang="uk-UA"/>
          </a:p>
        </p:txBody>
      </p:sp>
      <p:sp>
        <p:nvSpPr>
          <p:cNvPr id="1308" name="line1308"/>
          <p:cNvSpPr/>
          <p:nvPr/>
        </p:nvSpPr>
        <p:spPr>
          <a:xfrm>
            <a:off x="2728760" y="5525693"/>
            <a:ext cx="81763" cy="59776"/>
          </a:xfrm>
          <a:prstGeom prst="line">
            <a:avLst/>
          </a:prstGeom>
          <a:noFill/>
          <a:ln w="15875">
            <a:solidFill>
              <a:srgbClr val="55B7FF"/>
            </a:solidFill>
            <a:prstDash val="solid"/>
          </a:ln>
        </p:spPr>
        <p:txBody>
          <a:bodyPr/>
          <a:lstStyle/>
          <a:p>
            <a:endParaRPr lang="uk-UA"/>
          </a:p>
        </p:txBody>
      </p:sp>
      <p:sp>
        <p:nvSpPr>
          <p:cNvPr id="1309" name="line1309"/>
          <p:cNvSpPr/>
          <p:nvPr/>
        </p:nvSpPr>
        <p:spPr>
          <a:xfrm>
            <a:off x="2810523" y="5585469"/>
            <a:ext cx="81763" cy="54341"/>
          </a:xfrm>
          <a:prstGeom prst="line">
            <a:avLst/>
          </a:prstGeom>
          <a:noFill/>
          <a:ln w="15875">
            <a:solidFill>
              <a:srgbClr val="55B7FF"/>
            </a:solidFill>
            <a:prstDash val="solid"/>
          </a:ln>
        </p:spPr>
        <p:txBody>
          <a:bodyPr/>
          <a:lstStyle/>
          <a:p>
            <a:endParaRPr lang="uk-UA"/>
          </a:p>
        </p:txBody>
      </p:sp>
      <p:sp>
        <p:nvSpPr>
          <p:cNvPr id="1310" name="line1310"/>
          <p:cNvSpPr/>
          <p:nvPr/>
        </p:nvSpPr>
        <p:spPr>
          <a:xfrm>
            <a:off x="2892285" y="5639810"/>
            <a:ext cx="81763" cy="27171"/>
          </a:xfrm>
          <a:prstGeom prst="line">
            <a:avLst/>
          </a:prstGeom>
          <a:noFill/>
          <a:ln w="15875">
            <a:solidFill>
              <a:srgbClr val="55B7FF"/>
            </a:solidFill>
            <a:prstDash val="solid"/>
          </a:ln>
        </p:spPr>
        <p:txBody>
          <a:bodyPr/>
          <a:lstStyle/>
          <a:p>
            <a:endParaRPr lang="uk-UA"/>
          </a:p>
        </p:txBody>
      </p:sp>
      <p:sp>
        <p:nvSpPr>
          <p:cNvPr id="1311" name="line1311"/>
          <p:cNvSpPr/>
          <p:nvPr/>
        </p:nvSpPr>
        <p:spPr>
          <a:xfrm>
            <a:off x="2974048" y="5666981"/>
            <a:ext cx="81763" cy="65210"/>
          </a:xfrm>
          <a:prstGeom prst="line">
            <a:avLst/>
          </a:prstGeom>
          <a:noFill/>
          <a:ln w="15875">
            <a:solidFill>
              <a:srgbClr val="55B7FF"/>
            </a:solidFill>
            <a:prstDash val="solid"/>
          </a:ln>
        </p:spPr>
        <p:txBody>
          <a:bodyPr/>
          <a:lstStyle/>
          <a:p>
            <a:endParaRPr lang="uk-UA"/>
          </a:p>
        </p:txBody>
      </p:sp>
      <p:sp>
        <p:nvSpPr>
          <p:cNvPr id="1312" name="line1312"/>
          <p:cNvSpPr/>
          <p:nvPr/>
        </p:nvSpPr>
        <p:spPr>
          <a:xfrm>
            <a:off x="3055811" y="5732191"/>
            <a:ext cx="81763" cy="54341"/>
          </a:xfrm>
          <a:prstGeom prst="line">
            <a:avLst/>
          </a:prstGeom>
          <a:noFill/>
          <a:ln w="15875">
            <a:solidFill>
              <a:srgbClr val="55B7FF"/>
            </a:solidFill>
            <a:prstDash val="solid"/>
          </a:ln>
        </p:spPr>
        <p:txBody>
          <a:bodyPr/>
          <a:lstStyle/>
          <a:p>
            <a:endParaRPr lang="uk-UA"/>
          </a:p>
        </p:txBody>
      </p:sp>
      <p:sp>
        <p:nvSpPr>
          <p:cNvPr id="1313" name="line1313"/>
          <p:cNvSpPr/>
          <p:nvPr/>
        </p:nvSpPr>
        <p:spPr>
          <a:xfrm>
            <a:off x="3137573" y="5786532"/>
            <a:ext cx="81763" cy="54341"/>
          </a:xfrm>
          <a:prstGeom prst="line">
            <a:avLst/>
          </a:prstGeom>
          <a:noFill/>
          <a:ln w="15875">
            <a:solidFill>
              <a:srgbClr val="55B7FF"/>
            </a:solidFill>
            <a:prstDash val="solid"/>
          </a:ln>
        </p:spPr>
        <p:txBody>
          <a:bodyPr/>
          <a:lstStyle/>
          <a:p>
            <a:endParaRPr lang="uk-UA"/>
          </a:p>
        </p:txBody>
      </p:sp>
      <p:sp>
        <p:nvSpPr>
          <p:cNvPr id="1314" name="line1314"/>
          <p:cNvSpPr/>
          <p:nvPr/>
        </p:nvSpPr>
        <p:spPr>
          <a:xfrm flipV="1">
            <a:off x="3219336" y="5802835"/>
            <a:ext cx="81763" cy="38039"/>
          </a:xfrm>
          <a:prstGeom prst="line">
            <a:avLst/>
          </a:prstGeom>
          <a:noFill/>
          <a:ln w="15875">
            <a:solidFill>
              <a:srgbClr val="55B7FF"/>
            </a:solidFill>
            <a:prstDash val="solid"/>
          </a:ln>
        </p:spPr>
        <p:txBody>
          <a:bodyPr/>
          <a:lstStyle/>
          <a:p>
            <a:endParaRPr lang="uk-UA"/>
          </a:p>
        </p:txBody>
      </p:sp>
      <p:sp>
        <p:nvSpPr>
          <p:cNvPr id="1315" name="line1315"/>
          <p:cNvSpPr/>
          <p:nvPr/>
        </p:nvSpPr>
        <p:spPr>
          <a:xfrm flipV="1">
            <a:off x="3301098" y="5781098"/>
            <a:ext cx="81763" cy="21737"/>
          </a:xfrm>
          <a:prstGeom prst="line">
            <a:avLst/>
          </a:prstGeom>
          <a:noFill/>
          <a:ln w="15875">
            <a:solidFill>
              <a:srgbClr val="55B7FF"/>
            </a:solidFill>
            <a:prstDash val="solid"/>
          </a:ln>
        </p:spPr>
        <p:txBody>
          <a:bodyPr/>
          <a:lstStyle/>
          <a:p>
            <a:endParaRPr lang="uk-UA"/>
          </a:p>
        </p:txBody>
      </p:sp>
      <p:sp>
        <p:nvSpPr>
          <p:cNvPr id="1316" name="line1316"/>
          <p:cNvSpPr/>
          <p:nvPr/>
        </p:nvSpPr>
        <p:spPr>
          <a:xfrm>
            <a:off x="3382861" y="5781098"/>
            <a:ext cx="81763" cy="5434"/>
          </a:xfrm>
          <a:prstGeom prst="line">
            <a:avLst/>
          </a:prstGeom>
          <a:noFill/>
          <a:ln w="15875">
            <a:solidFill>
              <a:srgbClr val="55B7FF"/>
            </a:solidFill>
            <a:prstDash val="solid"/>
          </a:ln>
        </p:spPr>
        <p:txBody>
          <a:bodyPr/>
          <a:lstStyle/>
          <a:p>
            <a:endParaRPr lang="uk-UA"/>
          </a:p>
        </p:txBody>
      </p:sp>
      <p:sp>
        <p:nvSpPr>
          <p:cNvPr id="1317" name="line1317"/>
          <p:cNvSpPr/>
          <p:nvPr/>
        </p:nvSpPr>
        <p:spPr>
          <a:xfrm>
            <a:off x="3464624" y="5786532"/>
            <a:ext cx="81763" cy="10868"/>
          </a:xfrm>
          <a:prstGeom prst="line">
            <a:avLst/>
          </a:prstGeom>
          <a:noFill/>
          <a:ln w="15875">
            <a:solidFill>
              <a:srgbClr val="55B7FF"/>
            </a:solidFill>
            <a:prstDash val="solid"/>
          </a:ln>
        </p:spPr>
        <p:txBody>
          <a:bodyPr/>
          <a:lstStyle/>
          <a:p>
            <a:endParaRPr lang="uk-UA"/>
          </a:p>
        </p:txBody>
      </p:sp>
      <p:sp>
        <p:nvSpPr>
          <p:cNvPr id="1318" name="line1318"/>
          <p:cNvSpPr/>
          <p:nvPr/>
        </p:nvSpPr>
        <p:spPr>
          <a:xfrm flipV="1">
            <a:off x="3546386" y="5759361"/>
            <a:ext cx="81763" cy="38039"/>
          </a:xfrm>
          <a:prstGeom prst="line">
            <a:avLst/>
          </a:prstGeom>
          <a:noFill/>
          <a:ln w="15875">
            <a:solidFill>
              <a:srgbClr val="55B7FF"/>
            </a:solidFill>
            <a:prstDash val="solid"/>
          </a:ln>
        </p:spPr>
        <p:txBody>
          <a:bodyPr/>
          <a:lstStyle/>
          <a:p>
            <a:endParaRPr lang="uk-UA"/>
          </a:p>
        </p:txBody>
      </p:sp>
      <p:sp>
        <p:nvSpPr>
          <p:cNvPr id="1319" name="line1319"/>
          <p:cNvSpPr/>
          <p:nvPr/>
        </p:nvSpPr>
        <p:spPr>
          <a:xfrm flipV="1">
            <a:off x="3628149" y="5726757"/>
            <a:ext cx="81763" cy="32605"/>
          </a:xfrm>
          <a:prstGeom prst="line">
            <a:avLst/>
          </a:prstGeom>
          <a:noFill/>
          <a:ln w="15875">
            <a:solidFill>
              <a:srgbClr val="55B7FF"/>
            </a:solidFill>
            <a:prstDash val="solid"/>
          </a:ln>
        </p:spPr>
        <p:txBody>
          <a:bodyPr/>
          <a:lstStyle/>
          <a:p>
            <a:endParaRPr lang="uk-UA"/>
          </a:p>
        </p:txBody>
      </p:sp>
      <p:sp>
        <p:nvSpPr>
          <p:cNvPr id="1320" name="line1320"/>
          <p:cNvSpPr/>
          <p:nvPr/>
        </p:nvSpPr>
        <p:spPr>
          <a:xfrm flipV="1">
            <a:off x="3709911" y="5721322"/>
            <a:ext cx="81763" cy="5434"/>
          </a:xfrm>
          <a:prstGeom prst="line">
            <a:avLst/>
          </a:prstGeom>
          <a:noFill/>
          <a:ln w="15875">
            <a:solidFill>
              <a:srgbClr val="55B7FF"/>
            </a:solidFill>
            <a:prstDash val="solid"/>
          </a:ln>
        </p:spPr>
        <p:txBody>
          <a:bodyPr/>
          <a:lstStyle/>
          <a:p>
            <a:endParaRPr lang="uk-UA"/>
          </a:p>
        </p:txBody>
      </p:sp>
      <p:sp>
        <p:nvSpPr>
          <p:cNvPr id="1321" name="line1321"/>
          <p:cNvSpPr/>
          <p:nvPr/>
        </p:nvSpPr>
        <p:spPr>
          <a:xfrm>
            <a:off x="3791674" y="5721322"/>
            <a:ext cx="81763" cy="21737"/>
          </a:xfrm>
          <a:prstGeom prst="line">
            <a:avLst/>
          </a:prstGeom>
          <a:noFill/>
          <a:ln w="15875">
            <a:solidFill>
              <a:srgbClr val="55B7FF"/>
            </a:solidFill>
            <a:prstDash val="solid"/>
          </a:ln>
        </p:spPr>
        <p:txBody>
          <a:bodyPr/>
          <a:lstStyle/>
          <a:p>
            <a:endParaRPr lang="uk-UA"/>
          </a:p>
        </p:txBody>
      </p:sp>
      <p:sp>
        <p:nvSpPr>
          <p:cNvPr id="1322" name="line1322"/>
          <p:cNvSpPr/>
          <p:nvPr/>
        </p:nvSpPr>
        <p:spPr>
          <a:xfrm>
            <a:off x="3873437" y="5743059"/>
            <a:ext cx="81763" cy="5434"/>
          </a:xfrm>
          <a:prstGeom prst="line">
            <a:avLst/>
          </a:prstGeom>
          <a:noFill/>
          <a:ln w="15875">
            <a:solidFill>
              <a:srgbClr val="55B7FF"/>
            </a:solidFill>
            <a:prstDash val="solid"/>
          </a:ln>
        </p:spPr>
        <p:txBody>
          <a:bodyPr/>
          <a:lstStyle/>
          <a:p>
            <a:endParaRPr lang="uk-UA"/>
          </a:p>
        </p:txBody>
      </p:sp>
      <p:sp>
        <p:nvSpPr>
          <p:cNvPr id="1323" name="line1323"/>
          <p:cNvSpPr/>
          <p:nvPr/>
        </p:nvSpPr>
        <p:spPr>
          <a:xfrm flipV="1">
            <a:off x="3955199" y="5743059"/>
            <a:ext cx="81763" cy="5434"/>
          </a:xfrm>
          <a:prstGeom prst="line">
            <a:avLst/>
          </a:prstGeom>
          <a:noFill/>
          <a:ln w="15875">
            <a:solidFill>
              <a:srgbClr val="55B7FF"/>
            </a:solidFill>
            <a:prstDash val="solid"/>
          </a:ln>
        </p:spPr>
        <p:txBody>
          <a:bodyPr/>
          <a:lstStyle/>
          <a:p>
            <a:endParaRPr lang="uk-UA"/>
          </a:p>
        </p:txBody>
      </p:sp>
      <p:sp>
        <p:nvSpPr>
          <p:cNvPr id="1324" name="line1324"/>
          <p:cNvSpPr/>
          <p:nvPr/>
        </p:nvSpPr>
        <p:spPr>
          <a:xfrm>
            <a:off x="4036962" y="5743059"/>
            <a:ext cx="81763" cy="5434"/>
          </a:xfrm>
          <a:prstGeom prst="line">
            <a:avLst/>
          </a:prstGeom>
          <a:noFill/>
          <a:ln w="15875">
            <a:solidFill>
              <a:srgbClr val="55B7FF"/>
            </a:solidFill>
            <a:prstDash val="solid"/>
          </a:ln>
        </p:spPr>
        <p:txBody>
          <a:bodyPr/>
          <a:lstStyle/>
          <a:p>
            <a:endParaRPr lang="uk-UA"/>
          </a:p>
        </p:txBody>
      </p:sp>
      <p:sp>
        <p:nvSpPr>
          <p:cNvPr id="1325" name="line1325"/>
          <p:cNvSpPr/>
          <p:nvPr/>
        </p:nvSpPr>
        <p:spPr>
          <a:xfrm flipV="1">
            <a:off x="4118724" y="5732191"/>
            <a:ext cx="81763" cy="16302"/>
          </a:xfrm>
          <a:prstGeom prst="line">
            <a:avLst/>
          </a:prstGeom>
          <a:noFill/>
          <a:ln w="15875">
            <a:solidFill>
              <a:srgbClr val="55B7FF"/>
            </a:solidFill>
            <a:prstDash val="solid"/>
          </a:ln>
        </p:spPr>
        <p:txBody>
          <a:bodyPr/>
          <a:lstStyle/>
          <a:p>
            <a:endParaRPr lang="uk-UA"/>
          </a:p>
        </p:txBody>
      </p:sp>
      <p:sp>
        <p:nvSpPr>
          <p:cNvPr id="1326" name="line1326"/>
          <p:cNvSpPr/>
          <p:nvPr/>
        </p:nvSpPr>
        <p:spPr>
          <a:xfrm flipV="1">
            <a:off x="4200487" y="5699586"/>
            <a:ext cx="81763" cy="32605"/>
          </a:xfrm>
          <a:prstGeom prst="line">
            <a:avLst/>
          </a:prstGeom>
          <a:noFill/>
          <a:ln w="15875">
            <a:solidFill>
              <a:srgbClr val="55B7FF"/>
            </a:solidFill>
            <a:prstDash val="solid"/>
          </a:ln>
        </p:spPr>
        <p:txBody>
          <a:bodyPr/>
          <a:lstStyle/>
          <a:p>
            <a:endParaRPr lang="uk-UA"/>
          </a:p>
        </p:txBody>
      </p:sp>
      <p:sp>
        <p:nvSpPr>
          <p:cNvPr id="1327" name="line1327"/>
          <p:cNvSpPr/>
          <p:nvPr/>
        </p:nvSpPr>
        <p:spPr>
          <a:xfrm flipV="1">
            <a:off x="4282250" y="5666981"/>
            <a:ext cx="81763" cy="32605"/>
          </a:xfrm>
          <a:prstGeom prst="line">
            <a:avLst/>
          </a:prstGeom>
          <a:noFill/>
          <a:ln w="15875">
            <a:solidFill>
              <a:srgbClr val="55B7FF"/>
            </a:solidFill>
            <a:prstDash val="solid"/>
          </a:ln>
        </p:spPr>
        <p:txBody>
          <a:bodyPr/>
          <a:lstStyle/>
          <a:p>
            <a:endParaRPr lang="uk-UA"/>
          </a:p>
        </p:txBody>
      </p:sp>
      <p:sp>
        <p:nvSpPr>
          <p:cNvPr id="1328" name="line1328"/>
          <p:cNvSpPr/>
          <p:nvPr/>
        </p:nvSpPr>
        <p:spPr>
          <a:xfrm flipV="1">
            <a:off x="4364012" y="5628942"/>
            <a:ext cx="81763" cy="38039"/>
          </a:xfrm>
          <a:prstGeom prst="line">
            <a:avLst/>
          </a:prstGeom>
          <a:noFill/>
          <a:ln w="15875">
            <a:solidFill>
              <a:srgbClr val="55B7FF"/>
            </a:solidFill>
            <a:prstDash val="solid"/>
          </a:ln>
        </p:spPr>
        <p:txBody>
          <a:bodyPr/>
          <a:lstStyle/>
          <a:p>
            <a:endParaRPr lang="uk-UA"/>
          </a:p>
        </p:txBody>
      </p:sp>
      <p:sp>
        <p:nvSpPr>
          <p:cNvPr id="1329" name="line1329"/>
          <p:cNvSpPr/>
          <p:nvPr/>
        </p:nvSpPr>
        <p:spPr>
          <a:xfrm flipV="1">
            <a:off x="4445775" y="5607205"/>
            <a:ext cx="81763" cy="21737"/>
          </a:xfrm>
          <a:prstGeom prst="line">
            <a:avLst/>
          </a:prstGeom>
          <a:noFill/>
          <a:ln w="15875">
            <a:solidFill>
              <a:srgbClr val="55B7FF"/>
            </a:solidFill>
            <a:prstDash val="solid"/>
          </a:ln>
        </p:spPr>
        <p:txBody>
          <a:bodyPr/>
          <a:lstStyle/>
          <a:p>
            <a:endParaRPr lang="uk-UA"/>
          </a:p>
        </p:txBody>
      </p:sp>
      <p:sp>
        <p:nvSpPr>
          <p:cNvPr id="1330" name="line1330"/>
          <p:cNvSpPr/>
          <p:nvPr/>
        </p:nvSpPr>
        <p:spPr>
          <a:xfrm>
            <a:off x="4527537" y="5607205"/>
            <a:ext cx="81763" cy="38039"/>
          </a:xfrm>
          <a:prstGeom prst="line">
            <a:avLst/>
          </a:prstGeom>
          <a:noFill/>
          <a:ln w="15875">
            <a:solidFill>
              <a:srgbClr val="55B7FF"/>
            </a:solidFill>
            <a:prstDash val="solid"/>
          </a:ln>
        </p:spPr>
        <p:txBody>
          <a:bodyPr/>
          <a:lstStyle/>
          <a:p>
            <a:endParaRPr lang="uk-UA"/>
          </a:p>
        </p:txBody>
      </p:sp>
      <p:sp>
        <p:nvSpPr>
          <p:cNvPr id="1331" name="line1331"/>
          <p:cNvSpPr/>
          <p:nvPr/>
        </p:nvSpPr>
        <p:spPr>
          <a:xfrm>
            <a:off x="4609300" y="5645244"/>
            <a:ext cx="81763" cy="21737"/>
          </a:xfrm>
          <a:prstGeom prst="line">
            <a:avLst/>
          </a:prstGeom>
          <a:noFill/>
          <a:ln w="15875">
            <a:solidFill>
              <a:srgbClr val="55B7FF"/>
            </a:solidFill>
            <a:prstDash val="solid"/>
          </a:ln>
        </p:spPr>
        <p:txBody>
          <a:bodyPr/>
          <a:lstStyle/>
          <a:p>
            <a:endParaRPr lang="uk-UA"/>
          </a:p>
        </p:txBody>
      </p:sp>
      <p:sp>
        <p:nvSpPr>
          <p:cNvPr id="1332" name="line1332"/>
          <p:cNvSpPr/>
          <p:nvPr/>
        </p:nvSpPr>
        <p:spPr>
          <a:xfrm>
            <a:off x="4691063" y="5666981"/>
            <a:ext cx="81763" cy="43473"/>
          </a:xfrm>
          <a:prstGeom prst="line">
            <a:avLst/>
          </a:prstGeom>
          <a:noFill/>
          <a:ln w="15875">
            <a:solidFill>
              <a:srgbClr val="55B7FF"/>
            </a:solidFill>
            <a:prstDash val="solid"/>
          </a:ln>
        </p:spPr>
        <p:txBody>
          <a:bodyPr/>
          <a:lstStyle/>
          <a:p>
            <a:endParaRPr lang="uk-UA"/>
          </a:p>
        </p:txBody>
      </p:sp>
      <p:sp>
        <p:nvSpPr>
          <p:cNvPr id="1333" name="line1333"/>
          <p:cNvSpPr/>
          <p:nvPr/>
        </p:nvSpPr>
        <p:spPr>
          <a:xfrm>
            <a:off x="4772825" y="5710454"/>
            <a:ext cx="81763" cy="16302"/>
          </a:xfrm>
          <a:prstGeom prst="line">
            <a:avLst/>
          </a:prstGeom>
          <a:noFill/>
          <a:ln w="15875">
            <a:solidFill>
              <a:srgbClr val="55B7FF"/>
            </a:solidFill>
            <a:prstDash val="solid"/>
          </a:ln>
        </p:spPr>
        <p:txBody>
          <a:bodyPr/>
          <a:lstStyle/>
          <a:p>
            <a:endParaRPr lang="uk-UA"/>
          </a:p>
        </p:txBody>
      </p:sp>
      <p:sp>
        <p:nvSpPr>
          <p:cNvPr id="1334" name="line1334"/>
          <p:cNvSpPr/>
          <p:nvPr/>
        </p:nvSpPr>
        <p:spPr>
          <a:xfrm>
            <a:off x="4854588" y="5726757"/>
            <a:ext cx="81763" cy="32605"/>
          </a:xfrm>
          <a:prstGeom prst="line">
            <a:avLst/>
          </a:prstGeom>
          <a:noFill/>
          <a:ln w="15875">
            <a:solidFill>
              <a:srgbClr val="55B7FF"/>
            </a:solidFill>
            <a:prstDash val="solid"/>
          </a:ln>
        </p:spPr>
        <p:txBody>
          <a:bodyPr/>
          <a:lstStyle/>
          <a:p>
            <a:endParaRPr lang="uk-UA"/>
          </a:p>
        </p:txBody>
      </p:sp>
      <p:sp>
        <p:nvSpPr>
          <p:cNvPr id="1335" name="line1335"/>
          <p:cNvSpPr/>
          <p:nvPr/>
        </p:nvSpPr>
        <p:spPr>
          <a:xfrm flipV="1">
            <a:off x="4936350" y="5743059"/>
            <a:ext cx="81763" cy="16302"/>
          </a:xfrm>
          <a:prstGeom prst="line">
            <a:avLst/>
          </a:prstGeom>
          <a:noFill/>
          <a:ln w="15875">
            <a:solidFill>
              <a:srgbClr val="55B7FF"/>
            </a:solidFill>
            <a:prstDash val="solid"/>
          </a:ln>
        </p:spPr>
        <p:txBody>
          <a:bodyPr/>
          <a:lstStyle/>
          <a:p>
            <a:endParaRPr lang="uk-UA"/>
          </a:p>
        </p:txBody>
      </p:sp>
      <p:sp>
        <p:nvSpPr>
          <p:cNvPr id="1336" name="line1336"/>
          <p:cNvSpPr/>
          <p:nvPr/>
        </p:nvSpPr>
        <p:spPr>
          <a:xfrm>
            <a:off x="5018113" y="5743059"/>
            <a:ext cx="81763" cy="0"/>
          </a:xfrm>
          <a:prstGeom prst="line">
            <a:avLst/>
          </a:prstGeom>
          <a:noFill/>
          <a:ln w="15875">
            <a:solidFill>
              <a:srgbClr val="55B7FF"/>
            </a:solidFill>
            <a:prstDash val="solid"/>
          </a:ln>
        </p:spPr>
        <p:txBody>
          <a:bodyPr/>
          <a:lstStyle/>
          <a:p>
            <a:endParaRPr lang="uk-UA"/>
          </a:p>
        </p:txBody>
      </p:sp>
      <p:sp>
        <p:nvSpPr>
          <p:cNvPr id="1337" name="line1337"/>
          <p:cNvSpPr/>
          <p:nvPr/>
        </p:nvSpPr>
        <p:spPr>
          <a:xfrm>
            <a:off x="5099876" y="5743059"/>
            <a:ext cx="81763" cy="16302"/>
          </a:xfrm>
          <a:prstGeom prst="line">
            <a:avLst/>
          </a:prstGeom>
          <a:noFill/>
          <a:ln w="15875">
            <a:solidFill>
              <a:srgbClr val="55B7FF"/>
            </a:solidFill>
            <a:prstDash val="solid"/>
          </a:ln>
        </p:spPr>
        <p:txBody>
          <a:bodyPr/>
          <a:lstStyle/>
          <a:p>
            <a:endParaRPr lang="uk-UA"/>
          </a:p>
        </p:txBody>
      </p:sp>
      <p:sp>
        <p:nvSpPr>
          <p:cNvPr id="1338" name="line1338"/>
          <p:cNvSpPr/>
          <p:nvPr/>
        </p:nvSpPr>
        <p:spPr>
          <a:xfrm flipV="1">
            <a:off x="5181638" y="5726757"/>
            <a:ext cx="81763" cy="32605"/>
          </a:xfrm>
          <a:prstGeom prst="line">
            <a:avLst/>
          </a:prstGeom>
          <a:noFill/>
          <a:ln w="15875">
            <a:solidFill>
              <a:srgbClr val="55B7FF"/>
            </a:solidFill>
            <a:prstDash val="solid"/>
          </a:ln>
        </p:spPr>
        <p:txBody>
          <a:bodyPr/>
          <a:lstStyle/>
          <a:p>
            <a:endParaRPr lang="uk-UA"/>
          </a:p>
        </p:txBody>
      </p:sp>
      <p:sp>
        <p:nvSpPr>
          <p:cNvPr id="1339" name="line1339"/>
          <p:cNvSpPr/>
          <p:nvPr/>
        </p:nvSpPr>
        <p:spPr>
          <a:xfrm flipV="1">
            <a:off x="5263401" y="5710454"/>
            <a:ext cx="81763" cy="16302"/>
          </a:xfrm>
          <a:prstGeom prst="line">
            <a:avLst/>
          </a:prstGeom>
          <a:noFill/>
          <a:ln w="15875">
            <a:solidFill>
              <a:srgbClr val="55B7FF"/>
            </a:solidFill>
            <a:prstDash val="solid"/>
          </a:ln>
        </p:spPr>
        <p:txBody>
          <a:bodyPr/>
          <a:lstStyle/>
          <a:p>
            <a:endParaRPr lang="uk-UA"/>
          </a:p>
        </p:txBody>
      </p:sp>
      <p:sp>
        <p:nvSpPr>
          <p:cNvPr id="1340" name="line1340"/>
          <p:cNvSpPr/>
          <p:nvPr/>
        </p:nvSpPr>
        <p:spPr>
          <a:xfrm>
            <a:off x="5345163" y="5710454"/>
            <a:ext cx="81763" cy="10868"/>
          </a:xfrm>
          <a:prstGeom prst="line">
            <a:avLst/>
          </a:prstGeom>
          <a:noFill/>
          <a:ln w="15875">
            <a:solidFill>
              <a:srgbClr val="55B7FF"/>
            </a:solidFill>
            <a:prstDash val="solid"/>
          </a:ln>
        </p:spPr>
        <p:txBody>
          <a:bodyPr/>
          <a:lstStyle/>
          <a:p>
            <a:endParaRPr lang="uk-UA"/>
          </a:p>
        </p:txBody>
      </p:sp>
      <p:sp>
        <p:nvSpPr>
          <p:cNvPr id="1341" name="line1341"/>
          <p:cNvSpPr/>
          <p:nvPr/>
        </p:nvSpPr>
        <p:spPr>
          <a:xfrm flipV="1">
            <a:off x="5426926" y="5715888"/>
            <a:ext cx="81763" cy="5434"/>
          </a:xfrm>
          <a:prstGeom prst="line">
            <a:avLst/>
          </a:prstGeom>
          <a:noFill/>
          <a:ln w="15875">
            <a:solidFill>
              <a:srgbClr val="55B7FF"/>
            </a:solidFill>
            <a:prstDash val="solid"/>
          </a:ln>
        </p:spPr>
        <p:txBody>
          <a:bodyPr/>
          <a:lstStyle/>
          <a:p>
            <a:endParaRPr lang="uk-UA"/>
          </a:p>
        </p:txBody>
      </p:sp>
      <p:sp>
        <p:nvSpPr>
          <p:cNvPr id="1342" name="line1342"/>
          <p:cNvSpPr/>
          <p:nvPr/>
        </p:nvSpPr>
        <p:spPr>
          <a:xfrm>
            <a:off x="5508689" y="5715888"/>
            <a:ext cx="81763" cy="5434"/>
          </a:xfrm>
          <a:prstGeom prst="line">
            <a:avLst/>
          </a:prstGeom>
          <a:noFill/>
          <a:ln w="15875">
            <a:solidFill>
              <a:srgbClr val="55B7FF"/>
            </a:solidFill>
            <a:prstDash val="solid"/>
          </a:ln>
        </p:spPr>
        <p:txBody>
          <a:bodyPr/>
          <a:lstStyle/>
          <a:p>
            <a:endParaRPr lang="uk-UA"/>
          </a:p>
        </p:txBody>
      </p:sp>
      <p:sp>
        <p:nvSpPr>
          <p:cNvPr id="1343" name="line1343"/>
          <p:cNvSpPr/>
          <p:nvPr/>
        </p:nvSpPr>
        <p:spPr>
          <a:xfrm>
            <a:off x="5590451" y="5721322"/>
            <a:ext cx="81763" cy="0"/>
          </a:xfrm>
          <a:prstGeom prst="line">
            <a:avLst/>
          </a:prstGeom>
          <a:noFill/>
          <a:ln w="15875">
            <a:solidFill>
              <a:srgbClr val="55B7FF"/>
            </a:solidFill>
            <a:prstDash val="solid"/>
          </a:ln>
        </p:spPr>
        <p:txBody>
          <a:bodyPr/>
          <a:lstStyle/>
          <a:p>
            <a:endParaRPr lang="uk-UA"/>
          </a:p>
        </p:txBody>
      </p:sp>
      <p:sp>
        <p:nvSpPr>
          <p:cNvPr id="1344" name="line1344"/>
          <p:cNvSpPr/>
          <p:nvPr/>
        </p:nvSpPr>
        <p:spPr>
          <a:xfrm>
            <a:off x="5672214" y="5721322"/>
            <a:ext cx="81763" cy="16302"/>
          </a:xfrm>
          <a:prstGeom prst="line">
            <a:avLst/>
          </a:prstGeom>
          <a:noFill/>
          <a:ln w="15875">
            <a:solidFill>
              <a:srgbClr val="55B7FF"/>
            </a:solidFill>
            <a:prstDash val="solid"/>
          </a:ln>
        </p:spPr>
        <p:txBody>
          <a:bodyPr/>
          <a:lstStyle/>
          <a:p>
            <a:endParaRPr lang="uk-UA"/>
          </a:p>
        </p:txBody>
      </p:sp>
      <p:sp>
        <p:nvSpPr>
          <p:cNvPr id="1345" name="line1345"/>
          <p:cNvSpPr/>
          <p:nvPr/>
        </p:nvSpPr>
        <p:spPr>
          <a:xfrm>
            <a:off x="5753976" y="5737625"/>
            <a:ext cx="81763" cy="10868"/>
          </a:xfrm>
          <a:prstGeom prst="line">
            <a:avLst/>
          </a:prstGeom>
          <a:noFill/>
          <a:ln w="15875">
            <a:solidFill>
              <a:srgbClr val="55B7FF"/>
            </a:solidFill>
            <a:prstDash val="solid"/>
          </a:ln>
        </p:spPr>
        <p:txBody>
          <a:bodyPr/>
          <a:lstStyle/>
          <a:p>
            <a:endParaRPr lang="uk-UA"/>
          </a:p>
        </p:txBody>
      </p:sp>
      <p:sp>
        <p:nvSpPr>
          <p:cNvPr id="1346" name="line1346"/>
          <p:cNvSpPr/>
          <p:nvPr/>
        </p:nvSpPr>
        <p:spPr>
          <a:xfrm>
            <a:off x="5835739" y="5748493"/>
            <a:ext cx="81763" cy="16302"/>
          </a:xfrm>
          <a:prstGeom prst="line">
            <a:avLst/>
          </a:prstGeom>
          <a:noFill/>
          <a:ln w="15875">
            <a:solidFill>
              <a:srgbClr val="55B7FF"/>
            </a:solidFill>
            <a:prstDash val="solid"/>
          </a:ln>
        </p:spPr>
        <p:txBody>
          <a:bodyPr/>
          <a:lstStyle/>
          <a:p>
            <a:endParaRPr lang="uk-UA"/>
          </a:p>
        </p:txBody>
      </p:sp>
      <p:sp>
        <p:nvSpPr>
          <p:cNvPr id="1347" name="line1347"/>
          <p:cNvSpPr/>
          <p:nvPr/>
        </p:nvSpPr>
        <p:spPr>
          <a:xfrm>
            <a:off x="5917502" y="5764796"/>
            <a:ext cx="81763" cy="16302"/>
          </a:xfrm>
          <a:prstGeom prst="line">
            <a:avLst/>
          </a:prstGeom>
          <a:noFill/>
          <a:ln w="15875">
            <a:solidFill>
              <a:srgbClr val="55B7FF"/>
            </a:solidFill>
            <a:prstDash val="solid"/>
          </a:ln>
        </p:spPr>
        <p:txBody>
          <a:bodyPr/>
          <a:lstStyle/>
          <a:p>
            <a:endParaRPr lang="uk-UA"/>
          </a:p>
        </p:txBody>
      </p:sp>
      <p:sp>
        <p:nvSpPr>
          <p:cNvPr id="1348" name="line1348"/>
          <p:cNvSpPr/>
          <p:nvPr/>
        </p:nvSpPr>
        <p:spPr>
          <a:xfrm>
            <a:off x="5999264" y="5781098"/>
            <a:ext cx="81763" cy="10868"/>
          </a:xfrm>
          <a:prstGeom prst="line">
            <a:avLst/>
          </a:prstGeom>
          <a:noFill/>
          <a:ln w="15875">
            <a:solidFill>
              <a:srgbClr val="55B7FF"/>
            </a:solidFill>
            <a:prstDash val="solid"/>
          </a:ln>
        </p:spPr>
        <p:txBody>
          <a:bodyPr/>
          <a:lstStyle/>
          <a:p>
            <a:endParaRPr lang="uk-UA"/>
          </a:p>
        </p:txBody>
      </p:sp>
      <p:sp>
        <p:nvSpPr>
          <p:cNvPr id="1349" name="line1349"/>
          <p:cNvSpPr/>
          <p:nvPr/>
        </p:nvSpPr>
        <p:spPr>
          <a:xfrm>
            <a:off x="6081027" y="5791966"/>
            <a:ext cx="81763" cy="5434"/>
          </a:xfrm>
          <a:prstGeom prst="line">
            <a:avLst/>
          </a:prstGeom>
          <a:noFill/>
          <a:ln w="15875">
            <a:solidFill>
              <a:srgbClr val="55B7FF"/>
            </a:solidFill>
            <a:prstDash val="solid"/>
          </a:ln>
        </p:spPr>
        <p:txBody>
          <a:bodyPr/>
          <a:lstStyle/>
          <a:p>
            <a:endParaRPr lang="uk-UA"/>
          </a:p>
        </p:txBody>
      </p:sp>
      <p:sp>
        <p:nvSpPr>
          <p:cNvPr id="1350" name="line1350"/>
          <p:cNvSpPr/>
          <p:nvPr/>
        </p:nvSpPr>
        <p:spPr>
          <a:xfrm flipV="1">
            <a:off x="6162789" y="5748493"/>
            <a:ext cx="81763" cy="48907"/>
          </a:xfrm>
          <a:prstGeom prst="line">
            <a:avLst/>
          </a:prstGeom>
          <a:noFill/>
          <a:ln w="15875">
            <a:solidFill>
              <a:srgbClr val="55B7FF"/>
            </a:solidFill>
            <a:prstDash val="solid"/>
          </a:ln>
        </p:spPr>
        <p:txBody>
          <a:bodyPr/>
          <a:lstStyle/>
          <a:p>
            <a:endParaRPr lang="uk-UA"/>
          </a:p>
        </p:txBody>
      </p:sp>
      <p:sp>
        <p:nvSpPr>
          <p:cNvPr id="1351" name="line1351"/>
          <p:cNvSpPr/>
          <p:nvPr/>
        </p:nvSpPr>
        <p:spPr>
          <a:xfrm>
            <a:off x="6244552" y="5748493"/>
            <a:ext cx="81763" cy="21737"/>
          </a:xfrm>
          <a:prstGeom prst="line">
            <a:avLst/>
          </a:prstGeom>
          <a:noFill/>
          <a:ln w="15875">
            <a:solidFill>
              <a:srgbClr val="55B7FF"/>
            </a:solidFill>
            <a:prstDash val="solid"/>
          </a:ln>
        </p:spPr>
        <p:txBody>
          <a:bodyPr/>
          <a:lstStyle/>
          <a:p>
            <a:endParaRPr lang="uk-UA"/>
          </a:p>
        </p:txBody>
      </p:sp>
      <p:sp>
        <p:nvSpPr>
          <p:cNvPr id="1352" name="line1352"/>
          <p:cNvSpPr/>
          <p:nvPr/>
        </p:nvSpPr>
        <p:spPr>
          <a:xfrm flipV="1">
            <a:off x="6326315" y="5737625"/>
            <a:ext cx="81763" cy="32605"/>
          </a:xfrm>
          <a:prstGeom prst="line">
            <a:avLst/>
          </a:prstGeom>
          <a:noFill/>
          <a:ln w="15875">
            <a:solidFill>
              <a:srgbClr val="55B7FF"/>
            </a:solidFill>
            <a:prstDash val="solid"/>
          </a:ln>
        </p:spPr>
        <p:txBody>
          <a:bodyPr/>
          <a:lstStyle/>
          <a:p>
            <a:endParaRPr lang="uk-UA"/>
          </a:p>
        </p:txBody>
      </p:sp>
      <p:sp>
        <p:nvSpPr>
          <p:cNvPr id="1353" name="line1353"/>
          <p:cNvSpPr/>
          <p:nvPr/>
        </p:nvSpPr>
        <p:spPr>
          <a:xfrm flipV="1">
            <a:off x="6408077" y="5726757"/>
            <a:ext cx="81763" cy="10868"/>
          </a:xfrm>
          <a:prstGeom prst="line">
            <a:avLst/>
          </a:prstGeom>
          <a:noFill/>
          <a:ln w="15875">
            <a:solidFill>
              <a:srgbClr val="55B7FF"/>
            </a:solidFill>
            <a:prstDash val="solid"/>
          </a:ln>
        </p:spPr>
        <p:txBody>
          <a:bodyPr/>
          <a:lstStyle/>
          <a:p>
            <a:endParaRPr lang="uk-UA"/>
          </a:p>
        </p:txBody>
      </p:sp>
      <p:sp>
        <p:nvSpPr>
          <p:cNvPr id="1354" name="line1354"/>
          <p:cNvSpPr/>
          <p:nvPr/>
        </p:nvSpPr>
        <p:spPr>
          <a:xfrm flipV="1">
            <a:off x="6489840" y="5705020"/>
            <a:ext cx="81763" cy="21737"/>
          </a:xfrm>
          <a:prstGeom prst="line">
            <a:avLst/>
          </a:prstGeom>
          <a:noFill/>
          <a:ln w="15875">
            <a:solidFill>
              <a:srgbClr val="55B7FF"/>
            </a:solidFill>
            <a:prstDash val="solid"/>
          </a:ln>
        </p:spPr>
        <p:txBody>
          <a:bodyPr/>
          <a:lstStyle/>
          <a:p>
            <a:endParaRPr lang="uk-UA"/>
          </a:p>
        </p:txBody>
      </p:sp>
      <p:sp>
        <p:nvSpPr>
          <p:cNvPr id="1355" name="line1355"/>
          <p:cNvSpPr/>
          <p:nvPr/>
        </p:nvSpPr>
        <p:spPr>
          <a:xfrm flipV="1">
            <a:off x="6571602" y="5683283"/>
            <a:ext cx="81763" cy="21737"/>
          </a:xfrm>
          <a:prstGeom prst="line">
            <a:avLst/>
          </a:prstGeom>
          <a:noFill/>
          <a:ln w="15875">
            <a:solidFill>
              <a:srgbClr val="55B7FF"/>
            </a:solidFill>
            <a:prstDash val="solid"/>
          </a:ln>
        </p:spPr>
        <p:txBody>
          <a:bodyPr/>
          <a:lstStyle/>
          <a:p>
            <a:endParaRPr lang="uk-UA"/>
          </a:p>
        </p:txBody>
      </p:sp>
      <p:sp>
        <p:nvSpPr>
          <p:cNvPr id="1356" name="line1356"/>
          <p:cNvSpPr/>
          <p:nvPr/>
        </p:nvSpPr>
        <p:spPr>
          <a:xfrm>
            <a:off x="6653365" y="5683283"/>
            <a:ext cx="81763" cy="0"/>
          </a:xfrm>
          <a:prstGeom prst="line">
            <a:avLst/>
          </a:prstGeom>
          <a:noFill/>
          <a:ln w="15875">
            <a:solidFill>
              <a:srgbClr val="55B7FF"/>
            </a:solidFill>
            <a:prstDash val="solid"/>
          </a:ln>
        </p:spPr>
        <p:txBody>
          <a:bodyPr/>
          <a:lstStyle/>
          <a:p>
            <a:endParaRPr lang="uk-UA"/>
          </a:p>
        </p:txBody>
      </p:sp>
      <p:sp>
        <p:nvSpPr>
          <p:cNvPr id="1357" name="line1357"/>
          <p:cNvSpPr/>
          <p:nvPr/>
        </p:nvSpPr>
        <p:spPr>
          <a:xfrm flipV="1">
            <a:off x="6735128" y="5672415"/>
            <a:ext cx="81763" cy="10868"/>
          </a:xfrm>
          <a:prstGeom prst="line">
            <a:avLst/>
          </a:prstGeom>
          <a:noFill/>
          <a:ln w="15875">
            <a:solidFill>
              <a:srgbClr val="55B7FF"/>
            </a:solidFill>
            <a:prstDash val="solid"/>
          </a:ln>
        </p:spPr>
        <p:txBody>
          <a:bodyPr/>
          <a:lstStyle/>
          <a:p>
            <a:endParaRPr lang="uk-UA"/>
          </a:p>
        </p:txBody>
      </p:sp>
      <p:sp>
        <p:nvSpPr>
          <p:cNvPr id="1358" name="line1358"/>
          <p:cNvSpPr/>
          <p:nvPr/>
        </p:nvSpPr>
        <p:spPr>
          <a:xfrm flipV="1">
            <a:off x="6816890" y="5656113"/>
            <a:ext cx="81763" cy="16302"/>
          </a:xfrm>
          <a:prstGeom prst="line">
            <a:avLst/>
          </a:prstGeom>
          <a:noFill/>
          <a:ln w="15875">
            <a:solidFill>
              <a:srgbClr val="55B7FF"/>
            </a:solidFill>
            <a:prstDash val="solid"/>
          </a:ln>
        </p:spPr>
        <p:txBody>
          <a:bodyPr/>
          <a:lstStyle/>
          <a:p>
            <a:endParaRPr lang="uk-UA"/>
          </a:p>
        </p:txBody>
      </p:sp>
      <p:sp>
        <p:nvSpPr>
          <p:cNvPr id="1359" name="line1359"/>
          <p:cNvSpPr/>
          <p:nvPr/>
        </p:nvSpPr>
        <p:spPr>
          <a:xfrm flipV="1">
            <a:off x="6898653" y="5634376"/>
            <a:ext cx="81763" cy="21737"/>
          </a:xfrm>
          <a:prstGeom prst="line">
            <a:avLst/>
          </a:prstGeom>
          <a:noFill/>
          <a:ln w="15875">
            <a:solidFill>
              <a:srgbClr val="55B7FF"/>
            </a:solidFill>
            <a:prstDash val="solid"/>
          </a:ln>
        </p:spPr>
        <p:txBody>
          <a:bodyPr/>
          <a:lstStyle/>
          <a:p>
            <a:endParaRPr lang="uk-UA"/>
          </a:p>
        </p:txBody>
      </p:sp>
      <p:sp>
        <p:nvSpPr>
          <p:cNvPr id="1360" name="line1360"/>
          <p:cNvSpPr/>
          <p:nvPr/>
        </p:nvSpPr>
        <p:spPr>
          <a:xfrm flipV="1">
            <a:off x="6980415" y="5580035"/>
            <a:ext cx="81763" cy="54341"/>
          </a:xfrm>
          <a:prstGeom prst="line">
            <a:avLst/>
          </a:prstGeom>
          <a:noFill/>
          <a:ln w="15875">
            <a:solidFill>
              <a:srgbClr val="55B7FF"/>
            </a:solidFill>
            <a:prstDash val="solid"/>
          </a:ln>
        </p:spPr>
        <p:txBody>
          <a:bodyPr/>
          <a:lstStyle/>
          <a:p>
            <a:endParaRPr lang="uk-UA"/>
          </a:p>
        </p:txBody>
      </p:sp>
      <p:sp>
        <p:nvSpPr>
          <p:cNvPr id="1361" name="line1361"/>
          <p:cNvSpPr/>
          <p:nvPr/>
        </p:nvSpPr>
        <p:spPr>
          <a:xfrm flipV="1">
            <a:off x="7062178" y="5547430"/>
            <a:ext cx="81763" cy="32605"/>
          </a:xfrm>
          <a:prstGeom prst="line">
            <a:avLst/>
          </a:prstGeom>
          <a:noFill/>
          <a:ln w="15875">
            <a:solidFill>
              <a:srgbClr val="55B7FF"/>
            </a:solidFill>
            <a:prstDash val="solid"/>
          </a:ln>
        </p:spPr>
        <p:txBody>
          <a:bodyPr/>
          <a:lstStyle/>
          <a:p>
            <a:endParaRPr lang="uk-UA"/>
          </a:p>
        </p:txBody>
      </p:sp>
      <p:sp>
        <p:nvSpPr>
          <p:cNvPr id="1362" name="line1362"/>
          <p:cNvSpPr/>
          <p:nvPr/>
        </p:nvSpPr>
        <p:spPr>
          <a:xfrm flipV="1">
            <a:off x="7143941" y="5514825"/>
            <a:ext cx="81763" cy="32605"/>
          </a:xfrm>
          <a:prstGeom prst="line">
            <a:avLst/>
          </a:prstGeom>
          <a:noFill/>
          <a:ln w="15875">
            <a:solidFill>
              <a:srgbClr val="55B7FF"/>
            </a:solidFill>
            <a:prstDash val="solid"/>
          </a:ln>
        </p:spPr>
        <p:txBody>
          <a:bodyPr/>
          <a:lstStyle/>
          <a:p>
            <a:endParaRPr lang="uk-UA"/>
          </a:p>
        </p:txBody>
      </p:sp>
      <p:sp>
        <p:nvSpPr>
          <p:cNvPr id="1363" name="line1363"/>
          <p:cNvSpPr/>
          <p:nvPr/>
        </p:nvSpPr>
        <p:spPr>
          <a:xfrm>
            <a:off x="7225703" y="5514825"/>
            <a:ext cx="81763" cy="0"/>
          </a:xfrm>
          <a:prstGeom prst="line">
            <a:avLst/>
          </a:prstGeom>
          <a:noFill/>
          <a:ln w="15875">
            <a:solidFill>
              <a:srgbClr val="55B7FF"/>
            </a:solidFill>
            <a:prstDash val="solid"/>
          </a:ln>
        </p:spPr>
        <p:txBody>
          <a:bodyPr/>
          <a:lstStyle/>
          <a:p>
            <a:endParaRPr lang="uk-UA"/>
          </a:p>
        </p:txBody>
      </p:sp>
      <p:sp>
        <p:nvSpPr>
          <p:cNvPr id="1364" name="line1364"/>
          <p:cNvSpPr/>
          <p:nvPr/>
        </p:nvSpPr>
        <p:spPr>
          <a:xfrm>
            <a:off x="7307466" y="5514825"/>
            <a:ext cx="81763" cy="5434"/>
          </a:xfrm>
          <a:prstGeom prst="line">
            <a:avLst/>
          </a:prstGeom>
          <a:noFill/>
          <a:ln w="15875">
            <a:solidFill>
              <a:srgbClr val="55B7FF"/>
            </a:solidFill>
            <a:prstDash val="solid"/>
          </a:ln>
        </p:spPr>
        <p:txBody>
          <a:bodyPr/>
          <a:lstStyle/>
          <a:p>
            <a:endParaRPr lang="uk-UA"/>
          </a:p>
        </p:txBody>
      </p:sp>
      <p:sp>
        <p:nvSpPr>
          <p:cNvPr id="1365" name="line1365"/>
          <p:cNvSpPr/>
          <p:nvPr/>
        </p:nvSpPr>
        <p:spPr>
          <a:xfrm>
            <a:off x="7389228" y="5520259"/>
            <a:ext cx="81763" cy="16302"/>
          </a:xfrm>
          <a:prstGeom prst="line">
            <a:avLst/>
          </a:prstGeom>
          <a:noFill/>
          <a:ln w="15875">
            <a:solidFill>
              <a:srgbClr val="55B7FF"/>
            </a:solidFill>
            <a:prstDash val="solid"/>
          </a:ln>
        </p:spPr>
        <p:txBody>
          <a:bodyPr/>
          <a:lstStyle/>
          <a:p>
            <a:endParaRPr lang="uk-UA"/>
          </a:p>
        </p:txBody>
      </p:sp>
      <p:sp>
        <p:nvSpPr>
          <p:cNvPr id="1366" name="line1366"/>
          <p:cNvSpPr/>
          <p:nvPr/>
        </p:nvSpPr>
        <p:spPr>
          <a:xfrm>
            <a:off x="7470991" y="5536561"/>
            <a:ext cx="81763" cy="21737"/>
          </a:xfrm>
          <a:prstGeom prst="line">
            <a:avLst/>
          </a:prstGeom>
          <a:noFill/>
          <a:ln w="15875">
            <a:solidFill>
              <a:srgbClr val="55B7FF"/>
            </a:solidFill>
            <a:prstDash val="solid"/>
          </a:ln>
        </p:spPr>
        <p:txBody>
          <a:bodyPr/>
          <a:lstStyle/>
          <a:p>
            <a:endParaRPr lang="uk-UA"/>
          </a:p>
        </p:txBody>
      </p:sp>
      <p:sp>
        <p:nvSpPr>
          <p:cNvPr id="1367" name="line1367"/>
          <p:cNvSpPr/>
          <p:nvPr/>
        </p:nvSpPr>
        <p:spPr>
          <a:xfrm>
            <a:off x="7552754" y="5558298"/>
            <a:ext cx="81763" cy="16302"/>
          </a:xfrm>
          <a:prstGeom prst="line">
            <a:avLst/>
          </a:prstGeom>
          <a:noFill/>
          <a:ln w="15875">
            <a:solidFill>
              <a:srgbClr val="55B7FF"/>
            </a:solidFill>
            <a:prstDash val="solid"/>
          </a:ln>
        </p:spPr>
        <p:txBody>
          <a:bodyPr/>
          <a:lstStyle/>
          <a:p>
            <a:endParaRPr lang="uk-UA"/>
          </a:p>
        </p:txBody>
      </p:sp>
      <p:sp>
        <p:nvSpPr>
          <p:cNvPr id="1368" name="line1368"/>
          <p:cNvSpPr/>
          <p:nvPr/>
        </p:nvSpPr>
        <p:spPr>
          <a:xfrm>
            <a:off x="7634516" y="5574600"/>
            <a:ext cx="81763" cy="5434"/>
          </a:xfrm>
          <a:prstGeom prst="line">
            <a:avLst/>
          </a:prstGeom>
          <a:noFill/>
          <a:ln w="15875">
            <a:solidFill>
              <a:srgbClr val="55B7FF"/>
            </a:solidFill>
            <a:prstDash val="solid"/>
          </a:ln>
        </p:spPr>
        <p:txBody>
          <a:bodyPr/>
          <a:lstStyle/>
          <a:p>
            <a:endParaRPr lang="uk-UA"/>
          </a:p>
        </p:txBody>
      </p:sp>
      <p:sp>
        <p:nvSpPr>
          <p:cNvPr id="1369" name="line1369"/>
          <p:cNvSpPr/>
          <p:nvPr/>
        </p:nvSpPr>
        <p:spPr>
          <a:xfrm flipV="1">
            <a:off x="7716279" y="5574600"/>
            <a:ext cx="81763" cy="5434"/>
          </a:xfrm>
          <a:prstGeom prst="line">
            <a:avLst/>
          </a:prstGeom>
          <a:noFill/>
          <a:ln w="15875">
            <a:solidFill>
              <a:srgbClr val="55B7FF"/>
            </a:solidFill>
            <a:prstDash val="solid"/>
          </a:ln>
        </p:spPr>
        <p:txBody>
          <a:bodyPr/>
          <a:lstStyle/>
          <a:p>
            <a:endParaRPr lang="uk-UA"/>
          </a:p>
        </p:txBody>
      </p:sp>
      <p:sp>
        <p:nvSpPr>
          <p:cNvPr id="1370" name="line1370"/>
          <p:cNvSpPr/>
          <p:nvPr/>
        </p:nvSpPr>
        <p:spPr>
          <a:xfrm>
            <a:off x="7798041" y="5574600"/>
            <a:ext cx="81763" cy="0"/>
          </a:xfrm>
          <a:prstGeom prst="line">
            <a:avLst/>
          </a:prstGeom>
          <a:noFill/>
          <a:ln w="15875">
            <a:solidFill>
              <a:srgbClr val="55B7FF"/>
            </a:solidFill>
            <a:prstDash val="solid"/>
          </a:ln>
        </p:spPr>
        <p:txBody>
          <a:bodyPr/>
          <a:lstStyle/>
          <a:p>
            <a:endParaRPr lang="uk-UA"/>
          </a:p>
        </p:txBody>
      </p:sp>
      <p:sp>
        <p:nvSpPr>
          <p:cNvPr id="1371" name="line1371"/>
          <p:cNvSpPr/>
          <p:nvPr/>
        </p:nvSpPr>
        <p:spPr>
          <a:xfrm>
            <a:off x="7879804" y="5574600"/>
            <a:ext cx="81763" cy="16302"/>
          </a:xfrm>
          <a:prstGeom prst="line">
            <a:avLst/>
          </a:prstGeom>
          <a:noFill/>
          <a:ln w="15875">
            <a:solidFill>
              <a:srgbClr val="55B7FF"/>
            </a:solidFill>
            <a:prstDash val="solid"/>
          </a:ln>
        </p:spPr>
        <p:txBody>
          <a:bodyPr/>
          <a:lstStyle/>
          <a:p>
            <a:endParaRPr lang="uk-UA"/>
          </a:p>
        </p:txBody>
      </p:sp>
      <p:sp>
        <p:nvSpPr>
          <p:cNvPr id="1372" name="line1372"/>
          <p:cNvSpPr/>
          <p:nvPr/>
        </p:nvSpPr>
        <p:spPr>
          <a:xfrm>
            <a:off x="7961567" y="5590903"/>
            <a:ext cx="81763" cy="10868"/>
          </a:xfrm>
          <a:prstGeom prst="line">
            <a:avLst/>
          </a:prstGeom>
          <a:noFill/>
          <a:ln w="15875">
            <a:solidFill>
              <a:srgbClr val="55B7FF"/>
            </a:solidFill>
            <a:prstDash val="solid"/>
          </a:ln>
        </p:spPr>
        <p:txBody>
          <a:bodyPr/>
          <a:lstStyle/>
          <a:p>
            <a:endParaRPr lang="uk-UA"/>
          </a:p>
        </p:txBody>
      </p:sp>
      <p:sp>
        <p:nvSpPr>
          <p:cNvPr id="1373" name="line1373"/>
          <p:cNvSpPr/>
          <p:nvPr/>
        </p:nvSpPr>
        <p:spPr>
          <a:xfrm flipV="1">
            <a:off x="8043329" y="5596337"/>
            <a:ext cx="81763" cy="5434"/>
          </a:xfrm>
          <a:prstGeom prst="line">
            <a:avLst/>
          </a:prstGeom>
          <a:noFill/>
          <a:ln w="15875">
            <a:solidFill>
              <a:srgbClr val="55B7FF"/>
            </a:solidFill>
            <a:prstDash val="solid"/>
          </a:ln>
        </p:spPr>
        <p:txBody>
          <a:bodyPr/>
          <a:lstStyle/>
          <a:p>
            <a:endParaRPr lang="uk-UA"/>
          </a:p>
        </p:txBody>
      </p:sp>
      <p:sp>
        <p:nvSpPr>
          <p:cNvPr id="1374" name="line1374"/>
          <p:cNvSpPr/>
          <p:nvPr/>
        </p:nvSpPr>
        <p:spPr>
          <a:xfrm flipV="1">
            <a:off x="8125092" y="5563732"/>
            <a:ext cx="81763" cy="32605"/>
          </a:xfrm>
          <a:prstGeom prst="line">
            <a:avLst/>
          </a:prstGeom>
          <a:noFill/>
          <a:ln w="15875">
            <a:solidFill>
              <a:srgbClr val="55B7FF"/>
            </a:solidFill>
            <a:prstDash val="solid"/>
          </a:ln>
        </p:spPr>
        <p:txBody>
          <a:bodyPr/>
          <a:lstStyle/>
          <a:p>
            <a:endParaRPr lang="uk-UA"/>
          </a:p>
        </p:txBody>
      </p:sp>
      <p:sp>
        <p:nvSpPr>
          <p:cNvPr id="1375" name="line1375"/>
          <p:cNvSpPr/>
          <p:nvPr/>
        </p:nvSpPr>
        <p:spPr>
          <a:xfrm flipV="1">
            <a:off x="8206854" y="5541996"/>
            <a:ext cx="81763" cy="21737"/>
          </a:xfrm>
          <a:prstGeom prst="line">
            <a:avLst/>
          </a:prstGeom>
          <a:noFill/>
          <a:ln w="15875">
            <a:solidFill>
              <a:srgbClr val="55B7FF"/>
            </a:solidFill>
            <a:prstDash val="solid"/>
          </a:ln>
        </p:spPr>
        <p:txBody>
          <a:bodyPr/>
          <a:lstStyle/>
          <a:p>
            <a:endParaRPr lang="uk-UA"/>
          </a:p>
        </p:txBody>
      </p:sp>
      <p:sp>
        <p:nvSpPr>
          <p:cNvPr id="1376" name="line1376"/>
          <p:cNvSpPr/>
          <p:nvPr/>
        </p:nvSpPr>
        <p:spPr>
          <a:xfrm flipV="1">
            <a:off x="8288617" y="5536561"/>
            <a:ext cx="81763" cy="5434"/>
          </a:xfrm>
          <a:prstGeom prst="line">
            <a:avLst/>
          </a:prstGeom>
          <a:noFill/>
          <a:ln w="15875">
            <a:solidFill>
              <a:srgbClr val="55B7FF"/>
            </a:solidFill>
            <a:prstDash val="solid"/>
          </a:ln>
        </p:spPr>
        <p:txBody>
          <a:bodyPr/>
          <a:lstStyle/>
          <a:p>
            <a:endParaRPr lang="uk-UA"/>
          </a:p>
        </p:txBody>
      </p:sp>
      <p:sp>
        <p:nvSpPr>
          <p:cNvPr id="1377" name="line1377"/>
          <p:cNvSpPr/>
          <p:nvPr/>
        </p:nvSpPr>
        <p:spPr>
          <a:xfrm flipV="1">
            <a:off x="8370380" y="5525693"/>
            <a:ext cx="81763" cy="10868"/>
          </a:xfrm>
          <a:prstGeom prst="line">
            <a:avLst/>
          </a:prstGeom>
          <a:noFill/>
          <a:ln w="15875">
            <a:solidFill>
              <a:srgbClr val="55B7FF"/>
            </a:solidFill>
            <a:prstDash val="solid"/>
          </a:ln>
        </p:spPr>
        <p:txBody>
          <a:bodyPr/>
          <a:lstStyle/>
          <a:p>
            <a:endParaRPr lang="uk-UA"/>
          </a:p>
        </p:txBody>
      </p:sp>
      <p:sp>
        <p:nvSpPr>
          <p:cNvPr id="1378" name="line1378"/>
          <p:cNvSpPr/>
          <p:nvPr/>
        </p:nvSpPr>
        <p:spPr>
          <a:xfrm>
            <a:off x="8452142" y="5525693"/>
            <a:ext cx="81763" cy="0"/>
          </a:xfrm>
          <a:prstGeom prst="line">
            <a:avLst/>
          </a:prstGeom>
          <a:noFill/>
          <a:ln w="15875">
            <a:solidFill>
              <a:srgbClr val="55B7FF"/>
            </a:solidFill>
            <a:prstDash val="solid"/>
          </a:ln>
        </p:spPr>
        <p:txBody>
          <a:bodyPr/>
          <a:lstStyle/>
          <a:p>
            <a:endParaRPr lang="uk-UA"/>
          </a:p>
        </p:txBody>
      </p:sp>
      <p:sp>
        <p:nvSpPr>
          <p:cNvPr id="1379" name="line1379"/>
          <p:cNvSpPr/>
          <p:nvPr/>
        </p:nvSpPr>
        <p:spPr>
          <a:xfrm>
            <a:off x="8533905" y="5525693"/>
            <a:ext cx="81763" cy="5434"/>
          </a:xfrm>
          <a:prstGeom prst="line">
            <a:avLst/>
          </a:prstGeom>
          <a:noFill/>
          <a:ln w="15875">
            <a:solidFill>
              <a:srgbClr val="55B7FF"/>
            </a:solidFill>
            <a:prstDash val="solid"/>
          </a:ln>
        </p:spPr>
        <p:txBody>
          <a:bodyPr/>
          <a:lstStyle/>
          <a:p>
            <a:endParaRPr lang="uk-UA"/>
          </a:p>
        </p:txBody>
      </p:sp>
      <p:sp>
        <p:nvSpPr>
          <p:cNvPr id="1380" name="line1380"/>
          <p:cNvSpPr/>
          <p:nvPr/>
        </p:nvSpPr>
        <p:spPr>
          <a:xfrm>
            <a:off x="8615667" y="5531127"/>
            <a:ext cx="81763" cy="0"/>
          </a:xfrm>
          <a:prstGeom prst="line">
            <a:avLst/>
          </a:prstGeom>
          <a:noFill/>
          <a:ln w="15875">
            <a:solidFill>
              <a:srgbClr val="55B7FF"/>
            </a:solidFill>
            <a:prstDash val="solid"/>
          </a:ln>
        </p:spPr>
        <p:txBody>
          <a:bodyPr/>
          <a:lstStyle/>
          <a:p>
            <a:endParaRPr lang="uk-UA"/>
          </a:p>
        </p:txBody>
      </p:sp>
      <p:sp>
        <p:nvSpPr>
          <p:cNvPr id="1381" name="line1381"/>
          <p:cNvSpPr/>
          <p:nvPr/>
        </p:nvSpPr>
        <p:spPr>
          <a:xfrm flipV="1">
            <a:off x="8697430" y="5503956"/>
            <a:ext cx="81763" cy="27171"/>
          </a:xfrm>
          <a:prstGeom prst="line">
            <a:avLst/>
          </a:prstGeom>
          <a:noFill/>
          <a:ln w="15875">
            <a:solidFill>
              <a:srgbClr val="55B7FF"/>
            </a:solidFill>
            <a:prstDash val="solid"/>
          </a:ln>
        </p:spPr>
        <p:txBody>
          <a:bodyPr/>
          <a:lstStyle/>
          <a:p>
            <a:endParaRPr lang="uk-UA"/>
          </a:p>
        </p:txBody>
      </p:sp>
      <p:sp>
        <p:nvSpPr>
          <p:cNvPr id="1382" name="line1382"/>
          <p:cNvSpPr/>
          <p:nvPr/>
        </p:nvSpPr>
        <p:spPr>
          <a:xfrm flipV="1">
            <a:off x="8779193" y="5476786"/>
            <a:ext cx="81763" cy="27171"/>
          </a:xfrm>
          <a:prstGeom prst="line">
            <a:avLst/>
          </a:prstGeom>
          <a:noFill/>
          <a:ln w="15875">
            <a:solidFill>
              <a:srgbClr val="55B7FF"/>
            </a:solidFill>
            <a:prstDash val="solid"/>
          </a:ln>
        </p:spPr>
        <p:txBody>
          <a:bodyPr/>
          <a:lstStyle/>
          <a:p>
            <a:endParaRPr lang="uk-UA"/>
          </a:p>
        </p:txBody>
      </p:sp>
      <p:sp>
        <p:nvSpPr>
          <p:cNvPr id="1383" name="line1383"/>
          <p:cNvSpPr/>
          <p:nvPr/>
        </p:nvSpPr>
        <p:spPr>
          <a:xfrm>
            <a:off x="8860955" y="5476786"/>
            <a:ext cx="81763" cy="5434"/>
          </a:xfrm>
          <a:prstGeom prst="line">
            <a:avLst/>
          </a:prstGeom>
          <a:noFill/>
          <a:ln w="15875">
            <a:solidFill>
              <a:srgbClr val="55B7FF"/>
            </a:solidFill>
            <a:prstDash val="solid"/>
          </a:ln>
        </p:spPr>
        <p:txBody>
          <a:bodyPr/>
          <a:lstStyle/>
          <a:p>
            <a:endParaRPr lang="uk-UA"/>
          </a:p>
        </p:txBody>
      </p:sp>
      <p:sp>
        <p:nvSpPr>
          <p:cNvPr id="1384" name="line1384"/>
          <p:cNvSpPr/>
          <p:nvPr/>
        </p:nvSpPr>
        <p:spPr>
          <a:xfrm flipV="1">
            <a:off x="8942718" y="5460483"/>
            <a:ext cx="81763" cy="21737"/>
          </a:xfrm>
          <a:prstGeom prst="line">
            <a:avLst/>
          </a:prstGeom>
          <a:noFill/>
          <a:ln w="15875">
            <a:solidFill>
              <a:srgbClr val="55B7FF"/>
            </a:solidFill>
            <a:prstDash val="solid"/>
          </a:ln>
        </p:spPr>
        <p:txBody>
          <a:bodyPr/>
          <a:lstStyle/>
          <a:p>
            <a:endParaRPr lang="uk-UA"/>
          </a:p>
        </p:txBody>
      </p:sp>
      <p:sp>
        <p:nvSpPr>
          <p:cNvPr id="1385" name="line1385"/>
          <p:cNvSpPr/>
          <p:nvPr/>
        </p:nvSpPr>
        <p:spPr>
          <a:xfrm flipV="1">
            <a:off x="9024480" y="5444181"/>
            <a:ext cx="81763" cy="16302"/>
          </a:xfrm>
          <a:prstGeom prst="line">
            <a:avLst/>
          </a:prstGeom>
          <a:noFill/>
          <a:ln w="15875">
            <a:solidFill>
              <a:srgbClr val="55B7FF"/>
            </a:solidFill>
            <a:prstDash val="solid"/>
          </a:ln>
        </p:spPr>
        <p:txBody>
          <a:bodyPr/>
          <a:lstStyle/>
          <a:p>
            <a:endParaRPr lang="uk-UA"/>
          </a:p>
        </p:txBody>
      </p:sp>
      <p:sp>
        <p:nvSpPr>
          <p:cNvPr id="1386" name="line1386"/>
          <p:cNvSpPr/>
          <p:nvPr/>
        </p:nvSpPr>
        <p:spPr>
          <a:xfrm flipV="1">
            <a:off x="9106243" y="5406142"/>
            <a:ext cx="81763" cy="38039"/>
          </a:xfrm>
          <a:prstGeom prst="line">
            <a:avLst/>
          </a:prstGeom>
          <a:noFill/>
          <a:ln w="15875">
            <a:solidFill>
              <a:srgbClr val="55B7FF"/>
            </a:solidFill>
            <a:prstDash val="solid"/>
          </a:ln>
        </p:spPr>
        <p:txBody>
          <a:bodyPr/>
          <a:lstStyle/>
          <a:p>
            <a:endParaRPr lang="uk-UA"/>
          </a:p>
        </p:txBody>
      </p:sp>
      <p:sp>
        <p:nvSpPr>
          <p:cNvPr id="1387" name="line1387"/>
          <p:cNvSpPr/>
          <p:nvPr/>
        </p:nvSpPr>
        <p:spPr>
          <a:xfrm flipV="1">
            <a:off x="9188005" y="5373537"/>
            <a:ext cx="81763" cy="32605"/>
          </a:xfrm>
          <a:prstGeom prst="line">
            <a:avLst/>
          </a:prstGeom>
          <a:noFill/>
          <a:ln w="15875">
            <a:solidFill>
              <a:srgbClr val="55B7FF"/>
            </a:solidFill>
            <a:prstDash val="solid"/>
          </a:ln>
        </p:spPr>
        <p:txBody>
          <a:bodyPr/>
          <a:lstStyle/>
          <a:p>
            <a:endParaRPr lang="uk-UA"/>
          </a:p>
        </p:txBody>
      </p:sp>
      <p:sp>
        <p:nvSpPr>
          <p:cNvPr id="1388" name="line1388"/>
          <p:cNvSpPr/>
          <p:nvPr/>
        </p:nvSpPr>
        <p:spPr>
          <a:xfrm>
            <a:off x="9269768" y="5373537"/>
            <a:ext cx="81763" cy="0"/>
          </a:xfrm>
          <a:prstGeom prst="line">
            <a:avLst/>
          </a:prstGeom>
          <a:noFill/>
          <a:ln w="15875">
            <a:solidFill>
              <a:srgbClr val="55B7FF"/>
            </a:solidFill>
            <a:prstDash val="solid"/>
          </a:ln>
        </p:spPr>
        <p:txBody>
          <a:bodyPr/>
          <a:lstStyle/>
          <a:p>
            <a:endParaRPr lang="uk-UA"/>
          </a:p>
        </p:txBody>
      </p:sp>
      <p:sp>
        <p:nvSpPr>
          <p:cNvPr id="1389" name="line1389"/>
          <p:cNvSpPr/>
          <p:nvPr/>
        </p:nvSpPr>
        <p:spPr>
          <a:xfrm>
            <a:off x="9351531" y="5373537"/>
            <a:ext cx="81763" cy="0"/>
          </a:xfrm>
          <a:prstGeom prst="line">
            <a:avLst/>
          </a:prstGeom>
          <a:noFill/>
          <a:ln w="15875">
            <a:solidFill>
              <a:srgbClr val="55B7FF"/>
            </a:solidFill>
            <a:prstDash val="solid"/>
          </a:ln>
        </p:spPr>
        <p:txBody>
          <a:bodyPr/>
          <a:lstStyle/>
          <a:p>
            <a:endParaRPr lang="uk-UA"/>
          </a:p>
        </p:txBody>
      </p:sp>
      <p:sp>
        <p:nvSpPr>
          <p:cNvPr id="1390" name="line1390"/>
          <p:cNvSpPr/>
          <p:nvPr/>
        </p:nvSpPr>
        <p:spPr>
          <a:xfrm>
            <a:off x="9433293" y="5373537"/>
            <a:ext cx="81763" cy="16302"/>
          </a:xfrm>
          <a:prstGeom prst="line">
            <a:avLst/>
          </a:prstGeom>
          <a:noFill/>
          <a:ln w="15875">
            <a:solidFill>
              <a:srgbClr val="55B7FF"/>
            </a:solidFill>
            <a:prstDash val="solid"/>
          </a:ln>
        </p:spPr>
        <p:txBody>
          <a:bodyPr/>
          <a:lstStyle/>
          <a:p>
            <a:endParaRPr lang="uk-UA"/>
          </a:p>
        </p:txBody>
      </p:sp>
      <p:sp>
        <p:nvSpPr>
          <p:cNvPr id="1391" name="line1391"/>
          <p:cNvSpPr/>
          <p:nvPr/>
        </p:nvSpPr>
        <p:spPr>
          <a:xfrm>
            <a:off x="9515056" y="5389839"/>
            <a:ext cx="81763" cy="5434"/>
          </a:xfrm>
          <a:prstGeom prst="line">
            <a:avLst/>
          </a:prstGeom>
          <a:noFill/>
          <a:ln w="15875">
            <a:solidFill>
              <a:srgbClr val="55B7FF"/>
            </a:solidFill>
            <a:prstDash val="solid"/>
          </a:ln>
        </p:spPr>
        <p:txBody>
          <a:bodyPr/>
          <a:lstStyle/>
          <a:p>
            <a:endParaRPr lang="uk-UA"/>
          </a:p>
        </p:txBody>
      </p:sp>
      <p:sp>
        <p:nvSpPr>
          <p:cNvPr id="1392" name="line1392"/>
          <p:cNvSpPr/>
          <p:nvPr/>
        </p:nvSpPr>
        <p:spPr>
          <a:xfrm>
            <a:off x="9596819" y="5395274"/>
            <a:ext cx="81763" cy="27171"/>
          </a:xfrm>
          <a:prstGeom prst="line">
            <a:avLst/>
          </a:prstGeom>
          <a:noFill/>
          <a:ln w="15875">
            <a:solidFill>
              <a:srgbClr val="55B7FF"/>
            </a:solidFill>
            <a:prstDash val="solid"/>
          </a:ln>
        </p:spPr>
        <p:txBody>
          <a:bodyPr/>
          <a:lstStyle/>
          <a:p>
            <a:endParaRPr lang="uk-UA"/>
          </a:p>
        </p:txBody>
      </p:sp>
      <p:sp>
        <p:nvSpPr>
          <p:cNvPr id="1393" name="line1393"/>
          <p:cNvSpPr/>
          <p:nvPr/>
        </p:nvSpPr>
        <p:spPr>
          <a:xfrm>
            <a:off x="9678581" y="5422444"/>
            <a:ext cx="81763" cy="32605"/>
          </a:xfrm>
          <a:prstGeom prst="line">
            <a:avLst/>
          </a:prstGeom>
          <a:noFill/>
          <a:ln w="15875">
            <a:solidFill>
              <a:srgbClr val="55B7FF"/>
            </a:solidFill>
            <a:prstDash val="solid"/>
          </a:ln>
        </p:spPr>
        <p:txBody>
          <a:bodyPr/>
          <a:lstStyle/>
          <a:p>
            <a:endParaRPr lang="uk-UA"/>
          </a:p>
        </p:txBody>
      </p:sp>
      <p:sp>
        <p:nvSpPr>
          <p:cNvPr id="1394" name="line1394"/>
          <p:cNvSpPr/>
          <p:nvPr/>
        </p:nvSpPr>
        <p:spPr>
          <a:xfrm>
            <a:off x="9760344" y="5455049"/>
            <a:ext cx="81763" cy="27171"/>
          </a:xfrm>
          <a:prstGeom prst="line">
            <a:avLst/>
          </a:prstGeom>
          <a:noFill/>
          <a:ln w="15875">
            <a:solidFill>
              <a:srgbClr val="55B7FF"/>
            </a:solidFill>
            <a:prstDash val="solid"/>
          </a:ln>
        </p:spPr>
        <p:txBody>
          <a:bodyPr/>
          <a:lstStyle/>
          <a:p>
            <a:endParaRPr lang="uk-UA"/>
          </a:p>
        </p:txBody>
      </p:sp>
      <p:sp>
        <p:nvSpPr>
          <p:cNvPr id="1395" name="line1395"/>
          <p:cNvSpPr/>
          <p:nvPr/>
        </p:nvSpPr>
        <p:spPr>
          <a:xfrm>
            <a:off x="9842106" y="5482220"/>
            <a:ext cx="81763" cy="32605"/>
          </a:xfrm>
          <a:prstGeom prst="line">
            <a:avLst/>
          </a:prstGeom>
          <a:noFill/>
          <a:ln w="15875">
            <a:solidFill>
              <a:srgbClr val="55B7FF"/>
            </a:solidFill>
            <a:prstDash val="solid"/>
          </a:ln>
        </p:spPr>
        <p:txBody>
          <a:bodyPr/>
          <a:lstStyle/>
          <a:p>
            <a:endParaRPr lang="uk-UA"/>
          </a:p>
        </p:txBody>
      </p:sp>
      <p:sp>
        <p:nvSpPr>
          <p:cNvPr id="1396" name="line1396"/>
          <p:cNvSpPr/>
          <p:nvPr/>
        </p:nvSpPr>
        <p:spPr>
          <a:xfrm>
            <a:off x="9923869" y="5514825"/>
            <a:ext cx="81763" cy="16302"/>
          </a:xfrm>
          <a:prstGeom prst="line">
            <a:avLst/>
          </a:prstGeom>
          <a:noFill/>
          <a:ln w="15875">
            <a:solidFill>
              <a:srgbClr val="55B7FF"/>
            </a:solidFill>
            <a:prstDash val="solid"/>
          </a:ln>
        </p:spPr>
        <p:txBody>
          <a:bodyPr/>
          <a:lstStyle/>
          <a:p>
            <a:endParaRPr lang="uk-UA"/>
          </a:p>
        </p:txBody>
      </p:sp>
      <p:sp>
        <p:nvSpPr>
          <p:cNvPr id="1397" name="line1397"/>
          <p:cNvSpPr/>
          <p:nvPr/>
        </p:nvSpPr>
        <p:spPr>
          <a:xfrm>
            <a:off x="10005632" y="5531127"/>
            <a:ext cx="81763" cy="16302"/>
          </a:xfrm>
          <a:prstGeom prst="line">
            <a:avLst/>
          </a:prstGeom>
          <a:noFill/>
          <a:ln w="15875">
            <a:solidFill>
              <a:srgbClr val="55B7FF"/>
            </a:solidFill>
            <a:prstDash val="solid"/>
          </a:ln>
        </p:spPr>
        <p:txBody>
          <a:bodyPr/>
          <a:lstStyle/>
          <a:p>
            <a:endParaRPr lang="uk-UA"/>
          </a:p>
        </p:txBody>
      </p:sp>
      <p:sp>
        <p:nvSpPr>
          <p:cNvPr id="1398" name="line1398"/>
          <p:cNvSpPr/>
          <p:nvPr/>
        </p:nvSpPr>
        <p:spPr>
          <a:xfrm flipV="1">
            <a:off x="10087394" y="5525693"/>
            <a:ext cx="81763" cy="21737"/>
          </a:xfrm>
          <a:prstGeom prst="line">
            <a:avLst/>
          </a:prstGeom>
          <a:noFill/>
          <a:ln w="15875">
            <a:solidFill>
              <a:srgbClr val="55B7FF"/>
            </a:solidFill>
            <a:prstDash val="solid"/>
          </a:ln>
        </p:spPr>
        <p:txBody>
          <a:bodyPr/>
          <a:lstStyle/>
          <a:p>
            <a:endParaRPr lang="uk-UA"/>
          </a:p>
        </p:txBody>
      </p:sp>
      <p:sp>
        <p:nvSpPr>
          <p:cNvPr id="1399" name="line1399"/>
          <p:cNvSpPr/>
          <p:nvPr/>
        </p:nvSpPr>
        <p:spPr>
          <a:xfrm flipV="1">
            <a:off x="10169157" y="5487654"/>
            <a:ext cx="81763" cy="38039"/>
          </a:xfrm>
          <a:prstGeom prst="line">
            <a:avLst/>
          </a:prstGeom>
          <a:noFill/>
          <a:ln w="15875">
            <a:solidFill>
              <a:srgbClr val="55B7FF"/>
            </a:solidFill>
            <a:prstDash val="solid"/>
          </a:ln>
        </p:spPr>
        <p:txBody>
          <a:bodyPr/>
          <a:lstStyle/>
          <a:p>
            <a:endParaRPr lang="uk-UA"/>
          </a:p>
        </p:txBody>
      </p:sp>
      <p:sp>
        <p:nvSpPr>
          <p:cNvPr id="1400" name="line1400"/>
          <p:cNvSpPr/>
          <p:nvPr/>
        </p:nvSpPr>
        <p:spPr>
          <a:xfrm flipV="1">
            <a:off x="10250919" y="5471352"/>
            <a:ext cx="81763" cy="16302"/>
          </a:xfrm>
          <a:prstGeom prst="line">
            <a:avLst/>
          </a:prstGeom>
          <a:noFill/>
          <a:ln w="15875">
            <a:solidFill>
              <a:srgbClr val="55B7FF"/>
            </a:solidFill>
            <a:prstDash val="solid"/>
          </a:ln>
        </p:spPr>
        <p:txBody>
          <a:bodyPr/>
          <a:lstStyle/>
          <a:p>
            <a:endParaRPr lang="uk-UA"/>
          </a:p>
        </p:txBody>
      </p:sp>
      <p:sp>
        <p:nvSpPr>
          <p:cNvPr id="1401" name="line1401"/>
          <p:cNvSpPr/>
          <p:nvPr/>
        </p:nvSpPr>
        <p:spPr>
          <a:xfrm>
            <a:off x="10332682" y="5471352"/>
            <a:ext cx="81763" cy="86946"/>
          </a:xfrm>
          <a:prstGeom prst="line">
            <a:avLst/>
          </a:prstGeom>
          <a:noFill/>
          <a:ln w="15875">
            <a:solidFill>
              <a:srgbClr val="55B7FF"/>
            </a:solidFill>
            <a:prstDash val="solid"/>
          </a:ln>
        </p:spPr>
        <p:txBody>
          <a:bodyPr/>
          <a:lstStyle/>
          <a:p>
            <a:endParaRPr lang="uk-UA"/>
          </a:p>
        </p:txBody>
      </p:sp>
      <p:sp>
        <p:nvSpPr>
          <p:cNvPr id="1402" name="line1402"/>
          <p:cNvSpPr/>
          <p:nvPr/>
        </p:nvSpPr>
        <p:spPr>
          <a:xfrm>
            <a:off x="10414445" y="5558298"/>
            <a:ext cx="81763" cy="10868"/>
          </a:xfrm>
          <a:prstGeom prst="line">
            <a:avLst/>
          </a:prstGeom>
          <a:noFill/>
          <a:ln w="15875">
            <a:solidFill>
              <a:srgbClr val="55B7FF"/>
            </a:solidFill>
            <a:prstDash val="solid"/>
          </a:ln>
        </p:spPr>
        <p:txBody>
          <a:bodyPr/>
          <a:lstStyle/>
          <a:p>
            <a:endParaRPr lang="uk-UA"/>
          </a:p>
        </p:txBody>
      </p:sp>
      <p:sp>
        <p:nvSpPr>
          <p:cNvPr id="1403" name="line1403"/>
          <p:cNvSpPr/>
          <p:nvPr/>
        </p:nvSpPr>
        <p:spPr>
          <a:xfrm>
            <a:off x="10496207" y="5569166"/>
            <a:ext cx="81763" cy="5434"/>
          </a:xfrm>
          <a:prstGeom prst="line">
            <a:avLst/>
          </a:prstGeom>
          <a:noFill/>
          <a:ln w="15875">
            <a:solidFill>
              <a:srgbClr val="55B7FF"/>
            </a:solidFill>
            <a:prstDash val="solid"/>
          </a:ln>
        </p:spPr>
        <p:txBody>
          <a:bodyPr/>
          <a:lstStyle/>
          <a:p>
            <a:endParaRPr lang="uk-UA"/>
          </a:p>
        </p:txBody>
      </p:sp>
      <p:sp>
        <p:nvSpPr>
          <p:cNvPr id="1404" name="line1404"/>
          <p:cNvSpPr/>
          <p:nvPr/>
        </p:nvSpPr>
        <p:spPr>
          <a:xfrm flipV="1">
            <a:off x="10577970" y="5563732"/>
            <a:ext cx="81763" cy="10868"/>
          </a:xfrm>
          <a:prstGeom prst="line">
            <a:avLst/>
          </a:prstGeom>
          <a:noFill/>
          <a:ln w="15875">
            <a:solidFill>
              <a:srgbClr val="55B7FF"/>
            </a:solidFill>
            <a:prstDash val="solid"/>
          </a:ln>
        </p:spPr>
        <p:txBody>
          <a:bodyPr/>
          <a:lstStyle/>
          <a:p>
            <a:endParaRPr lang="uk-UA"/>
          </a:p>
        </p:txBody>
      </p:sp>
      <p:sp>
        <p:nvSpPr>
          <p:cNvPr id="1405" name="line1405"/>
          <p:cNvSpPr/>
          <p:nvPr/>
        </p:nvSpPr>
        <p:spPr>
          <a:xfrm>
            <a:off x="10659732" y="5563732"/>
            <a:ext cx="81763" cy="16302"/>
          </a:xfrm>
          <a:prstGeom prst="line">
            <a:avLst/>
          </a:prstGeom>
          <a:noFill/>
          <a:ln w="15875">
            <a:solidFill>
              <a:srgbClr val="55B7FF"/>
            </a:solidFill>
            <a:prstDash val="solid"/>
          </a:ln>
        </p:spPr>
        <p:txBody>
          <a:bodyPr/>
          <a:lstStyle/>
          <a:p>
            <a:endParaRPr lang="uk-UA"/>
          </a:p>
        </p:txBody>
      </p:sp>
      <p:sp>
        <p:nvSpPr>
          <p:cNvPr id="1406" name="line1406"/>
          <p:cNvSpPr/>
          <p:nvPr/>
        </p:nvSpPr>
        <p:spPr>
          <a:xfrm flipV="1">
            <a:off x="10741495" y="5558298"/>
            <a:ext cx="81763" cy="21737"/>
          </a:xfrm>
          <a:prstGeom prst="line">
            <a:avLst/>
          </a:prstGeom>
          <a:noFill/>
          <a:ln w="15875">
            <a:solidFill>
              <a:srgbClr val="55B7FF"/>
            </a:solidFill>
            <a:prstDash val="solid"/>
          </a:ln>
        </p:spPr>
        <p:txBody>
          <a:bodyPr/>
          <a:lstStyle/>
          <a:p>
            <a:endParaRPr lang="uk-UA"/>
          </a:p>
        </p:txBody>
      </p:sp>
      <p:sp>
        <p:nvSpPr>
          <p:cNvPr id="1407" name="line1407"/>
          <p:cNvSpPr/>
          <p:nvPr/>
        </p:nvSpPr>
        <p:spPr>
          <a:xfrm flipV="1">
            <a:off x="10823258" y="5547430"/>
            <a:ext cx="81763" cy="10868"/>
          </a:xfrm>
          <a:prstGeom prst="line">
            <a:avLst/>
          </a:prstGeom>
          <a:noFill/>
          <a:ln w="15875">
            <a:solidFill>
              <a:srgbClr val="55B7FF"/>
            </a:solidFill>
            <a:prstDash val="solid"/>
          </a:ln>
        </p:spPr>
        <p:txBody>
          <a:bodyPr/>
          <a:lstStyle/>
          <a:p>
            <a:endParaRPr lang="uk-UA"/>
          </a:p>
        </p:txBody>
      </p:sp>
      <p:sp>
        <p:nvSpPr>
          <p:cNvPr id="1408" name="line1408"/>
          <p:cNvSpPr/>
          <p:nvPr/>
        </p:nvSpPr>
        <p:spPr>
          <a:xfrm>
            <a:off x="10905020" y="5547430"/>
            <a:ext cx="81763" cy="5434"/>
          </a:xfrm>
          <a:prstGeom prst="line">
            <a:avLst/>
          </a:prstGeom>
          <a:noFill/>
          <a:ln w="15875">
            <a:solidFill>
              <a:srgbClr val="55B7FF"/>
            </a:solidFill>
            <a:prstDash val="solid"/>
          </a:ln>
        </p:spPr>
        <p:txBody>
          <a:bodyPr/>
          <a:lstStyle/>
          <a:p>
            <a:endParaRPr lang="uk-UA"/>
          </a:p>
        </p:txBody>
      </p:sp>
      <p:sp>
        <p:nvSpPr>
          <p:cNvPr id="1409" name="line1409"/>
          <p:cNvSpPr/>
          <p:nvPr/>
        </p:nvSpPr>
        <p:spPr>
          <a:xfrm>
            <a:off x="1257033" y="5139869"/>
            <a:ext cx="81763" cy="43473"/>
          </a:xfrm>
          <a:prstGeom prst="line">
            <a:avLst/>
          </a:prstGeom>
          <a:noFill/>
          <a:ln w="15875">
            <a:solidFill>
              <a:srgbClr val="D96CB5"/>
            </a:solidFill>
            <a:prstDash val="solid"/>
          </a:ln>
        </p:spPr>
        <p:txBody>
          <a:bodyPr/>
          <a:lstStyle/>
          <a:p>
            <a:endParaRPr lang="uk-UA"/>
          </a:p>
        </p:txBody>
      </p:sp>
      <p:sp>
        <p:nvSpPr>
          <p:cNvPr id="1410" name="line1410"/>
          <p:cNvSpPr/>
          <p:nvPr/>
        </p:nvSpPr>
        <p:spPr>
          <a:xfrm>
            <a:off x="1338796" y="5183342"/>
            <a:ext cx="81763" cy="65210"/>
          </a:xfrm>
          <a:prstGeom prst="line">
            <a:avLst/>
          </a:prstGeom>
          <a:noFill/>
          <a:ln w="15875">
            <a:solidFill>
              <a:srgbClr val="D96CB5"/>
            </a:solidFill>
            <a:prstDash val="solid"/>
          </a:ln>
        </p:spPr>
        <p:txBody>
          <a:bodyPr/>
          <a:lstStyle/>
          <a:p>
            <a:endParaRPr lang="uk-UA"/>
          </a:p>
        </p:txBody>
      </p:sp>
      <p:sp>
        <p:nvSpPr>
          <p:cNvPr id="1411" name="line1411"/>
          <p:cNvSpPr/>
          <p:nvPr/>
        </p:nvSpPr>
        <p:spPr>
          <a:xfrm>
            <a:off x="1420559" y="5248551"/>
            <a:ext cx="81763" cy="43473"/>
          </a:xfrm>
          <a:prstGeom prst="line">
            <a:avLst/>
          </a:prstGeom>
          <a:noFill/>
          <a:ln w="15875">
            <a:solidFill>
              <a:srgbClr val="D96CB5"/>
            </a:solidFill>
            <a:prstDash val="solid"/>
          </a:ln>
        </p:spPr>
        <p:txBody>
          <a:bodyPr/>
          <a:lstStyle/>
          <a:p>
            <a:endParaRPr lang="uk-UA"/>
          </a:p>
        </p:txBody>
      </p:sp>
      <p:sp>
        <p:nvSpPr>
          <p:cNvPr id="1412" name="line1412"/>
          <p:cNvSpPr/>
          <p:nvPr/>
        </p:nvSpPr>
        <p:spPr>
          <a:xfrm>
            <a:off x="1502321" y="5292025"/>
            <a:ext cx="81763" cy="43473"/>
          </a:xfrm>
          <a:prstGeom prst="line">
            <a:avLst/>
          </a:prstGeom>
          <a:noFill/>
          <a:ln w="15875">
            <a:solidFill>
              <a:srgbClr val="D96CB5"/>
            </a:solidFill>
            <a:prstDash val="solid"/>
          </a:ln>
        </p:spPr>
        <p:txBody>
          <a:bodyPr/>
          <a:lstStyle/>
          <a:p>
            <a:endParaRPr lang="uk-UA"/>
          </a:p>
        </p:txBody>
      </p:sp>
      <p:sp>
        <p:nvSpPr>
          <p:cNvPr id="1413" name="line1413"/>
          <p:cNvSpPr/>
          <p:nvPr/>
        </p:nvSpPr>
        <p:spPr>
          <a:xfrm>
            <a:off x="1584084" y="5335498"/>
            <a:ext cx="81763" cy="32605"/>
          </a:xfrm>
          <a:prstGeom prst="line">
            <a:avLst/>
          </a:prstGeom>
          <a:noFill/>
          <a:ln w="15875">
            <a:solidFill>
              <a:srgbClr val="D96CB5"/>
            </a:solidFill>
            <a:prstDash val="solid"/>
          </a:ln>
        </p:spPr>
        <p:txBody>
          <a:bodyPr/>
          <a:lstStyle/>
          <a:p>
            <a:endParaRPr lang="uk-UA"/>
          </a:p>
        </p:txBody>
      </p:sp>
      <p:sp>
        <p:nvSpPr>
          <p:cNvPr id="1414" name="line1414"/>
          <p:cNvSpPr/>
          <p:nvPr/>
        </p:nvSpPr>
        <p:spPr>
          <a:xfrm>
            <a:off x="1665846" y="5368103"/>
            <a:ext cx="81763" cy="21737"/>
          </a:xfrm>
          <a:prstGeom prst="line">
            <a:avLst/>
          </a:prstGeom>
          <a:noFill/>
          <a:ln w="15875">
            <a:solidFill>
              <a:srgbClr val="D96CB5"/>
            </a:solidFill>
            <a:prstDash val="solid"/>
          </a:ln>
        </p:spPr>
        <p:txBody>
          <a:bodyPr/>
          <a:lstStyle/>
          <a:p>
            <a:endParaRPr lang="uk-UA"/>
          </a:p>
        </p:txBody>
      </p:sp>
      <p:sp>
        <p:nvSpPr>
          <p:cNvPr id="1415" name="line1415"/>
          <p:cNvSpPr/>
          <p:nvPr/>
        </p:nvSpPr>
        <p:spPr>
          <a:xfrm>
            <a:off x="1747609" y="5389839"/>
            <a:ext cx="81763" cy="32605"/>
          </a:xfrm>
          <a:prstGeom prst="line">
            <a:avLst/>
          </a:prstGeom>
          <a:noFill/>
          <a:ln w="15875">
            <a:solidFill>
              <a:srgbClr val="D96CB5"/>
            </a:solidFill>
            <a:prstDash val="solid"/>
          </a:ln>
        </p:spPr>
        <p:txBody>
          <a:bodyPr/>
          <a:lstStyle/>
          <a:p>
            <a:endParaRPr lang="uk-UA"/>
          </a:p>
        </p:txBody>
      </p:sp>
      <p:sp>
        <p:nvSpPr>
          <p:cNvPr id="1416" name="line1416"/>
          <p:cNvSpPr/>
          <p:nvPr/>
        </p:nvSpPr>
        <p:spPr>
          <a:xfrm>
            <a:off x="1829372" y="5422444"/>
            <a:ext cx="81763" cy="38039"/>
          </a:xfrm>
          <a:prstGeom prst="line">
            <a:avLst/>
          </a:prstGeom>
          <a:noFill/>
          <a:ln w="15875">
            <a:solidFill>
              <a:srgbClr val="D96CB5"/>
            </a:solidFill>
            <a:prstDash val="solid"/>
          </a:ln>
        </p:spPr>
        <p:txBody>
          <a:bodyPr/>
          <a:lstStyle/>
          <a:p>
            <a:endParaRPr lang="uk-UA"/>
          </a:p>
        </p:txBody>
      </p:sp>
      <p:sp>
        <p:nvSpPr>
          <p:cNvPr id="1417" name="line1417"/>
          <p:cNvSpPr/>
          <p:nvPr/>
        </p:nvSpPr>
        <p:spPr>
          <a:xfrm>
            <a:off x="1911134" y="5460483"/>
            <a:ext cx="81763" cy="32605"/>
          </a:xfrm>
          <a:prstGeom prst="line">
            <a:avLst/>
          </a:prstGeom>
          <a:noFill/>
          <a:ln w="15875">
            <a:solidFill>
              <a:srgbClr val="D96CB5"/>
            </a:solidFill>
            <a:prstDash val="solid"/>
          </a:ln>
        </p:spPr>
        <p:txBody>
          <a:bodyPr/>
          <a:lstStyle/>
          <a:p>
            <a:endParaRPr lang="uk-UA"/>
          </a:p>
        </p:txBody>
      </p:sp>
      <p:sp>
        <p:nvSpPr>
          <p:cNvPr id="1418" name="line1418"/>
          <p:cNvSpPr/>
          <p:nvPr/>
        </p:nvSpPr>
        <p:spPr>
          <a:xfrm>
            <a:off x="1992897" y="5493088"/>
            <a:ext cx="81763" cy="32605"/>
          </a:xfrm>
          <a:prstGeom prst="line">
            <a:avLst/>
          </a:prstGeom>
          <a:noFill/>
          <a:ln w="15875">
            <a:solidFill>
              <a:srgbClr val="D96CB5"/>
            </a:solidFill>
            <a:prstDash val="solid"/>
          </a:ln>
        </p:spPr>
        <p:txBody>
          <a:bodyPr/>
          <a:lstStyle/>
          <a:p>
            <a:endParaRPr lang="uk-UA"/>
          </a:p>
        </p:txBody>
      </p:sp>
      <p:sp>
        <p:nvSpPr>
          <p:cNvPr id="1419" name="line1419"/>
          <p:cNvSpPr/>
          <p:nvPr/>
        </p:nvSpPr>
        <p:spPr>
          <a:xfrm>
            <a:off x="2074659" y="5525693"/>
            <a:ext cx="81763" cy="16302"/>
          </a:xfrm>
          <a:prstGeom prst="line">
            <a:avLst/>
          </a:prstGeom>
          <a:noFill/>
          <a:ln w="15875">
            <a:solidFill>
              <a:srgbClr val="D96CB5"/>
            </a:solidFill>
            <a:prstDash val="solid"/>
          </a:ln>
        </p:spPr>
        <p:txBody>
          <a:bodyPr/>
          <a:lstStyle/>
          <a:p>
            <a:endParaRPr lang="uk-UA"/>
          </a:p>
        </p:txBody>
      </p:sp>
      <p:sp>
        <p:nvSpPr>
          <p:cNvPr id="1420" name="line1420"/>
          <p:cNvSpPr/>
          <p:nvPr/>
        </p:nvSpPr>
        <p:spPr>
          <a:xfrm>
            <a:off x="2156422" y="5541996"/>
            <a:ext cx="81763" cy="21737"/>
          </a:xfrm>
          <a:prstGeom prst="line">
            <a:avLst/>
          </a:prstGeom>
          <a:noFill/>
          <a:ln w="15875">
            <a:solidFill>
              <a:srgbClr val="D96CB5"/>
            </a:solidFill>
            <a:prstDash val="solid"/>
          </a:ln>
        </p:spPr>
        <p:txBody>
          <a:bodyPr/>
          <a:lstStyle/>
          <a:p>
            <a:endParaRPr lang="uk-UA"/>
          </a:p>
        </p:txBody>
      </p:sp>
      <p:sp>
        <p:nvSpPr>
          <p:cNvPr id="1421" name="line1421"/>
          <p:cNvSpPr/>
          <p:nvPr/>
        </p:nvSpPr>
        <p:spPr>
          <a:xfrm flipV="1">
            <a:off x="2238185" y="5536561"/>
            <a:ext cx="81763" cy="27171"/>
          </a:xfrm>
          <a:prstGeom prst="line">
            <a:avLst/>
          </a:prstGeom>
          <a:noFill/>
          <a:ln w="15875">
            <a:solidFill>
              <a:srgbClr val="D96CB5"/>
            </a:solidFill>
            <a:prstDash val="solid"/>
          </a:ln>
        </p:spPr>
        <p:txBody>
          <a:bodyPr/>
          <a:lstStyle/>
          <a:p>
            <a:endParaRPr lang="uk-UA"/>
          </a:p>
        </p:txBody>
      </p:sp>
      <p:sp>
        <p:nvSpPr>
          <p:cNvPr id="1422" name="line1422"/>
          <p:cNvSpPr/>
          <p:nvPr/>
        </p:nvSpPr>
        <p:spPr>
          <a:xfrm flipV="1">
            <a:off x="2319947" y="5471352"/>
            <a:ext cx="81763" cy="65210"/>
          </a:xfrm>
          <a:prstGeom prst="line">
            <a:avLst/>
          </a:prstGeom>
          <a:noFill/>
          <a:ln w="15875">
            <a:solidFill>
              <a:srgbClr val="D96CB5"/>
            </a:solidFill>
            <a:prstDash val="solid"/>
          </a:ln>
        </p:spPr>
        <p:txBody>
          <a:bodyPr/>
          <a:lstStyle/>
          <a:p>
            <a:endParaRPr lang="uk-UA"/>
          </a:p>
        </p:txBody>
      </p:sp>
      <p:sp>
        <p:nvSpPr>
          <p:cNvPr id="1423" name="line1423"/>
          <p:cNvSpPr/>
          <p:nvPr/>
        </p:nvSpPr>
        <p:spPr>
          <a:xfrm flipV="1">
            <a:off x="2401710" y="5373537"/>
            <a:ext cx="81763" cy="97815"/>
          </a:xfrm>
          <a:prstGeom prst="line">
            <a:avLst/>
          </a:prstGeom>
          <a:noFill/>
          <a:ln w="15875">
            <a:solidFill>
              <a:srgbClr val="D96CB5"/>
            </a:solidFill>
            <a:prstDash val="solid"/>
          </a:ln>
        </p:spPr>
        <p:txBody>
          <a:bodyPr/>
          <a:lstStyle/>
          <a:p>
            <a:endParaRPr lang="uk-UA"/>
          </a:p>
        </p:txBody>
      </p:sp>
      <p:sp>
        <p:nvSpPr>
          <p:cNvPr id="1424" name="line1424"/>
          <p:cNvSpPr/>
          <p:nvPr/>
        </p:nvSpPr>
        <p:spPr>
          <a:xfrm flipV="1">
            <a:off x="2483472" y="5302893"/>
            <a:ext cx="81763" cy="70644"/>
          </a:xfrm>
          <a:prstGeom prst="line">
            <a:avLst/>
          </a:prstGeom>
          <a:noFill/>
          <a:ln w="15875">
            <a:solidFill>
              <a:srgbClr val="D96CB5"/>
            </a:solidFill>
            <a:prstDash val="solid"/>
          </a:ln>
        </p:spPr>
        <p:txBody>
          <a:bodyPr/>
          <a:lstStyle/>
          <a:p>
            <a:endParaRPr lang="uk-UA"/>
          </a:p>
        </p:txBody>
      </p:sp>
      <p:sp>
        <p:nvSpPr>
          <p:cNvPr id="1425" name="line1425"/>
          <p:cNvSpPr/>
          <p:nvPr/>
        </p:nvSpPr>
        <p:spPr>
          <a:xfrm flipV="1">
            <a:off x="2565235" y="5253986"/>
            <a:ext cx="81763" cy="48907"/>
          </a:xfrm>
          <a:prstGeom prst="line">
            <a:avLst/>
          </a:prstGeom>
          <a:noFill/>
          <a:ln w="15875">
            <a:solidFill>
              <a:srgbClr val="D96CB5"/>
            </a:solidFill>
            <a:prstDash val="solid"/>
          </a:ln>
        </p:spPr>
        <p:txBody>
          <a:bodyPr/>
          <a:lstStyle/>
          <a:p>
            <a:endParaRPr lang="uk-UA"/>
          </a:p>
        </p:txBody>
      </p:sp>
      <p:sp>
        <p:nvSpPr>
          <p:cNvPr id="1426" name="line1426"/>
          <p:cNvSpPr/>
          <p:nvPr/>
        </p:nvSpPr>
        <p:spPr>
          <a:xfrm flipV="1">
            <a:off x="2646998" y="5237683"/>
            <a:ext cx="81763" cy="16302"/>
          </a:xfrm>
          <a:prstGeom prst="line">
            <a:avLst/>
          </a:prstGeom>
          <a:noFill/>
          <a:ln w="15875">
            <a:solidFill>
              <a:srgbClr val="D96CB5"/>
            </a:solidFill>
            <a:prstDash val="solid"/>
          </a:ln>
        </p:spPr>
        <p:txBody>
          <a:bodyPr/>
          <a:lstStyle/>
          <a:p>
            <a:endParaRPr lang="uk-UA"/>
          </a:p>
        </p:txBody>
      </p:sp>
      <p:sp>
        <p:nvSpPr>
          <p:cNvPr id="1427" name="line1427"/>
          <p:cNvSpPr/>
          <p:nvPr/>
        </p:nvSpPr>
        <p:spPr>
          <a:xfrm flipV="1">
            <a:off x="2728760" y="5161605"/>
            <a:ext cx="81763" cy="76078"/>
          </a:xfrm>
          <a:prstGeom prst="line">
            <a:avLst/>
          </a:prstGeom>
          <a:noFill/>
          <a:ln w="15875">
            <a:solidFill>
              <a:srgbClr val="D96CB5"/>
            </a:solidFill>
            <a:prstDash val="solid"/>
          </a:ln>
        </p:spPr>
        <p:txBody>
          <a:bodyPr/>
          <a:lstStyle/>
          <a:p>
            <a:endParaRPr lang="uk-UA"/>
          </a:p>
        </p:txBody>
      </p:sp>
      <p:sp>
        <p:nvSpPr>
          <p:cNvPr id="1428" name="line1428"/>
          <p:cNvSpPr/>
          <p:nvPr/>
        </p:nvSpPr>
        <p:spPr>
          <a:xfrm flipV="1">
            <a:off x="2810523" y="5150737"/>
            <a:ext cx="81763" cy="10868"/>
          </a:xfrm>
          <a:prstGeom prst="line">
            <a:avLst/>
          </a:prstGeom>
          <a:noFill/>
          <a:ln w="15875">
            <a:solidFill>
              <a:srgbClr val="D96CB5"/>
            </a:solidFill>
            <a:prstDash val="solid"/>
          </a:ln>
        </p:spPr>
        <p:txBody>
          <a:bodyPr/>
          <a:lstStyle/>
          <a:p>
            <a:endParaRPr lang="uk-UA"/>
          </a:p>
        </p:txBody>
      </p:sp>
      <p:sp>
        <p:nvSpPr>
          <p:cNvPr id="1429" name="line1429"/>
          <p:cNvSpPr/>
          <p:nvPr/>
        </p:nvSpPr>
        <p:spPr>
          <a:xfrm>
            <a:off x="2892285" y="5150737"/>
            <a:ext cx="81763" cy="10868"/>
          </a:xfrm>
          <a:prstGeom prst="line">
            <a:avLst/>
          </a:prstGeom>
          <a:noFill/>
          <a:ln w="15875">
            <a:solidFill>
              <a:srgbClr val="D96CB5"/>
            </a:solidFill>
            <a:prstDash val="solid"/>
          </a:ln>
        </p:spPr>
        <p:txBody>
          <a:bodyPr/>
          <a:lstStyle/>
          <a:p>
            <a:endParaRPr lang="uk-UA"/>
          </a:p>
        </p:txBody>
      </p:sp>
      <p:sp>
        <p:nvSpPr>
          <p:cNvPr id="1430" name="line1430"/>
          <p:cNvSpPr/>
          <p:nvPr/>
        </p:nvSpPr>
        <p:spPr>
          <a:xfrm>
            <a:off x="2974048" y="5161605"/>
            <a:ext cx="81763" cy="27171"/>
          </a:xfrm>
          <a:prstGeom prst="line">
            <a:avLst/>
          </a:prstGeom>
          <a:noFill/>
          <a:ln w="15875">
            <a:solidFill>
              <a:srgbClr val="D96CB5"/>
            </a:solidFill>
            <a:prstDash val="solid"/>
          </a:ln>
        </p:spPr>
        <p:txBody>
          <a:bodyPr/>
          <a:lstStyle/>
          <a:p>
            <a:endParaRPr lang="uk-UA"/>
          </a:p>
        </p:txBody>
      </p:sp>
      <p:sp>
        <p:nvSpPr>
          <p:cNvPr id="1431" name="line1431"/>
          <p:cNvSpPr/>
          <p:nvPr/>
        </p:nvSpPr>
        <p:spPr>
          <a:xfrm>
            <a:off x="3055811" y="5188776"/>
            <a:ext cx="81763" cy="32605"/>
          </a:xfrm>
          <a:prstGeom prst="line">
            <a:avLst/>
          </a:prstGeom>
          <a:noFill/>
          <a:ln w="15875">
            <a:solidFill>
              <a:srgbClr val="D96CB5"/>
            </a:solidFill>
            <a:prstDash val="solid"/>
          </a:ln>
        </p:spPr>
        <p:txBody>
          <a:bodyPr/>
          <a:lstStyle/>
          <a:p>
            <a:endParaRPr lang="uk-UA"/>
          </a:p>
        </p:txBody>
      </p:sp>
      <p:sp>
        <p:nvSpPr>
          <p:cNvPr id="1432" name="line1432"/>
          <p:cNvSpPr/>
          <p:nvPr/>
        </p:nvSpPr>
        <p:spPr>
          <a:xfrm>
            <a:off x="3137573" y="5221381"/>
            <a:ext cx="81763" cy="0"/>
          </a:xfrm>
          <a:prstGeom prst="line">
            <a:avLst/>
          </a:prstGeom>
          <a:noFill/>
          <a:ln w="15875">
            <a:solidFill>
              <a:srgbClr val="D96CB5"/>
            </a:solidFill>
            <a:prstDash val="solid"/>
          </a:ln>
        </p:spPr>
        <p:txBody>
          <a:bodyPr/>
          <a:lstStyle/>
          <a:p>
            <a:endParaRPr lang="uk-UA"/>
          </a:p>
        </p:txBody>
      </p:sp>
      <p:sp>
        <p:nvSpPr>
          <p:cNvPr id="1433" name="line1433"/>
          <p:cNvSpPr/>
          <p:nvPr/>
        </p:nvSpPr>
        <p:spPr>
          <a:xfrm>
            <a:off x="3219336" y="5221381"/>
            <a:ext cx="81763" cy="59776"/>
          </a:xfrm>
          <a:prstGeom prst="line">
            <a:avLst/>
          </a:prstGeom>
          <a:noFill/>
          <a:ln w="15875">
            <a:solidFill>
              <a:srgbClr val="D96CB5"/>
            </a:solidFill>
            <a:prstDash val="solid"/>
          </a:ln>
        </p:spPr>
        <p:txBody>
          <a:bodyPr/>
          <a:lstStyle/>
          <a:p>
            <a:endParaRPr lang="uk-UA"/>
          </a:p>
        </p:txBody>
      </p:sp>
      <p:sp>
        <p:nvSpPr>
          <p:cNvPr id="1434" name="line1434"/>
          <p:cNvSpPr/>
          <p:nvPr/>
        </p:nvSpPr>
        <p:spPr>
          <a:xfrm>
            <a:off x="3301098" y="5281156"/>
            <a:ext cx="81763" cy="97815"/>
          </a:xfrm>
          <a:prstGeom prst="line">
            <a:avLst/>
          </a:prstGeom>
          <a:noFill/>
          <a:ln w="15875">
            <a:solidFill>
              <a:srgbClr val="D96CB5"/>
            </a:solidFill>
            <a:prstDash val="solid"/>
          </a:ln>
        </p:spPr>
        <p:txBody>
          <a:bodyPr/>
          <a:lstStyle/>
          <a:p>
            <a:endParaRPr lang="uk-UA"/>
          </a:p>
        </p:txBody>
      </p:sp>
      <p:sp>
        <p:nvSpPr>
          <p:cNvPr id="1435" name="line1435"/>
          <p:cNvSpPr/>
          <p:nvPr/>
        </p:nvSpPr>
        <p:spPr>
          <a:xfrm>
            <a:off x="3382861" y="5378971"/>
            <a:ext cx="81763" cy="59776"/>
          </a:xfrm>
          <a:prstGeom prst="line">
            <a:avLst/>
          </a:prstGeom>
          <a:noFill/>
          <a:ln w="15875">
            <a:solidFill>
              <a:srgbClr val="D96CB5"/>
            </a:solidFill>
            <a:prstDash val="solid"/>
          </a:ln>
        </p:spPr>
        <p:txBody>
          <a:bodyPr/>
          <a:lstStyle/>
          <a:p>
            <a:endParaRPr lang="uk-UA"/>
          </a:p>
        </p:txBody>
      </p:sp>
      <p:sp>
        <p:nvSpPr>
          <p:cNvPr id="1436" name="line1436"/>
          <p:cNvSpPr/>
          <p:nvPr/>
        </p:nvSpPr>
        <p:spPr>
          <a:xfrm>
            <a:off x="3464624" y="5438747"/>
            <a:ext cx="81763" cy="16302"/>
          </a:xfrm>
          <a:prstGeom prst="line">
            <a:avLst/>
          </a:prstGeom>
          <a:noFill/>
          <a:ln w="15875">
            <a:solidFill>
              <a:srgbClr val="D96CB5"/>
            </a:solidFill>
            <a:prstDash val="solid"/>
          </a:ln>
        </p:spPr>
        <p:txBody>
          <a:bodyPr/>
          <a:lstStyle/>
          <a:p>
            <a:endParaRPr lang="uk-UA"/>
          </a:p>
        </p:txBody>
      </p:sp>
      <p:sp>
        <p:nvSpPr>
          <p:cNvPr id="1437" name="line1437"/>
          <p:cNvSpPr/>
          <p:nvPr/>
        </p:nvSpPr>
        <p:spPr>
          <a:xfrm>
            <a:off x="3546386" y="5455049"/>
            <a:ext cx="81763" cy="43473"/>
          </a:xfrm>
          <a:prstGeom prst="line">
            <a:avLst/>
          </a:prstGeom>
          <a:noFill/>
          <a:ln w="15875">
            <a:solidFill>
              <a:srgbClr val="D96CB5"/>
            </a:solidFill>
            <a:prstDash val="solid"/>
          </a:ln>
        </p:spPr>
        <p:txBody>
          <a:bodyPr/>
          <a:lstStyle/>
          <a:p>
            <a:endParaRPr lang="uk-UA"/>
          </a:p>
        </p:txBody>
      </p:sp>
      <p:sp>
        <p:nvSpPr>
          <p:cNvPr id="1438" name="line1438"/>
          <p:cNvSpPr/>
          <p:nvPr/>
        </p:nvSpPr>
        <p:spPr>
          <a:xfrm>
            <a:off x="3628149" y="5498522"/>
            <a:ext cx="81763" cy="65210"/>
          </a:xfrm>
          <a:prstGeom prst="line">
            <a:avLst/>
          </a:prstGeom>
          <a:noFill/>
          <a:ln w="15875">
            <a:solidFill>
              <a:srgbClr val="D96CB5"/>
            </a:solidFill>
            <a:prstDash val="solid"/>
          </a:ln>
        </p:spPr>
        <p:txBody>
          <a:bodyPr/>
          <a:lstStyle/>
          <a:p>
            <a:endParaRPr lang="uk-UA"/>
          </a:p>
        </p:txBody>
      </p:sp>
      <p:sp>
        <p:nvSpPr>
          <p:cNvPr id="1439" name="line1439"/>
          <p:cNvSpPr/>
          <p:nvPr/>
        </p:nvSpPr>
        <p:spPr>
          <a:xfrm>
            <a:off x="3709911" y="5563732"/>
            <a:ext cx="81763" cy="21737"/>
          </a:xfrm>
          <a:prstGeom prst="line">
            <a:avLst/>
          </a:prstGeom>
          <a:noFill/>
          <a:ln w="15875">
            <a:solidFill>
              <a:srgbClr val="D96CB5"/>
            </a:solidFill>
            <a:prstDash val="solid"/>
          </a:ln>
        </p:spPr>
        <p:txBody>
          <a:bodyPr/>
          <a:lstStyle/>
          <a:p>
            <a:endParaRPr lang="uk-UA"/>
          </a:p>
        </p:txBody>
      </p:sp>
      <p:sp>
        <p:nvSpPr>
          <p:cNvPr id="1440" name="line1440"/>
          <p:cNvSpPr/>
          <p:nvPr/>
        </p:nvSpPr>
        <p:spPr>
          <a:xfrm>
            <a:off x="3791674" y="5585469"/>
            <a:ext cx="81763" cy="10868"/>
          </a:xfrm>
          <a:prstGeom prst="line">
            <a:avLst/>
          </a:prstGeom>
          <a:noFill/>
          <a:ln w="15875">
            <a:solidFill>
              <a:srgbClr val="D96CB5"/>
            </a:solidFill>
            <a:prstDash val="solid"/>
          </a:ln>
        </p:spPr>
        <p:txBody>
          <a:bodyPr/>
          <a:lstStyle/>
          <a:p>
            <a:endParaRPr lang="uk-UA"/>
          </a:p>
        </p:txBody>
      </p:sp>
      <p:sp>
        <p:nvSpPr>
          <p:cNvPr id="1441" name="line1441"/>
          <p:cNvSpPr/>
          <p:nvPr/>
        </p:nvSpPr>
        <p:spPr>
          <a:xfrm>
            <a:off x="3873437" y="5596337"/>
            <a:ext cx="81763" cy="5434"/>
          </a:xfrm>
          <a:prstGeom prst="line">
            <a:avLst/>
          </a:prstGeom>
          <a:noFill/>
          <a:ln w="15875">
            <a:solidFill>
              <a:srgbClr val="D96CB5"/>
            </a:solidFill>
            <a:prstDash val="solid"/>
          </a:ln>
        </p:spPr>
        <p:txBody>
          <a:bodyPr/>
          <a:lstStyle/>
          <a:p>
            <a:endParaRPr lang="uk-UA"/>
          </a:p>
        </p:txBody>
      </p:sp>
      <p:sp>
        <p:nvSpPr>
          <p:cNvPr id="1442" name="line1442"/>
          <p:cNvSpPr/>
          <p:nvPr/>
        </p:nvSpPr>
        <p:spPr>
          <a:xfrm>
            <a:off x="3955199" y="5601771"/>
            <a:ext cx="81763" cy="27171"/>
          </a:xfrm>
          <a:prstGeom prst="line">
            <a:avLst/>
          </a:prstGeom>
          <a:noFill/>
          <a:ln w="15875">
            <a:solidFill>
              <a:srgbClr val="D96CB5"/>
            </a:solidFill>
            <a:prstDash val="solid"/>
          </a:ln>
        </p:spPr>
        <p:txBody>
          <a:bodyPr/>
          <a:lstStyle/>
          <a:p>
            <a:endParaRPr lang="uk-UA"/>
          </a:p>
        </p:txBody>
      </p:sp>
      <p:sp>
        <p:nvSpPr>
          <p:cNvPr id="1443" name="line1443"/>
          <p:cNvSpPr/>
          <p:nvPr/>
        </p:nvSpPr>
        <p:spPr>
          <a:xfrm>
            <a:off x="4036962" y="5628942"/>
            <a:ext cx="81763" cy="16302"/>
          </a:xfrm>
          <a:prstGeom prst="line">
            <a:avLst/>
          </a:prstGeom>
          <a:noFill/>
          <a:ln w="15875">
            <a:solidFill>
              <a:srgbClr val="D96CB5"/>
            </a:solidFill>
            <a:prstDash val="solid"/>
          </a:ln>
        </p:spPr>
        <p:txBody>
          <a:bodyPr/>
          <a:lstStyle/>
          <a:p>
            <a:endParaRPr lang="uk-UA"/>
          </a:p>
        </p:txBody>
      </p:sp>
      <p:sp>
        <p:nvSpPr>
          <p:cNvPr id="1444" name="line1444"/>
          <p:cNvSpPr/>
          <p:nvPr/>
        </p:nvSpPr>
        <p:spPr>
          <a:xfrm flipV="1">
            <a:off x="4118724" y="5634376"/>
            <a:ext cx="81763" cy="10868"/>
          </a:xfrm>
          <a:prstGeom prst="line">
            <a:avLst/>
          </a:prstGeom>
          <a:noFill/>
          <a:ln w="15875">
            <a:solidFill>
              <a:srgbClr val="D96CB5"/>
            </a:solidFill>
            <a:prstDash val="solid"/>
          </a:ln>
        </p:spPr>
        <p:txBody>
          <a:bodyPr/>
          <a:lstStyle/>
          <a:p>
            <a:endParaRPr lang="uk-UA"/>
          </a:p>
        </p:txBody>
      </p:sp>
      <p:sp>
        <p:nvSpPr>
          <p:cNvPr id="1445" name="line1445"/>
          <p:cNvSpPr/>
          <p:nvPr/>
        </p:nvSpPr>
        <p:spPr>
          <a:xfrm flipV="1">
            <a:off x="4200487" y="5563732"/>
            <a:ext cx="81763" cy="70644"/>
          </a:xfrm>
          <a:prstGeom prst="line">
            <a:avLst/>
          </a:prstGeom>
          <a:noFill/>
          <a:ln w="15875">
            <a:solidFill>
              <a:srgbClr val="D96CB5"/>
            </a:solidFill>
            <a:prstDash val="solid"/>
          </a:ln>
        </p:spPr>
        <p:txBody>
          <a:bodyPr/>
          <a:lstStyle/>
          <a:p>
            <a:endParaRPr lang="uk-UA"/>
          </a:p>
        </p:txBody>
      </p:sp>
      <p:sp>
        <p:nvSpPr>
          <p:cNvPr id="1446" name="line1446"/>
          <p:cNvSpPr/>
          <p:nvPr/>
        </p:nvSpPr>
        <p:spPr>
          <a:xfrm flipV="1">
            <a:off x="4282250" y="5471352"/>
            <a:ext cx="81763" cy="92381"/>
          </a:xfrm>
          <a:prstGeom prst="line">
            <a:avLst/>
          </a:prstGeom>
          <a:noFill/>
          <a:ln w="15875">
            <a:solidFill>
              <a:srgbClr val="D96CB5"/>
            </a:solidFill>
            <a:prstDash val="solid"/>
          </a:ln>
        </p:spPr>
        <p:txBody>
          <a:bodyPr/>
          <a:lstStyle/>
          <a:p>
            <a:endParaRPr lang="uk-UA"/>
          </a:p>
        </p:txBody>
      </p:sp>
      <p:sp>
        <p:nvSpPr>
          <p:cNvPr id="1447" name="line1447"/>
          <p:cNvSpPr/>
          <p:nvPr/>
        </p:nvSpPr>
        <p:spPr>
          <a:xfrm flipV="1">
            <a:off x="4364012" y="5340932"/>
            <a:ext cx="81763" cy="130420"/>
          </a:xfrm>
          <a:prstGeom prst="line">
            <a:avLst/>
          </a:prstGeom>
          <a:noFill/>
          <a:ln w="15875">
            <a:solidFill>
              <a:srgbClr val="D96CB5"/>
            </a:solidFill>
            <a:prstDash val="solid"/>
          </a:ln>
        </p:spPr>
        <p:txBody>
          <a:bodyPr/>
          <a:lstStyle/>
          <a:p>
            <a:endParaRPr lang="uk-UA"/>
          </a:p>
        </p:txBody>
      </p:sp>
      <p:sp>
        <p:nvSpPr>
          <p:cNvPr id="1448" name="line1448"/>
          <p:cNvSpPr/>
          <p:nvPr/>
        </p:nvSpPr>
        <p:spPr>
          <a:xfrm flipV="1">
            <a:off x="4445775" y="5215947"/>
            <a:ext cx="81763" cy="124985"/>
          </a:xfrm>
          <a:prstGeom prst="line">
            <a:avLst/>
          </a:prstGeom>
          <a:noFill/>
          <a:ln w="15875">
            <a:solidFill>
              <a:srgbClr val="D96CB5"/>
            </a:solidFill>
            <a:prstDash val="solid"/>
          </a:ln>
        </p:spPr>
        <p:txBody>
          <a:bodyPr/>
          <a:lstStyle/>
          <a:p>
            <a:endParaRPr lang="uk-UA"/>
          </a:p>
        </p:txBody>
      </p:sp>
      <p:sp>
        <p:nvSpPr>
          <p:cNvPr id="1449" name="line1449"/>
          <p:cNvSpPr/>
          <p:nvPr/>
        </p:nvSpPr>
        <p:spPr>
          <a:xfrm flipV="1">
            <a:off x="4527537" y="5134434"/>
            <a:ext cx="81763" cy="81512"/>
          </a:xfrm>
          <a:prstGeom prst="line">
            <a:avLst/>
          </a:prstGeom>
          <a:noFill/>
          <a:ln w="15875">
            <a:solidFill>
              <a:srgbClr val="D96CB5"/>
            </a:solidFill>
            <a:prstDash val="solid"/>
          </a:ln>
        </p:spPr>
        <p:txBody>
          <a:bodyPr/>
          <a:lstStyle/>
          <a:p>
            <a:endParaRPr lang="uk-UA"/>
          </a:p>
        </p:txBody>
      </p:sp>
      <p:sp>
        <p:nvSpPr>
          <p:cNvPr id="1450" name="line1450"/>
          <p:cNvSpPr/>
          <p:nvPr/>
        </p:nvSpPr>
        <p:spPr>
          <a:xfrm flipV="1">
            <a:off x="4609300" y="5074659"/>
            <a:ext cx="81763" cy="59776"/>
          </a:xfrm>
          <a:prstGeom prst="line">
            <a:avLst/>
          </a:prstGeom>
          <a:noFill/>
          <a:ln w="15875">
            <a:solidFill>
              <a:srgbClr val="D96CB5"/>
            </a:solidFill>
            <a:prstDash val="solid"/>
          </a:ln>
        </p:spPr>
        <p:txBody>
          <a:bodyPr/>
          <a:lstStyle/>
          <a:p>
            <a:endParaRPr lang="uk-UA"/>
          </a:p>
        </p:txBody>
      </p:sp>
      <p:sp>
        <p:nvSpPr>
          <p:cNvPr id="1451" name="line1451"/>
          <p:cNvSpPr/>
          <p:nvPr/>
        </p:nvSpPr>
        <p:spPr>
          <a:xfrm flipV="1">
            <a:off x="4691063" y="5036620"/>
            <a:ext cx="81763" cy="38039"/>
          </a:xfrm>
          <a:prstGeom prst="line">
            <a:avLst/>
          </a:prstGeom>
          <a:noFill/>
          <a:ln w="15875">
            <a:solidFill>
              <a:srgbClr val="D96CB5"/>
            </a:solidFill>
            <a:prstDash val="solid"/>
          </a:ln>
        </p:spPr>
        <p:txBody>
          <a:bodyPr/>
          <a:lstStyle/>
          <a:p>
            <a:endParaRPr lang="uk-UA"/>
          </a:p>
        </p:txBody>
      </p:sp>
      <p:sp>
        <p:nvSpPr>
          <p:cNvPr id="1452" name="line1452"/>
          <p:cNvSpPr/>
          <p:nvPr/>
        </p:nvSpPr>
        <p:spPr>
          <a:xfrm flipV="1">
            <a:off x="4772825" y="5014883"/>
            <a:ext cx="81763" cy="21737"/>
          </a:xfrm>
          <a:prstGeom prst="line">
            <a:avLst/>
          </a:prstGeom>
          <a:noFill/>
          <a:ln w="15875">
            <a:solidFill>
              <a:srgbClr val="D96CB5"/>
            </a:solidFill>
            <a:prstDash val="solid"/>
          </a:ln>
        </p:spPr>
        <p:txBody>
          <a:bodyPr/>
          <a:lstStyle/>
          <a:p>
            <a:endParaRPr lang="uk-UA"/>
          </a:p>
        </p:txBody>
      </p:sp>
      <p:sp>
        <p:nvSpPr>
          <p:cNvPr id="1453" name="line1453"/>
          <p:cNvSpPr/>
          <p:nvPr/>
        </p:nvSpPr>
        <p:spPr>
          <a:xfrm>
            <a:off x="4854588" y="5014883"/>
            <a:ext cx="81763" cy="5434"/>
          </a:xfrm>
          <a:prstGeom prst="line">
            <a:avLst/>
          </a:prstGeom>
          <a:noFill/>
          <a:ln w="15875">
            <a:solidFill>
              <a:srgbClr val="D96CB5"/>
            </a:solidFill>
            <a:prstDash val="solid"/>
          </a:ln>
        </p:spPr>
        <p:txBody>
          <a:bodyPr/>
          <a:lstStyle/>
          <a:p>
            <a:endParaRPr lang="uk-UA"/>
          </a:p>
        </p:txBody>
      </p:sp>
      <p:sp>
        <p:nvSpPr>
          <p:cNvPr id="1454" name="line1454"/>
          <p:cNvSpPr/>
          <p:nvPr/>
        </p:nvSpPr>
        <p:spPr>
          <a:xfrm>
            <a:off x="4936350" y="5020317"/>
            <a:ext cx="81763" cy="21737"/>
          </a:xfrm>
          <a:prstGeom prst="line">
            <a:avLst/>
          </a:prstGeom>
          <a:noFill/>
          <a:ln w="15875">
            <a:solidFill>
              <a:srgbClr val="D96CB5"/>
            </a:solidFill>
            <a:prstDash val="solid"/>
          </a:ln>
        </p:spPr>
        <p:txBody>
          <a:bodyPr/>
          <a:lstStyle/>
          <a:p>
            <a:endParaRPr lang="uk-UA"/>
          </a:p>
        </p:txBody>
      </p:sp>
      <p:sp>
        <p:nvSpPr>
          <p:cNvPr id="1455" name="line1455"/>
          <p:cNvSpPr/>
          <p:nvPr/>
        </p:nvSpPr>
        <p:spPr>
          <a:xfrm>
            <a:off x="5018113" y="5042054"/>
            <a:ext cx="81763" cy="10868"/>
          </a:xfrm>
          <a:prstGeom prst="line">
            <a:avLst/>
          </a:prstGeom>
          <a:noFill/>
          <a:ln w="15875">
            <a:solidFill>
              <a:srgbClr val="D96CB5"/>
            </a:solidFill>
            <a:prstDash val="solid"/>
          </a:ln>
        </p:spPr>
        <p:txBody>
          <a:bodyPr/>
          <a:lstStyle/>
          <a:p>
            <a:endParaRPr lang="uk-UA"/>
          </a:p>
        </p:txBody>
      </p:sp>
      <p:sp>
        <p:nvSpPr>
          <p:cNvPr id="1456" name="line1456"/>
          <p:cNvSpPr/>
          <p:nvPr/>
        </p:nvSpPr>
        <p:spPr>
          <a:xfrm>
            <a:off x="5099876" y="5052922"/>
            <a:ext cx="81763" cy="27171"/>
          </a:xfrm>
          <a:prstGeom prst="line">
            <a:avLst/>
          </a:prstGeom>
          <a:noFill/>
          <a:ln w="15875">
            <a:solidFill>
              <a:srgbClr val="D96CB5"/>
            </a:solidFill>
            <a:prstDash val="solid"/>
          </a:ln>
        </p:spPr>
        <p:txBody>
          <a:bodyPr/>
          <a:lstStyle/>
          <a:p>
            <a:endParaRPr lang="uk-UA"/>
          </a:p>
        </p:txBody>
      </p:sp>
      <p:sp>
        <p:nvSpPr>
          <p:cNvPr id="1457" name="line1457"/>
          <p:cNvSpPr/>
          <p:nvPr/>
        </p:nvSpPr>
        <p:spPr>
          <a:xfrm>
            <a:off x="5181638" y="5080093"/>
            <a:ext cx="81763" cy="86946"/>
          </a:xfrm>
          <a:prstGeom prst="line">
            <a:avLst/>
          </a:prstGeom>
          <a:noFill/>
          <a:ln w="15875">
            <a:solidFill>
              <a:srgbClr val="D96CB5"/>
            </a:solidFill>
            <a:prstDash val="solid"/>
          </a:ln>
        </p:spPr>
        <p:txBody>
          <a:bodyPr/>
          <a:lstStyle/>
          <a:p>
            <a:endParaRPr lang="uk-UA"/>
          </a:p>
        </p:txBody>
      </p:sp>
      <p:sp>
        <p:nvSpPr>
          <p:cNvPr id="1458" name="line1458"/>
          <p:cNvSpPr/>
          <p:nvPr/>
        </p:nvSpPr>
        <p:spPr>
          <a:xfrm>
            <a:off x="5263401" y="5167039"/>
            <a:ext cx="81763" cy="119551"/>
          </a:xfrm>
          <a:prstGeom prst="line">
            <a:avLst/>
          </a:prstGeom>
          <a:noFill/>
          <a:ln w="15875">
            <a:solidFill>
              <a:srgbClr val="D96CB5"/>
            </a:solidFill>
            <a:prstDash val="solid"/>
          </a:ln>
        </p:spPr>
        <p:txBody>
          <a:bodyPr/>
          <a:lstStyle/>
          <a:p>
            <a:endParaRPr lang="uk-UA"/>
          </a:p>
        </p:txBody>
      </p:sp>
      <p:sp>
        <p:nvSpPr>
          <p:cNvPr id="1459" name="line1459"/>
          <p:cNvSpPr/>
          <p:nvPr/>
        </p:nvSpPr>
        <p:spPr>
          <a:xfrm>
            <a:off x="5345163" y="5286591"/>
            <a:ext cx="81763" cy="92381"/>
          </a:xfrm>
          <a:prstGeom prst="line">
            <a:avLst/>
          </a:prstGeom>
          <a:noFill/>
          <a:ln w="15875">
            <a:solidFill>
              <a:srgbClr val="D96CB5"/>
            </a:solidFill>
            <a:prstDash val="solid"/>
          </a:ln>
        </p:spPr>
        <p:txBody>
          <a:bodyPr/>
          <a:lstStyle/>
          <a:p>
            <a:endParaRPr lang="uk-UA"/>
          </a:p>
        </p:txBody>
      </p:sp>
      <p:sp>
        <p:nvSpPr>
          <p:cNvPr id="1460" name="line1460"/>
          <p:cNvSpPr/>
          <p:nvPr/>
        </p:nvSpPr>
        <p:spPr>
          <a:xfrm>
            <a:off x="5426926" y="5378971"/>
            <a:ext cx="81763" cy="59776"/>
          </a:xfrm>
          <a:prstGeom prst="line">
            <a:avLst/>
          </a:prstGeom>
          <a:noFill/>
          <a:ln w="15875">
            <a:solidFill>
              <a:srgbClr val="D96CB5"/>
            </a:solidFill>
            <a:prstDash val="solid"/>
          </a:ln>
        </p:spPr>
        <p:txBody>
          <a:bodyPr/>
          <a:lstStyle/>
          <a:p>
            <a:endParaRPr lang="uk-UA"/>
          </a:p>
        </p:txBody>
      </p:sp>
      <p:sp>
        <p:nvSpPr>
          <p:cNvPr id="1461" name="line1461"/>
          <p:cNvSpPr/>
          <p:nvPr/>
        </p:nvSpPr>
        <p:spPr>
          <a:xfrm>
            <a:off x="5508689" y="5438747"/>
            <a:ext cx="81763" cy="48907"/>
          </a:xfrm>
          <a:prstGeom prst="line">
            <a:avLst/>
          </a:prstGeom>
          <a:noFill/>
          <a:ln w="15875">
            <a:solidFill>
              <a:srgbClr val="D96CB5"/>
            </a:solidFill>
            <a:prstDash val="solid"/>
          </a:ln>
        </p:spPr>
        <p:txBody>
          <a:bodyPr/>
          <a:lstStyle/>
          <a:p>
            <a:endParaRPr lang="uk-UA"/>
          </a:p>
        </p:txBody>
      </p:sp>
      <p:sp>
        <p:nvSpPr>
          <p:cNvPr id="1462" name="line1462"/>
          <p:cNvSpPr/>
          <p:nvPr/>
        </p:nvSpPr>
        <p:spPr>
          <a:xfrm>
            <a:off x="5590451" y="5487654"/>
            <a:ext cx="81763" cy="48907"/>
          </a:xfrm>
          <a:prstGeom prst="line">
            <a:avLst/>
          </a:prstGeom>
          <a:noFill/>
          <a:ln w="15875">
            <a:solidFill>
              <a:srgbClr val="D96CB5"/>
            </a:solidFill>
            <a:prstDash val="solid"/>
          </a:ln>
        </p:spPr>
        <p:txBody>
          <a:bodyPr/>
          <a:lstStyle/>
          <a:p>
            <a:endParaRPr lang="uk-UA"/>
          </a:p>
        </p:txBody>
      </p:sp>
      <p:sp>
        <p:nvSpPr>
          <p:cNvPr id="1463" name="line1463"/>
          <p:cNvSpPr/>
          <p:nvPr/>
        </p:nvSpPr>
        <p:spPr>
          <a:xfrm>
            <a:off x="5672214" y="5536561"/>
            <a:ext cx="81763" cy="43473"/>
          </a:xfrm>
          <a:prstGeom prst="line">
            <a:avLst/>
          </a:prstGeom>
          <a:noFill/>
          <a:ln w="15875">
            <a:solidFill>
              <a:srgbClr val="D96CB5"/>
            </a:solidFill>
            <a:prstDash val="solid"/>
          </a:ln>
        </p:spPr>
        <p:txBody>
          <a:bodyPr/>
          <a:lstStyle/>
          <a:p>
            <a:endParaRPr lang="uk-UA"/>
          </a:p>
        </p:txBody>
      </p:sp>
      <p:sp>
        <p:nvSpPr>
          <p:cNvPr id="1464" name="line1464"/>
          <p:cNvSpPr/>
          <p:nvPr/>
        </p:nvSpPr>
        <p:spPr>
          <a:xfrm>
            <a:off x="5753976" y="5580035"/>
            <a:ext cx="81763" cy="32605"/>
          </a:xfrm>
          <a:prstGeom prst="line">
            <a:avLst/>
          </a:prstGeom>
          <a:noFill/>
          <a:ln w="15875">
            <a:solidFill>
              <a:srgbClr val="D96CB5"/>
            </a:solidFill>
            <a:prstDash val="solid"/>
          </a:ln>
        </p:spPr>
        <p:txBody>
          <a:bodyPr/>
          <a:lstStyle/>
          <a:p>
            <a:endParaRPr lang="uk-UA"/>
          </a:p>
        </p:txBody>
      </p:sp>
      <p:sp>
        <p:nvSpPr>
          <p:cNvPr id="1465" name="line1465"/>
          <p:cNvSpPr/>
          <p:nvPr/>
        </p:nvSpPr>
        <p:spPr>
          <a:xfrm>
            <a:off x="5835739" y="5612639"/>
            <a:ext cx="81763" cy="48907"/>
          </a:xfrm>
          <a:prstGeom prst="line">
            <a:avLst/>
          </a:prstGeom>
          <a:noFill/>
          <a:ln w="15875">
            <a:solidFill>
              <a:srgbClr val="D96CB5"/>
            </a:solidFill>
            <a:prstDash val="solid"/>
          </a:ln>
        </p:spPr>
        <p:txBody>
          <a:bodyPr/>
          <a:lstStyle/>
          <a:p>
            <a:endParaRPr lang="uk-UA"/>
          </a:p>
        </p:txBody>
      </p:sp>
      <p:sp>
        <p:nvSpPr>
          <p:cNvPr id="1466" name="line1466"/>
          <p:cNvSpPr/>
          <p:nvPr/>
        </p:nvSpPr>
        <p:spPr>
          <a:xfrm>
            <a:off x="5917502" y="5661547"/>
            <a:ext cx="81763" cy="27171"/>
          </a:xfrm>
          <a:prstGeom prst="line">
            <a:avLst/>
          </a:prstGeom>
          <a:noFill/>
          <a:ln w="15875">
            <a:solidFill>
              <a:srgbClr val="D96CB5"/>
            </a:solidFill>
            <a:prstDash val="solid"/>
          </a:ln>
        </p:spPr>
        <p:txBody>
          <a:bodyPr/>
          <a:lstStyle/>
          <a:p>
            <a:endParaRPr lang="uk-UA"/>
          </a:p>
        </p:txBody>
      </p:sp>
      <p:sp>
        <p:nvSpPr>
          <p:cNvPr id="1467" name="line1467"/>
          <p:cNvSpPr/>
          <p:nvPr/>
        </p:nvSpPr>
        <p:spPr>
          <a:xfrm>
            <a:off x="5999264" y="5688718"/>
            <a:ext cx="81763" cy="43473"/>
          </a:xfrm>
          <a:prstGeom prst="line">
            <a:avLst/>
          </a:prstGeom>
          <a:noFill/>
          <a:ln w="15875">
            <a:solidFill>
              <a:srgbClr val="D96CB5"/>
            </a:solidFill>
            <a:prstDash val="solid"/>
          </a:ln>
        </p:spPr>
        <p:txBody>
          <a:bodyPr/>
          <a:lstStyle/>
          <a:p>
            <a:endParaRPr lang="uk-UA"/>
          </a:p>
        </p:txBody>
      </p:sp>
      <p:sp>
        <p:nvSpPr>
          <p:cNvPr id="1468" name="line1468"/>
          <p:cNvSpPr/>
          <p:nvPr/>
        </p:nvSpPr>
        <p:spPr>
          <a:xfrm>
            <a:off x="6081027" y="5732191"/>
            <a:ext cx="81763" cy="38039"/>
          </a:xfrm>
          <a:prstGeom prst="line">
            <a:avLst/>
          </a:prstGeom>
          <a:noFill/>
          <a:ln w="15875">
            <a:solidFill>
              <a:srgbClr val="D96CB5"/>
            </a:solidFill>
            <a:prstDash val="solid"/>
          </a:ln>
        </p:spPr>
        <p:txBody>
          <a:bodyPr/>
          <a:lstStyle/>
          <a:p>
            <a:endParaRPr lang="uk-UA"/>
          </a:p>
        </p:txBody>
      </p:sp>
      <p:sp>
        <p:nvSpPr>
          <p:cNvPr id="1469" name="line1469"/>
          <p:cNvSpPr/>
          <p:nvPr/>
        </p:nvSpPr>
        <p:spPr>
          <a:xfrm flipV="1">
            <a:off x="6162789" y="5715888"/>
            <a:ext cx="81763" cy="54341"/>
          </a:xfrm>
          <a:prstGeom prst="line">
            <a:avLst/>
          </a:prstGeom>
          <a:noFill/>
          <a:ln w="15875">
            <a:solidFill>
              <a:srgbClr val="D96CB5"/>
            </a:solidFill>
            <a:prstDash val="solid"/>
          </a:ln>
        </p:spPr>
        <p:txBody>
          <a:bodyPr/>
          <a:lstStyle/>
          <a:p>
            <a:endParaRPr lang="uk-UA"/>
          </a:p>
        </p:txBody>
      </p:sp>
      <p:sp>
        <p:nvSpPr>
          <p:cNvPr id="1470" name="line1470"/>
          <p:cNvSpPr/>
          <p:nvPr/>
        </p:nvSpPr>
        <p:spPr>
          <a:xfrm flipV="1">
            <a:off x="6244552" y="5465917"/>
            <a:ext cx="81763" cy="249971"/>
          </a:xfrm>
          <a:prstGeom prst="line">
            <a:avLst/>
          </a:prstGeom>
          <a:noFill/>
          <a:ln w="15875">
            <a:solidFill>
              <a:srgbClr val="D96CB5"/>
            </a:solidFill>
            <a:prstDash val="solid"/>
          </a:ln>
        </p:spPr>
        <p:txBody>
          <a:bodyPr/>
          <a:lstStyle/>
          <a:p>
            <a:endParaRPr lang="uk-UA"/>
          </a:p>
        </p:txBody>
      </p:sp>
      <p:sp>
        <p:nvSpPr>
          <p:cNvPr id="1471" name="line1471"/>
          <p:cNvSpPr/>
          <p:nvPr/>
        </p:nvSpPr>
        <p:spPr>
          <a:xfrm flipV="1">
            <a:off x="6326315" y="5264854"/>
            <a:ext cx="81763" cy="201063"/>
          </a:xfrm>
          <a:prstGeom prst="line">
            <a:avLst/>
          </a:prstGeom>
          <a:noFill/>
          <a:ln w="15875">
            <a:solidFill>
              <a:srgbClr val="D96CB5"/>
            </a:solidFill>
            <a:prstDash val="solid"/>
          </a:ln>
        </p:spPr>
        <p:txBody>
          <a:bodyPr/>
          <a:lstStyle/>
          <a:p>
            <a:endParaRPr lang="uk-UA"/>
          </a:p>
        </p:txBody>
      </p:sp>
      <p:sp>
        <p:nvSpPr>
          <p:cNvPr id="1472" name="line1472"/>
          <p:cNvSpPr/>
          <p:nvPr/>
        </p:nvSpPr>
        <p:spPr>
          <a:xfrm flipV="1">
            <a:off x="6408077" y="5112698"/>
            <a:ext cx="81763" cy="152156"/>
          </a:xfrm>
          <a:prstGeom prst="line">
            <a:avLst/>
          </a:prstGeom>
          <a:noFill/>
          <a:ln w="15875">
            <a:solidFill>
              <a:srgbClr val="D96CB5"/>
            </a:solidFill>
            <a:prstDash val="solid"/>
          </a:ln>
        </p:spPr>
        <p:txBody>
          <a:bodyPr/>
          <a:lstStyle/>
          <a:p>
            <a:endParaRPr lang="uk-UA"/>
          </a:p>
        </p:txBody>
      </p:sp>
      <p:sp>
        <p:nvSpPr>
          <p:cNvPr id="1473" name="line1473"/>
          <p:cNvSpPr/>
          <p:nvPr/>
        </p:nvSpPr>
        <p:spPr>
          <a:xfrm flipV="1">
            <a:off x="6489840" y="4971410"/>
            <a:ext cx="81763" cy="141288"/>
          </a:xfrm>
          <a:prstGeom prst="line">
            <a:avLst/>
          </a:prstGeom>
          <a:noFill/>
          <a:ln w="15875">
            <a:solidFill>
              <a:srgbClr val="D96CB5"/>
            </a:solidFill>
            <a:prstDash val="solid"/>
          </a:ln>
        </p:spPr>
        <p:txBody>
          <a:bodyPr/>
          <a:lstStyle/>
          <a:p>
            <a:endParaRPr lang="uk-UA"/>
          </a:p>
        </p:txBody>
      </p:sp>
      <p:sp>
        <p:nvSpPr>
          <p:cNvPr id="1474" name="line1474"/>
          <p:cNvSpPr/>
          <p:nvPr/>
        </p:nvSpPr>
        <p:spPr>
          <a:xfrm flipV="1">
            <a:off x="6571602" y="4868161"/>
            <a:ext cx="81763" cy="103249"/>
          </a:xfrm>
          <a:prstGeom prst="line">
            <a:avLst/>
          </a:prstGeom>
          <a:noFill/>
          <a:ln w="15875">
            <a:solidFill>
              <a:srgbClr val="D96CB5"/>
            </a:solidFill>
            <a:prstDash val="solid"/>
          </a:ln>
        </p:spPr>
        <p:txBody>
          <a:bodyPr/>
          <a:lstStyle/>
          <a:p>
            <a:endParaRPr lang="uk-UA"/>
          </a:p>
        </p:txBody>
      </p:sp>
      <p:sp>
        <p:nvSpPr>
          <p:cNvPr id="1475" name="line1475"/>
          <p:cNvSpPr/>
          <p:nvPr/>
        </p:nvSpPr>
        <p:spPr>
          <a:xfrm flipV="1">
            <a:off x="6653365" y="4819254"/>
            <a:ext cx="81763" cy="48907"/>
          </a:xfrm>
          <a:prstGeom prst="line">
            <a:avLst/>
          </a:prstGeom>
          <a:noFill/>
          <a:ln w="15875">
            <a:solidFill>
              <a:srgbClr val="D96CB5"/>
            </a:solidFill>
            <a:prstDash val="solid"/>
          </a:ln>
        </p:spPr>
        <p:txBody>
          <a:bodyPr/>
          <a:lstStyle/>
          <a:p>
            <a:endParaRPr lang="uk-UA"/>
          </a:p>
        </p:txBody>
      </p:sp>
      <p:sp>
        <p:nvSpPr>
          <p:cNvPr id="1476" name="line1476"/>
          <p:cNvSpPr/>
          <p:nvPr/>
        </p:nvSpPr>
        <p:spPr>
          <a:xfrm flipV="1">
            <a:off x="6735128" y="4802951"/>
            <a:ext cx="81763" cy="16302"/>
          </a:xfrm>
          <a:prstGeom prst="line">
            <a:avLst/>
          </a:prstGeom>
          <a:noFill/>
          <a:ln w="15875">
            <a:solidFill>
              <a:srgbClr val="D96CB5"/>
            </a:solidFill>
            <a:prstDash val="solid"/>
          </a:ln>
        </p:spPr>
        <p:txBody>
          <a:bodyPr/>
          <a:lstStyle/>
          <a:p>
            <a:endParaRPr lang="uk-UA"/>
          </a:p>
        </p:txBody>
      </p:sp>
      <p:sp>
        <p:nvSpPr>
          <p:cNvPr id="1477" name="line1477"/>
          <p:cNvSpPr/>
          <p:nvPr/>
        </p:nvSpPr>
        <p:spPr>
          <a:xfrm>
            <a:off x="6816890" y="4802951"/>
            <a:ext cx="81763" cy="5434"/>
          </a:xfrm>
          <a:prstGeom prst="line">
            <a:avLst/>
          </a:prstGeom>
          <a:noFill/>
          <a:ln w="15875">
            <a:solidFill>
              <a:srgbClr val="D96CB5"/>
            </a:solidFill>
            <a:prstDash val="solid"/>
          </a:ln>
        </p:spPr>
        <p:txBody>
          <a:bodyPr/>
          <a:lstStyle/>
          <a:p>
            <a:endParaRPr lang="uk-UA"/>
          </a:p>
        </p:txBody>
      </p:sp>
      <p:sp>
        <p:nvSpPr>
          <p:cNvPr id="1478" name="line1478"/>
          <p:cNvSpPr/>
          <p:nvPr/>
        </p:nvSpPr>
        <p:spPr>
          <a:xfrm>
            <a:off x="6898653" y="4808385"/>
            <a:ext cx="81763" cy="5434"/>
          </a:xfrm>
          <a:prstGeom prst="line">
            <a:avLst/>
          </a:prstGeom>
          <a:noFill/>
          <a:ln w="15875">
            <a:solidFill>
              <a:srgbClr val="D96CB5"/>
            </a:solidFill>
            <a:prstDash val="solid"/>
          </a:ln>
        </p:spPr>
        <p:txBody>
          <a:bodyPr/>
          <a:lstStyle/>
          <a:p>
            <a:endParaRPr lang="uk-UA"/>
          </a:p>
        </p:txBody>
      </p:sp>
      <p:sp>
        <p:nvSpPr>
          <p:cNvPr id="1479" name="line1479"/>
          <p:cNvSpPr/>
          <p:nvPr/>
        </p:nvSpPr>
        <p:spPr>
          <a:xfrm>
            <a:off x="6980415" y="4813820"/>
            <a:ext cx="81763" cy="0"/>
          </a:xfrm>
          <a:prstGeom prst="line">
            <a:avLst/>
          </a:prstGeom>
          <a:noFill/>
          <a:ln w="15875">
            <a:solidFill>
              <a:srgbClr val="D96CB5"/>
            </a:solidFill>
            <a:prstDash val="solid"/>
          </a:ln>
        </p:spPr>
        <p:txBody>
          <a:bodyPr/>
          <a:lstStyle/>
          <a:p>
            <a:endParaRPr lang="uk-UA"/>
          </a:p>
        </p:txBody>
      </p:sp>
      <p:sp>
        <p:nvSpPr>
          <p:cNvPr id="1480" name="line1480"/>
          <p:cNvSpPr/>
          <p:nvPr/>
        </p:nvSpPr>
        <p:spPr>
          <a:xfrm>
            <a:off x="7062178" y="4813820"/>
            <a:ext cx="81763" cy="32605"/>
          </a:xfrm>
          <a:prstGeom prst="line">
            <a:avLst/>
          </a:prstGeom>
          <a:noFill/>
          <a:ln w="15875">
            <a:solidFill>
              <a:srgbClr val="D96CB5"/>
            </a:solidFill>
            <a:prstDash val="solid"/>
          </a:ln>
        </p:spPr>
        <p:txBody>
          <a:bodyPr/>
          <a:lstStyle/>
          <a:p>
            <a:endParaRPr lang="uk-UA"/>
          </a:p>
        </p:txBody>
      </p:sp>
      <p:sp>
        <p:nvSpPr>
          <p:cNvPr id="1481" name="line1481"/>
          <p:cNvSpPr/>
          <p:nvPr/>
        </p:nvSpPr>
        <p:spPr>
          <a:xfrm>
            <a:off x="7143941" y="4846425"/>
            <a:ext cx="81763" cy="81512"/>
          </a:xfrm>
          <a:prstGeom prst="line">
            <a:avLst/>
          </a:prstGeom>
          <a:noFill/>
          <a:ln w="15875">
            <a:solidFill>
              <a:srgbClr val="D96CB5"/>
            </a:solidFill>
            <a:prstDash val="solid"/>
          </a:ln>
        </p:spPr>
        <p:txBody>
          <a:bodyPr/>
          <a:lstStyle/>
          <a:p>
            <a:endParaRPr lang="uk-UA"/>
          </a:p>
        </p:txBody>
      </p:sp>
      <p:sp>
        <p:nvSpPr>
          <p:cNvPr id="1482" name="line1482"/>
          <p:cNvSpPr/>
          <p:nvPr/>
        </p:nvSpPr>
        <p:spPr>
          <a:xfrm>
            <a:off x="7225703" y="4927937"/>
            <a:ext cx="81763" cy="124985"/>
          </a:xfrm>
          <a:prstGeom prst="line">
            <a:avLst/>
          </a:prstGeom>
          <a:noFill/>
          <a:ln w="15875">
            <a:solidFill>
              <a:srgbClr val="D96CB5"/>
            </a:solidFill>
            <a:prstDash val="solid"/>
          </a:ln>
        </p:spPr>
        <p:txBody>
          <a:bodyPr/>
          <a:lstStyle/>
          <a:p>
            <a:endParaRPr lang="uk-UA"/>
          </a:p>
        </p:txBody>
      </p:sp>
      <p:sp>
        <p:nvSpPr>
          <p:cNvPr id="1483" name="line1483"/>
          <p:cNvSpPr/>
          <p:nvPr/>
        </p:nvSpPr>
        <p:spPr>
          <a:xfrm>
            <a:off x="7307466" y="5052922"/>
            <a:ext cx="81763" cy="114117"/>
          </a:xfrm>
          <a:prstGeom prst="line">
            <a:avLst/>
          </a:prstGeom>
          <a:noFill/>
          <a:ln w="15875">
            <a:solidFill>
              <a:srgbClr val="D96CB5"/>
            </a:solidFill>
            <a:prstDash val="solid"/>
          </a:ln>
        </p:spPr>
        <p:txBody>
          <a:bodyPr/>
          <a:lstStyle/>
          <a:p>
            <a:endParaRPr lang="uk-UA"/>
          </a:p>
        </p:txBody>
      </p:sp>
      <p:sp>
        <p:nvSpPr>
          <p:cNvPr id="1484" name="line1484"/>
          <p:cNvSpPr/>
          <p:nvPr/>
        </p:nvSpPr>
        <p:spPr>
          <a:xfrm>
            <a:off x="7389228" y="5167039"/>
            <a:ext cx="81763" cy="76078"/>
          </a:xfrm>
          <a:prstGeom prst="line">
            <a:avLst/>
          </a:prstGeom>
          <a:noFill/>
          <a:ln w="15875">
            <a:solidFill>
              <a:srgbClr val="D96CB5"/>
            </a:solidFill>
            <a:prstDash val="solid"/>
          </a:ln>
        </p:spPr>
        <p:txBody>
          <a:bodyPr/>
          <a:lstStyle/>
          <a:p>
            <a:endParaRPr lang="uk-UA"/>
          </a:p>
        </p:txBody>
      </p:sp>
      <p:sp>
        <p:nvSpPr>
          <p:cNvPr id="1485" name="line1485"/>
          <p:cNvSpPr/>
          <p:nvPr/>
        </p:nvSpPr>
        <p:spPr>
          <a:xfrm>
            <a:off x="7470991" y="5243117"/>
            <a:ext cx="81763" cy="59776"/>
          </a:xfrm>
          <a:prstGeom prst="line">
            <a:avLst/>
          </a:prstGeom>
          <a:noFill/>
          <a:ln w="15875">
            <a:solidFill>
              <a:srgbClr val="D96CB5"/>
            </a:solidFill>
            <a:prstDash val="solid"/>
          </a:ln>
        </p:spPr>
        <p:txBody>
          <a:bodyPr/>
          <a:lstStyle/>
          <a:p>
            <a:endParaRPr lang="uk-UA"/>
          </a:p>
        </p:txBody>
      </p:sp>
      <p:sp>
        <p:nvSpPr>
          <p:cNvPr id="1486" name="line1486"/>
          <p:cNvSpPr/>
          <p:nvPr/>
        </p:nvSpPr>
        <p:spPr>
          <a:xfrm>
            <a:off x="7552754" y="5302893"/>
            <a:ext cx="81763" cy="48907"/>
          </a:xfrm>
          <a:prstGeom prst="line">
            <a:avLst/>
          </a:prstGeom>
          <a:noFill/>
          <a:ln w="15875">
            <a:solidFill>
              <a:srgbClr val="D96CB5"/>
            </a:solidFill>
            <a:prstDash val="solid"/>
          </a:ln>
        </p:spPr>
        <p:txBody>
          <a:bodyPr/>
          <a:lstStyle/>
          <a:p>
            <a:endParaRPr lang="uk-UA"/>
          </a:p>
        </p:txBody>
      </p:sp>
      <p:sp>
        <p:nvSpPr>
          <p:cNvPr id="1487" name="line1487"/>
          <p:cNvSpPr/>
          <p:nvPr/>
        </p:nvSpPr>
        <p:spPr>
          <a:xfrm>
            <a:off x="7634516" y="5351800"/>
            <a:ext cx="81763" cy="38039"/>
          </a:xfrm>
          <a:prstGeom prst="line">
            <a:avLst/>
          </a:prstGeom>
          <a:noFill/>
          <a:ln w="15875">
            <a:solidFill>
              <a:srgbClr val="D96CB5"/>
            </a:solidFill>
            <a:prstDash val="solid"/>
          </a:ln>
        </p:spPr>
        <p:txBody>
          <a:bodyPr/>
          <a:lstStyle/>
          <a:p>
            <a:endParaRPr lang="uk-UA"/>
          </a:p>
        </p:txBody>
      </p:sp>
      <p:sp>
        <p:nvSpPr>
          <p:cNvPr id="1488" name="line1488"/>
          <p:cNvSpPr/>
          <p:nvPr/>
        </p:nvSpPr>
        <p:spPr>
          <a:xfrm>
            <a:off x="7716279" y="5389839"/>
            <a:ext cx="81763" cy="21737"/>
          </a:xfrm>
          <a:prstGeom prst="line">
            <a:avLst/>
          </a:prstGeom>
          <a:noFill/>
          <a:ln w="15875">
            <a:solidFill>
              <a:srgbClr val="D96CB5"/>
            </a:solidFill>
            <a:prstDash val="solid"/>
          </a:ln>
        </p:spPr>
        <p:txBody>
          <a:bodyPr/>
          <a:lstStyle/>
          <a:p>
            <a:endParaRPr lang="uk-UA"/>
          </a:p>
        </p:txBody>
      </p:sp>
      <p:sp>
        <p:nvSpPr>
          <p:cNvPr id="1489" name="line1489"/>
          <p:cNvSpPr/>
          <p:nvPr/>
        </p:nvSpPr>
        <p:spPr>
          <a:xfrm>
            <a:off x="7798041" y="5411576"/>
            <a:ext cx="81763" cy="21737"/>
          </a:xfrm>
          <a:prstGeom prst="line">
            <a:avLst/>
          </a:prstGeom>
          <a:noFill/>
          <a:ln w="15875">
            <a:solidFill>
              <a:srgbClr val="D96CB5"/>
            </a:solidFill>
            <a:prstDash val="solid"/>
          </a:ln>
        </p:spPr>
        <p:txBody>
          <a:bodyPr/>
          <a:lstStyle/>
          <a:p>
            <a:endParaRPr lang="uk-UA"/>
          </a:p>
        </p:txBody>
      </p:sp>
      <p:sp>
        <p:nvSpPr>
          <p:cNvPr id="1490" name="line1490"/>
          <p:cNvSpPr/>
          <p:nvPr/>
        </p:nvSpPr>
        <p:spPr>
          <a:xfrm>
            <a:off x="7879804" y="5433313"/>
            <a:ext cx="81763" cy="48907"/>
          </a:xfrm>
          <a:prstGeom prst="line">
            <a:avLst/>
          </a:prstGeom>
          <a:noFill/>
          <a:ln w="15875">
            <a:solidFill>
              <a:srgbClr val="D96CB5"/>
            </a:solidFill>
            <a:prstDash val="solid"/>
          </a:ln>
        </p:spPr>
        <p:txBody>
          <a:bodyPr/>
          <a:lstStyle/>
          <a:p>
            <a:endParaRPr lang="uk-UA"/>
          </a:p>
        </p:txBody>
      </p:sp>
      <p:sp>
        <p:nvSpPr>
          <p:cNvPr id="1491" name="line1491"/>
          <p:cNvSpPr/>
          <p:nvPr/>
        </p:nvSpPr>
        <p:spPr>
          <a:xfrm>
            <a:off x="7961567" y="5482220"/>
            <a:ext cx="81763" cy="43473"/>
          </a:xfrm>
          <a:prstGeom prst="line">
            <a:avLst/>
          </a:prstGeom>
          <a:noFill/>
          <a:ln w="15875">
            <a:solidFill>
              <a:srgbClr val="D96CB5"/>
            </a:solidFill>
            <a:prstDash val="solid"/>
          </a:ln>
        </p:spPr>
        <p:txBody>
          <a:bodyPr/>
          <a:lstStyle/>
          <a:p>
            <a:endParaRPr lang="uk-UA"/>
          </a:p>
        </p:txBody>
      </p:sp>
      <p:sp>
        <p:nvSpPr>
          <p:cNvPr id="1492" name="line1492"/>
          <p:cNvSpPr/>
          <p:nvPr/>
        </p:nvSpPr>
        <p:spPr>
          <a:xfrm flipV="1">
            <a:off x="8043329" y="5503956"/>
            <a:ext cx="81763" cy="21737"/>
          </a:xfrm>
          <a:prstGeom prst="line">
            <a:avLst/>
          </a:prstGeom>
          <a:noFill/>
          <a:ln w="15875">
            <a:solidFill>
              <a:srgbClr val="D96CB5"/>
            </a:solidFill>
            <a:prstDash val="solid"/>
          </a:ln>
        </p:spPr>
        <p:txBody>
          <a:bodyPr/>
          <a:lstStyle/>
          <a:p>
            <a:endParaRPr lang="uk-UA"/>
          </a:p>
        </p:txBody>
      </p:sp>
      <p:sp>
        <p:nvSpPr>
          <p:cNvPr id="1493" name="line1493"/>
          <p:cNvSpPr/>
          <p:nvPr/>
        </p:nvSpPr>
        <p:spPr>
          <a:xfrm flipV="1">
            <a:off x="8125092" y="5378971"/>
            <a:ext cx="81763" cy="124985"/>
          </a:xfrm>
          <a:prstGeom prst="line">
            <a:avLst/>
          </a:prstGeom>
          <a:noFill/>
          <a:ln w="15875">
            <a:solidFill>
              <a:srgbClr val="D96CB5"/>
            </a:solidFill>
            <a:prstDash val="solid"/>
          </a:ln>
        </p:spPr>
        <p:txBody>
          <a:bodyPr/>
          <a:lstStyle/>
          <a:p>
            <a:endParaRPr lang="uk-UA"/>
          </a:p>
        </p:txBody>
      </p:sp>
      <p:sp>
        <p:nvSpPr>
          <p:cNvPr id="1494" name="line1494"/>
          <p:cNvSpPr/>
          <p:nvPr/>
        </p:nvSpPr>
        <p:spPr>
          <a:xfrm flipV="1">
            <a:off x="8206854" y="5194210"/>
            <a:ext cx="81763" cy="184761"/>
          </a:xfrm>
          <a:prstGeom prst="line">
            <a:avLst/>
          </a:prstGeom>
          <a:noFill/>
          <a:ln w="15875">
            <a:solidFill>
              <a:srgbClr val="D96CB5"/>
            </a:solidFill>
            <a:prstDash val="solid"/>
          </a:ln>
        </p:spPr>
        <p:txBody>
          <a:bodyPr/>
          <a:lstStyle/>
          <a:p>
            <a:endParaRPr lang="uk-UA"/>
          </a:p>
        </p:txBody>
      </p:sp>
      <p:sp>
        <p:nvSpPr>
          <p:cNvPr id="1495" name="line1495"/>
          <p:cNvSpPr/>
          <p:nvPr/>
        </p:nvSpPr>
        <p:spPr>
          <a:xfrm flipV="1">
            <a:off x="8288617" y="5025751"/>
            <a:ext cx="81763" cy="168459"/>
          </a:xfrm>
          <a:prstGeom prst="line">
            <a:avLst/>
          </a:prstGeom>
          <a:noFill/>
          <a:ln w="15875">
            <a:solidFill>
              <a:srgbClr val="D96CB5"/>
            </a:solidFill>
            <a:prstDash val="solid"/>
          </a:ln>
        </p:spPr>
        <p:txBody>
          <a:bodyPr/>
          <a:lstStyle/>
          <a:p>
            <a:endParaRPr lang="uk-UA"/>
          </a:p>
        </p:txBody>
      </p:sp>
      <p:sp>
        <p:nvSpPr>
          <p:cNvPr id="1496" name="line1496"/>
          <p:cNvSpPr/>
          <p:nvPr/>
        </p:nvSpPr>
        <p:spPr>
          <a:xfrm flipV="1">
            <a:off x="8370380" y="4895332"/>
            <a:ext cx="81763" cy="130420"/>
          </a:xfrm>
          <a:prstGeom prst="line">
            <a:avLst/>
          </a:prstGeom>
          <a:noFill/>
          <a:ln w="15875">
            <a:solidFill>
              <a:srgbClr val="D96CB5"/>
            </a:solidFill>
            <a:prstDash val="solid"/>
          </a:ln>
        </p:spPr>
        <p:txBody>
          <a:bodyPr/>
          <a:lstStyle/>
          <a:p>
            <a:endParaRPr lang="uk-UA"/>
          </a:p>
        </p:txBody>
      </p:sp>
      <p:sp>
        <p:nvSpPr>
          <p:cNvPr id="1497" name="line1497"/>
          <p:cNvSpPr/>
          <p:nvPr/>
        </p:nvSpPr>
        <p:spPr>
          <a:xfrm flipV="1">
            <a:off x="8452142" y="4764912"/>
            <a:ext cx="81763" cy="130420"/>
          </a:xfrm>
          <a:prstGeom prst="line">
            <a:avLst/>
          </a:prstGeom>
          <a:noFill/>
          <a:ln w="15875">
            <a:solidFill>
              <a:srgbClr val="D96CB5"/>
            </a:solidFill>
            <a:prstDash val="solid"/>
          </a:ln>
        </p:spPr>
        <p:txBody>
          <a:bodyPr/>
          <a:lstStyle/>
          <a:p>
            <a:endParaRPr lang="uk-UA"/>
          </a:p>
        </p:txBody>
      </p:sp>
      <p:sp>
        <p:nvSpPr>
          <p:cNvPr id="1498" name="line1498"/>
          <p:cNvSpPr/>
          <p:nvPr/>
        </p:nvSpPr>
        <p:spPr>
          <a:xfrm flipV="1">
            <a:off x="8533905" y="4650795"/>
            <a:ext cx="81763" cy="114117"/>
          </a:xfrm>
          <a:prstGeom prst="line">
            <a:avLst/>
          </a:prstGeom>
          <a:noFill/>
          <a:ln w="15875">
            <a:solidFill>
              <a:srgbClr val="D96CB5"/>
            </a:solidFill>
            <a:prstDash val="solid"/>
          </a:ln>
        </p:spPr>
        <p:txBody>
          <a:bodyPr/>
          <a:lstStyle/>
          <a:p>
            <a:endParaRPr lang="uk-UA"/>
          </a:p>
        </p:txBody>
      </p:sp>
      <p:sp>
        <p:nvSpPr>
          <p:cNvPr id="1499" name="line1499"/>
          <p:cNvSpPr/>
          <p:nvPr/>
        </p:nvSpPr>
        <p:spPr>
          <a:xfrm flipV="1">
            <a:off x="8615667" y="4585585"/>
            <a:ext cx="81763" cy="65210"/>
          </a:xfrm>
          <a:prstGeom prst="line">
            <a:avLst/>
          </a:prstGeom>
          <a:noFill/>
          <a:ln w="15875">
            <a:solidFill>
              <a:srgbClr val="D96CB5"/>
            </a:solidFill>
            <a:prstDash val="solid"/>
          </a:ln>
        </p:spPr>
        <p:txBody>
          <a:bodyPr/>
          <a:lstStyle/>
          <a:p>
            <a:endParaRPr lang="uk-UA"/>
          </a:p>
        </p:txBody>
      </p:sp>
      <p:sp>
        <p:nvSpPr>
          <p:cNvPr id="1500" name="line1500"/>
          <p:cNvSpPr/>
          <p:nvPr/>
        </p:nvSpPr>
        <p:spPr>
          <a:xfrm flipV="1">
            <a:off x="8697430" y="4552980"/>
            <a:ext cx="81763" cy="32605"/>
          </a:xfrm>
          <a:prstGeom prst="line">
            <a:avLst/>
          </a:prstGeom>
          <a:noFill/>
          <a:ln w="15875">
            <a:solidFill>
              <a:srgbClr val="D96CB5"/>
            </a:solidFill>
            <a:prstDash val="solid"/>
          </a:ln>
        </p:spPr>
        <p:txBody>
          <a:bodyPr/>
          <a:lstStyle/>
          <a:p>
            <a:endParaRPr lang="uk-UA"/>
          </a:p>
        </p:txBody>
      </p:sp>
      <p:sp>
        <p:nvSpPr>
          <p:cNvPr id="1501" name="line1501"/>
          <p:cNvSpPr/>
          <p:nvPr/>
        </p:nvSpPr>
        <p:spPr>
          <a:xfrm>
            <a:off x="8779193" y="4552980"/>
            <a:ext cx="81763" cy="10868"/>
          </a:xfrm>
          <a:prstGeom prst="line">
            <a:avLst/>
          </a:prstGeom>
          <a:noFill/>
          <a:ln w="15875">
            <a:solidFill>
              <a:srgbClr val="D96CB5"/>
            </a:solidFill>
            <a:prstDash val="solid"/>
          </a:ln>
        </p:spPr>
        <p:txBody>
          <a:bodyPr/>
          <a:lstStyle/>
          <a:p>
            <a:endParaRPr lang="uk-UA"/>
          </a:p>
        </p:txBody>
      </p:sp>
      <p:sp>
        <p:nvSpPr>
          <p:cNvPr id="1502" name="line1502"/>
          <p:cNvSpPr/>
          <p:nvPr/>
        </p:nvSpPr>
        <p:spPr>
          <a:xfrm>
            <a:off x="8860955" y="4563849"/>
            <a:ext cx="81763" cy="16302"/>
          </a:xfrm>
          <a:prstGeom prst="line">
            <a:avLst/>
          </a:prstGeom>
          <a:noFill/>
          <a:ln w="15875">
            <a:solidFill>
              <a:srgbClr val="D96CB5"/>
            </a:solidFill>
            <a:prstDash val="solid"/>
          </a:ln>
        </p:spPr>
        <p:txBody>
          <a:bodyPr/>
          <a:lstStyle/>
          <a:p>
            <a:endParaRPr lang="uk-UA"/>
          </a:p>
        </p:txBody>
      </p:sp>
      <p:sp>
        <p:nvSpPr>
          <p:cNvPr id="1503" name="line1503"/>
          <p:cNvSpPr/>
          <p:nvPr/>
        </p:nvSpPr>
        <p:spPr>
          <a:xfrm>
            <a:off x="8942718" y="4580151"/>
            <a:ext cx="81763" cy="16302"/>
          </a:xfrm>
          <a:prstGeom prst="line">
            <a:avLst/>
          </a:prstGeom>
          <a:noFill/>
          <a:ln w="15875">
            <a:solidFill>
              <a:srgbClr val="D96CB5"/>
            </a:solidFill>
            <a:prstDash val="solid"/>
          </a:ln>
        </p:spPr>
        <p:txBody>
          <a:bodyPr/>
          <a:lstStyle/>
          <a:p>
            <a:endParaRPr lang="uk-UA"/>
          </a:p>
        </p:txBody>
      </p:sp>
      <p:sp>
        <p:nvSpPr>
          <p:cNvPr id="1504" name="line1504"/>
          <p:cNvSpPr/>
          <p:nvPr/>
        </p:nvSpPr>
        <p:spPr>
          <a:xfrm>
            <a:off x="9024480" y="4596454"/>
            <a:ext cx="81763" cy="48907"/>
          </a:xfrm>
          <a:prstGeom prst="line">
            <a:avLst/>
          </a:prstGeom>
          <a:noFill/>
          <a:ln w="15875">
            <a:solidFill>
              <a:srgbClr val="D96CB5"/>
            </a:solidFill>
            <a:prstDash val="solid"/>
          </a:ln>
        </p:spPr>
        <p:txBody>
          <a:bodyPr/>
          <a:lstStyle/>
          <a:p>
            <a:endParaRPr lang="uk-UA"/>
          </a:p>
        </p:txBody>
      </p:sp>
      <p:sp>
        <p:nvSpPr>
          <p:cNvPr id="1505" name="line1505"/>
          <p:cNvSpPr/>
          <p:nvPr/>
        </p:nvSpPr>
        <p:spPr>
          <a:xfrm>
            <a:off x="9106243" y="4645361"/>
            <a:ext cx="81763" cy="97815"/>
          </a:xfrm>
          <a:prstGeom prst="line">
            <a:avLst/>
          </a:prstGeom>
          <a:noFill/>
          <a:ln w="15875">
            <a:solidFill>
              <a:srgbClr val="D96CB5"/>
            </a:solidFill>
            <a:prstDash val="solid"/>
          </a:ln>
        </p:spPr>
        <p:txBody>
          <a:bodyPr/>
          <a:lstStyle/>
          <a:p>
            <a:endParaRPr lang="uk-UA"/>
          </a:p>
        </p:txBody>
      </p:sp>
      <p:sp>
        <p:nvSpPr>
          <p:cNvPr id="1506" name="line1506"/>
          <p:cNvSpPr/>
          <p:nvPr/>
        </p:nvSpPr>
        <p:spPr>
          <a:xfrm>
            <a:off x="9188005" y="4743176"/>
            <a:ext cx="81763" cy="124985"/>
          </a:xfrm>
          <a:prstGeom prst="line">
            <a:avLst/>
          </a:prstGeom>
          <a:noFill/>
          <a:ln w="15875">
            <a:solidFill>
              <a:srgbClr val="D96CB5"/>
            </a:solidFill>
            <a:prstDash val="solid"/>
          </a:ln>
        </p:spPr>
        <p:txBody>
          <a:bodyPr/>
          <a:lstStyle/>
          <a:p>
            <a:endParaRPr lang="uk-UA"/>
          </a:p>
        </p:txBody>
      </p:sp>
      <p:sp>
        <p:nvSpPr>
          <p:cNvPr id="1507" name="line1507"/>
          <p:cNvSpPr/>
          <p:nvPr/>
        </p:nvSpPr>
        <p:spPr>
          <a:xfrm>
            <a:off x="9269768" y="4868161"/>
            <a:ext cx="81763" cy="114117"/>
          </a:xfrm>
          <a:prstGeom prst="line">
            <a:avLst/>
          </a:prstGeom>
          <a:noFill/>
          <a:ln w="15875">
            <a:solidFill>
              <a:srgbClr val="D96CB5"/>
            </a:solidFill>
            <a:prstDash val="solid"/>
          </a:ln>
        </p:spPr>
        <p:txBody>
          <a:bodyPr/>
          <a:lstStyle/>
          <a:p>
            <a:endParaRPr lang="uk-UA"/>
          </a:p>
        </p:txBody>
      </p:sp>
      <p:sp>
        <p:nvSpPr>
          <p:cNvPr id="1508" name="line1508"/>
          <p:cNvSpPr/>
          <p:nvPr/>
        </p:nvSpPr>
        <p:spPr>
          <a:xfrm>
            <a:off x="9351531" y="4982278"/>
            <a:ext cx="81763" cy="65210"/>
          </a:xfrm>
          <a:prstGeom prst="line">
            <a:avLst/>
          </a:prstGeom>
          <a:noFill/>
          <a:ln w="15875">
            <a:solidFill>
              <a:srgbClr val="D96CB5"/>
            </a:solidFill>
            <a:prstDash val="solid"/>
          </a:ln>
        </p:spPr>
        <p:txBody>
          <a:bodyPr/>
          <a:lstStyle/>
          <a:p>
            <a:endParaRPr lang="uk-UA"/>
          </a:p>
        </p:txBody>
      </p:sp>
      <p:sp>
        <p:nvSpPr>
          <p:cNvPr id="1509" name="line1509"/>
          <p:cNvSpPr/>
          <p:nvPr/>
        </p:nvSpPr>
        <p:spPr>
          <a:xfrm>
            <a:off x="9433293" y="5047488"/>
            <a:ext cx="81763" cy="48907"/>
          </a:xfrm>
          <a:prstGeom prst="line">
            <a:avLst/>
          </a:prstGeom>
          <a:noFill/>
          <a:ln w="15875">
            <a:solidFill>
              <a:srgbClr val="D96CB5"/>
            </a:solidFill>
            <a:prstDash val="solid"/>
          </a:ln>
        </p:spPr>
        <p:txBody>
          <a:bodyPr/>
          <a:lstStyle/>
          <a:p>
            <a:endParaRPr lang="uk-UA"/>
          </a:p>
        </p:txBody>
      </p:sp>
      <p:sp>
        <p:nvSpPr>
          <p:cNvPr id="1510" name="line1510"/>
          <p:cNvSpPr/>
          <p:nvPr/>
        </p:nvSpPr>
        <p:spPr>
          <a:xfrm>
            <a:off x="9515056" y="5096395"/>
            <a:ext cx="81763" cy="32605"/>
          </a:xfrm>
          <a:prstGeom prst="line">
            <a:avLst/>
          </a:prstGeom>
          <a:noFill/>
          <a:ln w="15875">
            <a:solidFill>
              <a:srgbClr val="D96CB5"/>
            </a:solidFill>
            <a:prstDash val="solid"/>
          </a:ln>
        </p:spPr>
        <p:txBody>
          <a:bodyPr/>
          <a:lstStyle/>
          <a:p>
            <a:endParaRPr lang="uk-UA"/>
          </a:p>
        </p:txBody>
      </p:sp>
      <p:sp>
        <p:nvSpPr>
          <p:cNvPr id="1511" name="line1511"/>
          <p:cNvSpPr/>
          <p:nvPr/>
        </p:nvSpPr>
        <p:spPr>
          <a:xfrm>
            <a:off x="9596819" y="5129000"/>
            <a:ext cx="81763" cy="38039"/>
          </a:xfrm>
          <a:prstGeom prst="line">
            <a:avLst/>
          </a:prstGeom>
          <a:noFill/>
          <a:ln w="15875">
            <a:solidFill>
              <a:srgbClr val="D96CB5"/>
            </a:solidFill>
            <a:prstDash val="solid"/>
          </a:ln>
        </p:spPr>
        <p:txBody>
          <a:bodyPr/>
          <a:lstStyle/>
          <a:p>
            <a:endParaRPr lang="uk-UA"/>
          </a:p>
        </p:txBody>
      </p:sp>
      <p:sp>
        <p:nvSpPr>
          <p:cNvPr id="1512" name="line1512"/>
          <p:cNvSpPr/>
          <p:nvPr/>
        </p:nvSpPr>
        <p:spPr>
          <a:xfrm>
            <a:off x="9678581" y="5167039"/>
            <a:ext cx="81763" cy="27171"/>
          </a:xfrm>
          <a:prstGeom prst="line">
            <a:avLst/>
          </a:prstGeom>
          <a:noFill/>
          <a:ln w="15875">
            <a:solidFill>
              <a:srgbClr val="D96CB5"/>
            </a:solidFill>
            <a:prstDash val="solid"/>
          </a:ln>
        </p:spPr>
        <p:txBody>
          <a:bodyPr/>
          <a:lstStyle/>
          <a:p>
            <a:endParaRPr lang="uk-UA"/>
          </a:p>
        </p:txBody>
      </p:sp>
      <p:sp>
        <p:nvSpPr>
          <p:cNvPr id="1513" name="line1513"/>
          <p:cNvSpPr/>
          <p:nvPr/>
        </p:nvSpPr>
        <p:spPr>
          <a:xfrm>
            <a:off x="9760344" y="5194210"/>
            <a:ext cx="81763" cy="21737"/>
          </a:xfrm>
          <a:prstGeom prst="line">
            <a:avLst/>
          </a:prstGeom>
          <a:noFill/>
          <a:ln w="15875">
            <a:solidFill>
              <a:srgbClr val="D96CB5"/>
            </a:solidFill>
            <a:prstDash val="solid"/>
          </a:ln>
        </p:spPr>
        <p:txBody>
          <a:bodyPr/>
          <a:lstStyle/>
          <a:p>
            <a:endParaRPr lang="uk-UA"/>
          </a:p>
        </p:txBody>
      </p:sp>
      <p:sp>
        <p:nvSpPr>
          <p:cNvPr id="1514" name="line1514"/>
          <p:cNvSpPr/>
          <p:nvPr/>
        </p:nvSpPr>
        <p:spPr>
          <a:xfrm>
            <a:off x="9842106" y="5215947"/>
            <a:ext cx="81763" cy="48907"/>
          </a:xfrm>
          <a:prstGeom prst="line">
            <a:avLst/>
          </a:prstGeom>
          <a:noFill/>
          <a:ln w="15875">
            <a:solidFill>
              <a:srgbClr val="D96CB5"/>
            </a:solidFill>
            <a:prstDash val="solid"/>
          </a:ln>
        </p:spPr>
        <p:txBody>
          <a:bodyPr/>
          <a:lstStyle/>
          <a:p>
            <a:endParaRPr lang="uk-UA"/>
          </a:p>
        </p:txBody>
      </p:sp>
      <p:sp>
        <p:nvSpPr>
          <p:cNvPr id="1515" name="line1515"/>
          <p:cNvSpPr/>
          <p:nvPr/>
        </p:nvSpPr>
        <p:spPr>
          <a:xfrm>
            <a:off x="9923869" y="5264854"/>
            <a:ext cx="81763" cy="38039"/>
          </a:xfrm>
          <a:prstGeom prst="line">
            <a:avLst/>
          </a:prstGeom>
          <a:noFill/>
          <a:ln w="15875">
            <a:solidFill>
              <a:srgbClr val="D96CB5"/>
            </a:solidFill>
            <a:prstDash val="solid"/>
          </a:ln>
        </p:spPr>
        <p:txBody>
          <a:bodyPr/>
          <a:lstStyle/>
          <a:p>
            <a:endParaRPr lang="uk-UA"/>
          </a:p>
        </p:txBody>
      </p:sp>
      <p:sp>
        <p:nvSpPr>
          <p:cNvPr id="1516" name="line1516"/>
          <p:cNvSpPr/>
          <p:nvPr/>
        </p:nvSpPr>
        <p:spPr>
          <a:xfrm>
            <a:off x="10005632" y="5302893"/>
            <a:ext cx="81763" cy="0"/>
          </a:xfrm>
          <a:prstGeom prst="line">
            <a:avLst/>
          </a:prstGeom>
          <a:noFill/>
          <a:ln w="15875">
            <a:solidFill>
              <a:srgbClr val="D96CB5"/>
            </a:solidFill>
            <a:prstDash val="solid"/>
          </a:ln>
        </p:spPr>
        <p:txBody>
          <a:bodyPr/>
          <a:lstStyle/>
          <a:p>
            <a:endParaRPr lang="uk-UA"/>
          </a:p>
        </p:txBody>
      </p:sp>
      <p:sp>
        <p:nvSpPr>
          <p:cNvPr id="1517" name="line1517"/>
          <p:cNvSpPr/>
          <p:nvPr/>
        </p:nvSpPr>
        <p:spPr>
          <a:xfrm flipV="1">
            <a:off x="10087394" y="5188776"/>
            <a:ext cx="81763" cy="114117"/>
          </a:xfrm>
          <a:prstGeom prst="line">
            <a:avLst/>
          </a:prstGeom>
          <a:noFill/>
          <a:ln w="15875">
            <a:solidFill>
              <a:srgbClr val="D96CB5"/>
            </a:solidFill>
            <a:prstDash val="solid"/>
          </a:ln>
        </p:spPr>
        <p:txBody>
          <a:bodyPr/>
          <a:lstStyle/>
          <a:p>
            <a:endParaRPr lang="uk-UA"/>
          </a:p>
        </p:txBody>
      </p:sp>
      <p:sp>
        <p:nvSpPr>
          <p:cNvPr id="1518" name="line1518"/>
          <p:cNvSpPr/>
          <p:nvPr/>
        </p:nvSpPr>
        <p:spPr>
          <a:xfrm flipV="1">
            <a:off x="10169157" y="5036620"/>
            <a:ext cx="81763" cy="152156"/>
          </a:xfrm>
          <a:prstGeom prst="line">
            <a:avLst/>
          </a:prstGeom>
          <a:noFill/>
          <a:ln w="15875">
            <a:solidFill>
              <a:srgbClr val="D96CB5"/>
            </a:solidFill>
            <a:prstDash val="solid"/>
          </a:ln>
        </p:spPr>
        <p:txBody>
          <a:bodyPr/>
          <a:lstStyle/>
          <a:p>
            <a:endParaRPr lang="uk-UA"/>
          </a:p>
        </p:txBody>
      </p:sp>
      <p:sp>
        <p:nvSpPr>
          <p:cNvPr id="1519" name="line1519"/>
          <p:cNvSpPr/>
          <p:nvPr/>
        </p:nvSpPr>
        <p:spPr>
          <a:xfrm flipV="1">
            <a:off x="10250919" y="4933371"/>
            <a:ext cx="81763" cy="103249"/>
          </a:xfrm>
          <a:prstGeom prst="line">
            <a:avLst/>
          </a:prstGeom>
          <a:noFill/>
          <a:ln w="15875">
            <a:solidFill>
              <a:srgbClr val="D96CB5"/>
            </a:solidFill>
            <a:prstDash val="solid"/>
          </a:ln>
        </p:spPr>
        <p:txBody>
          <a:bodyPr/>
          <a:lstStyle/>
          <a:p>
            <a:endParaRPr lang="uk-UA"/>
          </a:p>
        </p:txBody>
      </p:sp>
      <p:sp>
        <p:nvSpPr>
          <p:cNvPr id="1520" name="line1520"/>
          <p:cNvSpPr/>
          <p:nvPr/>
        </p:nvSpPr>
        <p:spPr>
          <a:xfrm flipV="1">
            <a:off x="10332682" y="4808385"/>
            <a:ext cx="81763" cy="124985"/>
          </a:xfrm>
          <a:prstGeom prst="line">
            <a:avLst/>
          </a:prstGeom>
          <a:noFill/>
          <a:ln w="15875">
            <a:solidFill>
              <a:srgbClr val="D96CB5"/>
            </a:solidFill>
            <a:prstDash val="solid"/>
          </a:ln>
        </p:spPr>
        <p:txBody>
          <a:bodyPr/>
          <a:lstStyle/>
          <a:p>
            <a:endParaRPr lang="uk-UA"/>
          </a:p>
        </p:txBody>
      </p:sp>
      <p:sp>
        <p:nvSpPr>
          <p:cNvPr id="1521" name="line1521"/>
          <p:cNvSpPr/>
          <p:nvPr/>
        </p:nvSpPr>
        <p:spPr>
          <a:xfrm flipV="1">
            <a:off x="10414445" y="4694268"/>
            <a:ext cx="81763" cy="114117"/>
          </a:xfrm>
          <a:prstGeom prst="line">
            <a:avLst/>
          </a:prstGeom>
          <a:noFill/>
          <a:ln w="15875">
            <a:solidFill>
              <a:srgbClr val="D96CB5"/>
            </a:solidFill>
            <a:prstDash val="solid"/>
          </a:ln>
        </p:spPr>
        <p:txBody>
          <a:bodyPr/>
          <a:lstStyle/>
          <a:p>
            <a:endParaRPr lang="uk-UA"/>
          </a:p>
        </p:txBody>
      </p:sp>
      <p:sp>
        <p:nvSpPr>
          <p:cNvPr id="1522" name="line1522"/>
          <p:cNvSpPr/>
          <p:nvPr/>
        </p:nvSpPr>
        <p:spPr>
          <a:xfrm flipV="1">
            <a:off x="10496207" y="4585585"/>
            <a:ext cx="81763" cy="108683"/>
          </a:xfrm>
          <a:prstGeom prst="line">
            <a:avLst/>
          </a:prstGeom>
          <a:noFill/>
          <a:ln w="15875">
            <a:solidFill>
              <a:srgbClr val="D96CB5"/>
            </a:solidFill>
            <a:prstDash val="solid"/>
          </a:ln>
        </p:spPr>
        <p:txBody>
          <a:bodyPr/>
          <a:lstStyle/>
          <a:p>
            <a:endParaRPr lang="uk-UA"/>
          </a:p>
        </p:txBody>
      </p:sp>
      <p:sp>
        <p:nvSpPr>
          <p:cNvPr id="1523" name="line1523"/>
          <p:cNvSpPr/>
          <p:nvPr/>
        </p:nvSpPr>
        <p:spPr>
          <a:xfrm flipV="1">
            <a:off x="10577970" y="4536678"/>
            <a:ext cx="81763" cy="48907"/>
          </a:xfrm>
          <a:prstGeom prst="line">
            <a:avLst/>
          </a:prstGeom>
          <a:noFill/>
          <a:ln w="15875">
            <a:solidFill>
              <a:srgbClr val="D96CB5"/>
            </a:solidFill>
            <a:prstDash val="solid"/>
          </a:ln>
        </p:spPr>
        <p:txBody>
          <a:bodyPr/>
          <a:lstStyle/>
          <a:p>
            <a:endParaRPr lang="uk-UA"/>
          </a:p>
        </p:txBody>
      </p:sp>
      <p:sp>
        <p:nvSpPr>
          <p:cNvPr id="1524" name="line1524"/>
          <p:cNvSpPr/>
          <p:nvPr/>
        </p:nvSpPr>
        <p:spPr>
          <a:xfrm>
            <a:off x="10659732" y="4536678"/>
            <a:ext cx="81763" cy="0"/>
          </a:xfrm>
          <a:prstGeom prst="line">
            <a:avLst/>
          </a:prstGeom>
          <a:noFill/>
          <a:ln w="15875">
            <a:solidFill>
              <a:srgbClr val="D96CB5"/>
            </a:solidFill>
            <a:prstDash val="solid"/>
          </a:ln>
        </p:spPr>
        <p:txBody>
          <a:bodyPr/>
          <a:lstStyle/>
          <a:p>
            <a:endParaRPr lang="uk-UA"/>
          </a:p>
        </p:txBody>
      </p:sp>
      <p:sp>
        <p:nvSpPr>
          <p:cNvPr id="1525" name="line1525"/>
          <p:cNvSpPr/>
          <p:nvPr/>
        </p:nvSpPr>
        <p:spPr>
          <a:xfrm>
            <a:off x="10741495" y="4536678"/>
            <a:ext cx="81763" cy="27171"/>
          </a:xfrm>
          <a:prstGeom prst="line">
            <a:avLst/>
          </a:prstGeom>
          <a:noFill/>
          <a:ln w="15875">
            <a:solidFill>
              <a:srgbClr val="D96CB5"/>
            </a:solidFill>
            <a:prstDash val="solid"/>
          </a:ln>
        </p:spPr>
        <p:txBody>
          <a:bodyPr/>
          <a:lstStyle/>
          <a:p>
            <a:endParaRPr lang="uk-UA"/>
          </a:p>
        </p:txBody>
      </p:sp>
      <p:sp>
        <p:nvSpPr>
          <p:cNvPr id="1526" name="line1526"/>
          <p:cNvSpPr/>
          <p:nvPr/>
        </p:nvSpPr>
        <p:spPr>
          <a:xfrm>
            <a:off x="10823258" y="4563849"/>
            <a:ext cx="81763" cy="16302"/>
          </a:xfrm>
          <a:prstGeom prst="line">
            <a:avLst/>
          </a:prstGeom>
          <a:noFill/>
          <a:ln w="15875">
            <a:solidFill>
              <a:srgbClr val="D96CB5"/>
            </a:solidFill>
            <a:prstDash val="solid"/>
          </a:ln>
        </p:spPr>
        <p:txBody>
          <a:bodyPr/>
          <a:lstStyle/>
          <a:p>
            <a:endParaRPr lang="uk-UA"/>
          </a:p>
        </p:txBody>
      </p:sp>
      <p:sp>
        <p:nvSpPr>
          <p:cNvPr id="1527" name="line1527"/>
          <p:cNvSpPr/>
          <p:nvPr/>
        </p:nvSpPr>
        <p:spPr>
          <a:xfrm>
            <a:off x="10905020" y="4580151"/>
            <a:ext cx="81763" cy="27171"/>
          </a:xfrm>
          <a:prstGeom prst="line">
            <a:avLst/>
          </a:prstGeom>
          <a:noFill/>
          <a:ln w="15875">
            <a:solidFill>
              <a:srgbClr val="D96CB5"/>
            </a:solidFill>
            <a:prstDash val="solid"/>
          </a:ln>
        </p:spPr>
        <p:txBody>
          <a:bodyPr/>
          <a:lstStyle/>
          <a:p>
            <a:endParaRPr lang="uk-UA"/>
          </a:p>
        </p:txBody>
      </p:sp>
      <p:sp>
        <p:nvSpPr>
          <p:cNvPr id="1528" name="line1528"/>
          <p:cNvSpPr/>
          <p:nvPr/>
        </p:nvSpPr>
        <p:spPr>
          <a:xfrm>
            <a:off x="6153912" y="3913632"/>
            <a:ext cx="164592" cy="0"/>
          </a:xfrm>
          <a:prstGeom prst="line">
            <a:avLst/>
          </a:prstGeom>
          <a:noFill/>
          <a:ln w="22860">
            <a:solidFill>
              <a:srgbClr val="FFB347"/>
            </a:solidFill>
            <a:prstDash val="solid"/>
          </a:ln>
        </p:spPr>
        <p:txBody>
          <a:bodyPr/>
          <a:lstStyle/>
          <a:p>
            <a:endParaRPr lang="uk-UA"/>
          </a:p>
        </p:txBody>
      </p:sp>
      <p:sp>
        <p:nvSpPr>
          <p:cNvPr id="1529" name="text1529"/>
          <p:cNvSpPr txBox="1"/>
          <p:nvPr/>
        </p:nvSpPr>
        <p:spPr>
          <a:xfrm>
            <a:off x="6364224"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Температура</a:t>
            </a:r>
          </a:p>
        </p:txBody>
      </p:sp>
      <p:sp>
        <p:nvSpPr>
          <p:cNvPr id="1530" name="line1530"/>
          <p:cNvSpPr/>
          <p:nvPr/>
        </p:nvSpPr>
        <p:spPr>
          <a:xfrm>
            <a:off x="7461504" y="3913632"/>
            <a:ext cx="164592" cy="0"/>
          </a:xfrm>
          <a:prstGeom prst="line">
            <a:avLst/>
          </a:prstGeom>
          <a:noFill/>
          <a:ln w="22860">
            <a:solidFill>
              <a:srgbClr val="55B7FF"/>
            </a:solidFill>
            <a:prstDash val="solid"/>
          </a:ln>
        </p:spPr>
        <p:txBody>
          <a:bodyPr/>
          <a:lstStyle/>
          <a:p>
            <a:endParaRPr lang="uk-UA"/>
          </a:p>
        </p:txBody>
      </p:sp>
      <p:sp>
        <p:nvSpPr>
          <p:cNvPr id="1531" name="text1531"/>
          <p:cNvSpPr txBox="1"/>
          <p:nvPr/>
        </p:nvSpPr>
        <p:spPr>
          <a:xfrm>
            <a:off x="7671816"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Точка роси</a:t>
            </a:r>
          </a:p>
        </p:txBody>
      </p:sp>
      <p:sp>
        <p:nvSpPr>
          <p:cNvPr id="1532" name="line1532"/>
          <p:cNvSpPr/>
          <p:nvPr/>
        </p:nvSpPr>
        <p:spPr>
          <a:xfrm>
            <a:off x="8769096" y="3913632"/>
            <a:ext cx="164592" cy="0"/>
          </a:xfrm>
          <a:prstGeom prst="line">
            <a:avLst/>
          </a:prstGeom>
          <a:noFill/>
          <a:ln w="22860">
            <a:solidFill>
              <a:srgbClr val="D96CB5"/>
            </a:solidFill>
            <a:prstDash val="solid"/>
          </a:ln>
        </p:spPr>
        <p:txBody>
          <a:bodyPr/>
          <a:lstStyle/>
          <a:p>
            <a:endParaRPr lang="uk-UA"/>
          </a:p>
        </p:txBody>
      </p:sp>
      <p:sp>
        <p:nvSpPr>
          <p:cNvPr id="1533" name="text1533"/>
          <p:cNvSpPr txBox="1"/>
          <p:nvPr/>
        </p:nvSpPr>
        <p:spPr>
          <a:xfrm>
            <a:off x="8979408"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Відчувається</a:t>
            </a:r>
          </a:p>
        </p:txBody>
      </p:sp>
      <p:sp>
        <p:nvSpPr>
          <p:cNvPr id="1534" name="line1534"/>
          <p:cNvSpPr/>
          <p:nvPr/>
        </p:nvSpPr>
        <p:spPr>
          <a:xfrm>
            <a:off x="10076688" y="3913632"/>
            <a:ext cx="164592" cy="0"/>
          </a:xfrm>
          <a:prstGeom prst="line">
            <a:avLst/>
          </a:prstGeom>
          <a:noFill/>
          <a:ln w="38100">
            <a:solidFill>
              <a:srgbClr val="1E557F"/>
            </a:solidFill>
            <a:prstDash val="solid"/>
          </a:ln>
        </p:spPr>
        <p:txBody>
          <a:bodyPr/>
          <a:lstStyle/>
          <a:p>
            <a:endParaRPr lang="uk-UA"/>
          </a:p>
        </p:txBody>
      </p:sp>
      <p:sp>
        <p:nvSpPr>
          <p:cNvPr id="1535" name="text1535"/>
          <p:cNvSpPr txBox="1"/>
          <p:nvPr/>
        </p:nvSpPr>
        <p:spPr>
          <a:xfrm>
            <a:off x="10287000" y="3858768"/>
            <a:ext cx="1024128" cy="118872"/>
          </a:xfrm>
          <a:prstGeom prst="rect">
            <a:avLst/>
          </a:prstGeom>
          <a:noFill/>
          <a:ln>
            <a:noFill/>
          </a:ln>
        </p:spPr>
        <p:txBody>
          <a:bodyPr wrap="none" lIns="0" tIns="0" rIns="0" bIns="0">
            <a:normAutofit/>
          </a:bodyPr>
          <a:lstStyle/>
          <a:p>
            <a:pPr algn="l"/>
            <a:r>
              <a:rPr lang="uk-UA" sz="700">
                <a:solidFill>
                  <a:srgbClr val="D0D0D0"/>
                </a:solidFill>
                <a:latin typeface="Aptos"/>
                <a:cs typeface="Aptos"/>
              </a:rPr>
              <a:t>Опади</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logo_left"/>
          <p:cNvPicPr/>
          <p:nvPr/>
        </p:nvPicPr>
        <p:blipFill>
          <a:blip r:embed="rId2"/>
          <a:stretch>
            <a:fillRect/>
          </a:stretch>
        </p:blipFill>
        <p:spPr>
          <a:xfrm>
            <a:off x="274320" y="109728"/>
            <a:ext cx="585216" cy="896112"/>
          </a:xfrm>
          <a:prstGeom prst="rect">
            <a:avLst/>
          </a:prstGeom>
        </p:spPr>
      </p:pic>
      <p:pic>
        <p:nvPicPr>
          <p:cNvPr id="11" name="logo_right"/>
          <p:cNvPicPr/>
          <p:nvPr/>
        </p:nvPicPr>
        <p:blipFill>
          <a:blip r:embed="rId3"/>
          <a:stretch>
            <a:fillRect/>
          </a:stretch>
        </p:blipFill>
        <p:spPr>
          <a:xfrm>
            <a:off x="11064240" y="109728"/>
            <a:ext cx="685800" cy="896112"/>
          </a:xfrm>
          <a:prstGeom prst="rect">
            <a:avLst/>
          </a:prstGeom>
        </p:spPr>
      </p:pic>
      <p:sp>
        <p:nvSpPr>
          <p:cNvPr id="12" name="text12"/>
          <p:cNvSpPr txBox="1"/>
          <p:nvPr/>
        </p:nvSpPr>
        <p:spPr>
          <a:xfrm>
            <a:off x="1005840" y="182880"/>
            <a:ext cx="10058400" cy="310896"/>
          </a:xfrm>
          <a:prstGeom prst="rect">
            <a:avLst/>
          </a:prstGeom>
          <a:noFill/>
          <a:ln>
            <a:noFill/>
          </a:ln>
        </p:spPr>
        <p:txBody>
          <a:bodyPr wrap="none" lIns="0" tIns="0" rIns="0" bIns="0">
            <a:normAutofit lnSpcReduction="10000"/>
          </a:bodyPr>
          <a:lstStyle/>
          <a:p>
            <a:pPr algn="ctr"/>
            <a:r>
              <a:rPr lang="uk-UA" sz="2200" b="1">
                <a:solidFill>
                  <a:srgbClr val="FFFFFF"/>
                </a:solidFill>
                <a:latin typeface="Aptos"/>
                <a:cs typeface="Aptos"/>
              </a:rPr>
              <a:t>Ґрунт на 5 днів</a:t>
            </a:r>
          </a:p>
        </p:txBody>
      </p:sp>
      <p:sp>
        <p:nvSpPr>
          <p:cNvPr id="13" name="text13"/>
          <p:cNvSpPr txBox="1"/>
          <p:nvPr/>
        </p:nvSpPr>
        <p:spPr>
          <a:xfrm>
            <a:off x="1005840" y="530352"/>
            <a:ext cx="10058400" cy="182880"/>
          </a:xfrm>
          <a:prstGeom prst="rect">
            <a:avLst/>
          </a:prstGeom>
          <a:noFill/>
          <a:ln>
            <a:noFill/>
          </a:ln>
        </p:spPr>
        <p:txBody>
          <a:bodyPr wrap="none" lIns="0" tIns="0" rIns="0" bIns="0">
            <a:normAutofit/>
          </a:bodyPr>
          <a:lstStyle/>
          <a:p>
            <a:pPr algn="ctr"/>
            <a:r>
              <a:rPr lang="uk-UA" sz="900">
                <a:solidFill>
                  <a:srgbClr val="B8B8B8"/>
                </a:solidFill>
                <a:latin typeface="Aptos"/>
                <a:cs typeface="Aptos"/>
              </a:rPr>
              <a:t>Вологість і температура шарів та тенденція</a:t>
            </a:r>
          </a:p>
        </p:txBody>
      </p:sp>
      <p:sp>
        <p:nvSpPr>
          <p:cNvPr id="14" name="shape14"/>
          <p:cNvSpPr/>
          <p:nvPr/>
        </p:nvSpPr>
        <p:spPr>
          <a:xfrm>
            <a:off x="274320" y="1005840"/>
            <a:ext cx="11640312" cy="10973"/>
          </a:xfrm>
          <a:prstGeom prst="rect">
            <a:avLst/>
          </a:prstGeom>
          <a:solidFill>
            <a:srgbClr val="5A5A5A"/>
          </a:solidFill>
          <a:ln>
            <a:noFill/>
          </a:ln>
        </p:spPr>
        <p:txBody>
          <a:bodyPr/>
          <a:lstStyle/>
          <a:p>
            <a:endParaRPr lang="uk-UA"/>
          </a:p>
        </p:txBody>
      </p:sp>
      <p:sp>
        <p:nvSpPr>
          <p:cNvPr id="15" name="shape15"/>
          <p:cNvSpPr/>
          <p:nvPr/>
        </p:nvSpPr>
        <p:spPr>
          <a:xfrm>
            <a:off x="502920" y="1234440"/>
            <a:ext cx="11109960" cy="4526280"/>
          </a:xfrm>
          <a:prstGeom prst="roundRect">
            <a:avLst/>
          </a:prstGeom>
          <a:solidFill>
            <a:srgbClr val="080808"/>
          </a:solidFill>
          <a:ln w="12700">
            <a:solidFill>
              <a:srgbClr val="404040"/>
            </a:solidFill>
          </a:ln>
        </p:spPr>
        <p:txBody>
          <a:bodyPr/>
          <a:lstStyle/>
          <a:p>
            <a:endParaRPr lang="uk-UA"/>
          </a:p>
        </p:txBody>
      </p:sp>
      <p:sp>
        <p:nvSpPr>
          <p:cNvPr id="16" name="text16"/>
          <p:cNvSpPr txBox="1"/>
          <p:nvPr/>
        </p:nvSpPr>
        <p:spPr>
          <a:xfrm>
            <a:off x="749808" y="1444752"/>
            <a:ext cx="5120640" cy="228600"/>
          </a:xfrm>
          <a:prstGeom prst="rect">
            <a:avLst/>
          </a:prstGeom>
          <a:noFill/>
          <a:ln>
            <a:noFill/>
          </a:ln>
        </p:spPr>
        <p:txBody>
          <a:bodyPr wrap="none" lIns="0" tIns="0" rIns="0" bIns="0">
            <a:normAutofit fontScale="92500" lnSpcReduction="20000"/>
          </a:bodyPr>
          <a:lstStyle/>
          <a:p>
            <a:pPr algn="l"/>
            <a:r>
              <a:rPr lang="uk-UA" sz="1800" b="1">
                <a:solidFill>
                  <a:srgbClr val="FFFFFF"/>
                </a:solidFill>
                <a:latin typeface="Aptos"/>
                <a:cs typeface="Aptos"/>
              </a:rPr>
              <a:t>Ґрунт: вологість · температура, °C</a:t>
            </a:r>
          </a:p>
        </p:txBody>
      </p:sp>
      <p:sp>
        <p:nvSpPr>
          <p:cNvPr id="17" name="shape17"/>
          <p:cNvSpPr/>
          <p:nvPr/>
        </p:nvSpPr>
        <p:spPr>
          <a:xfrm>
            <a:off x="749808" y="1847088"/>
            <a:ext cx="10561320" cy="310896"/>
          </a:xfrm>
          <a:prstGeom prst="rect">
            <a:avLst/>
          </a:prstGeom>
          <a:solidFill>
            <a:srgbClr val="171717"/>
          </a:solidFill>
          <a:ln w="12700">
            <a:solidFill>
              <a:srgbClr val="303030"/>
            </a:solidFill>
          </a:ln>
        </p:spPr>
        <p:txBody>
          <a:bodyPr/>
          <a:lstStyle/>
          <a:p>
            <a:endParaRPr lang="uk-UA"/>
          </a:p>
        </p:txBody>
      </p:sp>
      <p:sp>
        <p:nvSpPr>
          <p:cNvPr id="18" name="text18"/>
          <p:cNvSpPr txBox="1"/>
          <p:nvPr/>
        </p:nvSpPr>
        <p:spPr>
          <a:xfrm>
            <a:off x="914400" y="1920240"/>
            <a:ext cx="1097280" cy="137160"/>
          </a:xfrm>
          <a:prstGeom prst="rect">
            <a:avLst/>
          </a:prstGeom>
          <a:noFill/>
          <a:ln>
            <a:noFill/>
          </a:ln>
        </p:spPr>
        <p:txBody>
          <a:bodyPr wrap="none" lIns="0" tIns="0" rIns="0" bIns="0">
            <a:normAutofit/>
          </a:bodyPr>
          <a:lstStyle/>
          <a:p>
            <a:pPr algn="l"/>
            <a:r>
              <a:rPr lang="uk-UA" sz="900" b="1">
                <a:solidFill>
                  <a:srgbClr val="FFFFFF"/>
                </a:solidFill>
                <a:latin typeface="Aptos"/>
                <a:cs typeface="Aptos"/>
              </a:rPr>
              <a:t>Шар / показник</a:t>
            </a:r>
          </a:p>
        </p:txBody>
      </p:sp>
      <p:sp>
        <p:nvSpPr>
          <p:cNvPr id="19" name="text19"/>
          <p:cNvSpPr txBox="1"/>
          <p:nvPr/>
        </p:nvSpPr>
        <p:spPr>
          <a:xfrm>
            <a:off x="224028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Нд 06.09</a:t>
            </a:r>
          </a:p>
        </p:txBody>
      </p:sp>
      <p:sp>
        <p:nvSpPr>
          <p:cNvPr id="20" name="text20"/>
          <p:cNvSpPr txBox="1"/>
          <p:nvPr/>
        </p:nvSpPr>
        <p:spPr>
          <a:xfrm>
            <a:off x="342900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Пн 07.09</a:t>
            </a:r>
          </a:p>
        </p:txBody>
      </p:sp>
      <p:sp>
        <p:nvSpPr>
          <p:cNvPr id="21" name="text21"/>
          <p:cNvSpPr txBox="1"/>
          <p:nvPr/>
        </p:nvSpPr>
        <p:spPr>
          <a:xfrm>
            <a:off x="461772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Вт 08.09</a:t>
            </a:r>
          </a:p>
        </p:txBody>
      </p:sp>
      <p:sp>
        <p:nvSpPr>
          <p:cNvPr id="22" name="text22"/>
          <p:cNvSpPr txBox="1"/>
          <p:nvPr/>
        </p:nvSpPr>
        <p:spPr>
          <a:xfrm>
            <a:off x="580644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Ср 09.09</a:t>
            </a:r>
          </a:p>
        </p:txBody>
      </p:sp>
      <p:sp>
        <p:nvSpPr>
          <p:cNvPr id="23" name="text23"/>
          <p:cNvSpPr txBox="1"/>
          <p:nvPr/>
        </p:nvSpPr>
        <p:spPr>
          <a:xfrm>
            <a:off x="6995160" y="1920240"/>
            <a:ext cx="1005840" cy="137160"/>
          </a:xfrm>
          <a:prstGeom prst="rect">
            <a:avLst/>
          </a:prstGeom>
          <a:noFill/>
          <a:ln>
            <a:noFill/>
          </a:ln>
        </p:spPr>
        <p:txBody>
          <a:bodyPr wrap="none" lIns="0" tIns="0" rIns="0" bIns="0">
            <a:normAutofit/>
          </a:bodyPr>
          <a:lstStyle/>
          <a:p>
            <a:pPr algn="ctr"/>
            <a:r>
              <a:rPr lang="uk-UA" sz="800" b="1">
                <a:solidFill>
                  <a:srgbClr val="FFFFFF"/>
                </a:solidFill>
                <a:latin typeface="Aptos"/>
                <a:cs typeface="Aptos"/>
              </a:rPr>
              <a:t>Чт 10.09</a:t>
            </a:r>
          </a:p>
        </p:txBody>
      </p:sp>
      <p:sp>
        <p:nvSpPr>
          <p:cNvPr id="24" name="text24"/>
          <p:cNvSpPr txBox="1"/>
          <p:nvPr/>
        </p:nvSpPr>
        <p:spPr>
          <a:xfrm>
            <a:off x="8549640" y="1920240"/>
            <a:ext cx="2468880" cy="137160"/>
          </a:xfrm>
          <a:prstGeom prst="rect">
            <a:avLst/>
          </a:prstGeom>
          <a:noFill/>
          <a:ln>
            <a:noFill/>
          </a:ln>
        </p:spPr>
        <p:txBody>
          <a:bodyPr wrap="none" lIns="0" tIns="0" rIns="0" bIns="0">
            <a:normAutofit/>
          </a:bodyPr>
          <a:lstStyle/>
          <a:p>
            <a:pPr algn="ctr"/>
            <a:r>
              <a:rPr lang="uk-UA" sz="900" b="1">
                <a:solidFill>
                  <a:srgbClr val="FFFFFF"/>
                </a:solidFill>
                <a:latin typeface="Aptos"/>
                <a:cs typeface="Aptos"/>
              </a:rPr>
              <a:t>тенденція</a:t>
            </a:r>
          </a:p>
        </p:txBody>
      </p:sp>
      <p:sp>
        <p:nvSpPr>
          <p:cNvPr id="25" name="shape25"/>
          <p:cNvSpPr/>
          <p:nvPr/>
        </p:nvSpPr>
        <p:spPr>
          <a:xfrm>
            <a:off x="749808" y="2221992"/>
            <a:ext cx="10561320" cy="365760"/>
          </a:xfrm>
          <a:prstGeom prst="rect">
            <a:avLst/>
          </a:prstGeom>
          <a:solidFill>
            <a:srgbClr val="0C0C0C"/>
          </a:solidFill>
          <a:ln>
            <a:noFill/>
          </a:ln>
        </p:spPr>
        <p:txBody>
          <a:bodyPr/>
          <a:lstStyle/>
          <a:p>
            <a:endParaRPr lang="uk-UA"/>
          </a:p>
        </p:txBody>
      </p:sp>
      <p:sp>
        <p:nvSpPr>
          <p:cNvPr id="26" name="text26"/>
          <p:cNvSpPr txBox="1"/>
          <p:nvPr/>
        </p:nvSpPr>
        <p:spPr>
          <a:xfrm>
            <a:off x="914400" y="2304288"/>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0–1 см</a:t>
            </a:r>
          </a:p>
        </p:txBody>
      </p:sp>
      <p:sp>
        <p:nvSpPr>
          <p:cNvPr id="27" name="text27"/>
          <p:cNvSpPr txBox="1"/>
          <p:nvPr/>
        </p:nvSpPr>
        <p:spPr>
          <a:xfrm>
            <a:off x="224028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0.131</a:t>
            </a:r>
          </a:p>
        </p:txBody>
      </p:sp>
      <p:sp>
        <p:nvSpPr>
          <p:cNvPr id="28" name="text28"/>
          <p:cNvSpPr txBox="1"/>
          <p:nvPr/>
        </p:nvSpPr>
        <p:spPr>
          <a:xfrm>
            <a:off x="342900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0.117</a:t>
            </a:r>
          </a:p>
        </p:txBody>
      </p:sp>
      <p:sp>
        <p:nvSpPr>
          <p:cNvPr id="29" name="text29"/>
          <p:cNvSpPr txBox="1"/>
          <p:nvPr/>
        </p:nvSpPr>
        <p:spPr>
          <a:xfrm>
            <a:off x="461772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0.099</a:t>
            </a:r>
          </a:p>
        </p:txBody>
      </p:sp>
      <p:sp>
        <p:nvSpPr>
          <p:cNvPr id="30" name="text30"/>
          <p:cNvSpPr txBox="1"/>
          <p:nvPr/>
        </p:nvSpPr>
        <p:spPr>
          <a:xfrm>
            <a:off x="580644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0.092</a:t>
            </a:r>
          </a:p>
        </p:txBody>
      </p:sp>
      <p:sp>
        <p:nvSpPr>
          <p:cNvPr id="31" name="text31"/>
          <p:cNvSpPr txBox="1"/>
          <p:nvPr/>
        </p:nvSpPr>
        <p:spPr>
          <a:xfrm>
            <a:off x="6995160" y="230428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0.087</a:t>
            </a:r>
          </a:p>
        </p:txBody>
      </p:sp>
      <p:sp>
        <p:nvSpPr>
          <p:cNvPr id="32" name="text32"/>
          <p:cNvSpPr txBox="1"/>
          <p:nvPr/>
        </p:nvSpPr>
        <p:spPr>
          <a:xfrm>
            <a:off x="8549640" y="2304288"/>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33" name="shape33"/>
          <p:cNvSpPr/>
          <p:nvPr/>
        </p:nvSpPr>
        <p:spPr>
          <a:xfrm>
            <a:off x="749808" y="2697480"/>
            <a:ext cx="10561320" cy="365760"/>
          </a:xfrm>
          <a:prstGeom prst="rect">
            <a:avLst/>
          </a:prstGeom>
          <a:solidFill>
            <a:srgbClr val="101010"/>
          </a:solidFill>
          <a:ln>
            <a:noFill/>
          </a:ln>
        </p:spPr>
        <p:txBody>
          <a:bodyPr/>
          <a:lstStyle/>
          <a:p>
            <a:endParaRPr lang="uk-UA"/>
          </a:p>
        </p:txBody>
      </p:sp>
      <p:sp>
        <p:nvSpPr>
          <p:cNvPr id="34" name="text34"/>
          <p:cNvSpPr txBox="1"/>
          <p:nvPr/>
        </p:nvSpPr>
        <p:spPr>
          <a:xfrm>
            <a:off x="914400" y="2779776"/>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1–3 см</a:t>
            </a:r>
          </a:p>
        </p:txBody>
      </p:sp>
      <p:sp>
        <p:nvSpPr>
          <p:cNvPr id="35" name="text35"/>
          <p:cNvSpPr txBox="1"/>
          <p:nvPr/>
        </p:nvSpPr>
        <p:spPr>
          <a:xfrm>
            <a:off x="224028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0.128</a:t>
            </a:r>
          </a:p>
        </p:txBody>
      </p:sp>
      <p:sp>
        <p:nvSpPr>
          <p:cNvPr id="36" name="text36"/>
          <p:cNvSpPr txBox="1"/>
          <p:nvPr/>
        </p:nvSpPr>
        <p:spPr>
          <a:xfrm>
            <a:off x="342900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0.133</a:t>
            </a:r>
          </a:p>
        </p:txBody>
      </p:sp>
      <p:sp>
        <p:nvSpPr>
          <p:cNvPr id="37" name="text37"/>
          <p:cNvSpPr txBox="1"/>
          <p:nvPr/>
        </p:nvSpPr>
        <p:spPr>
          <a:xfrm>
            <a:off x="461772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0.133</a:t>
            </a:r>
          </a:p>
        </p:txBody>
      </p:sp>
      <p:sp>
        <p:nvSpPr>
          <p:cNvPr id="38" name="text38"/>
          <p:cNvSpPr txBox="1"/>
          <p:nvPr/>
        </p:nvSpPr>
        <p:spPr>
          <a:xfrm>
            <a:off x="580644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0.132</a:t>
            </a:r>
          </a:p>
        </p:txBody>
      </p:sp>
      <p:sp>
        <p:nvSpPr>
          <p:cNvPr id="39" name="text39"/>
          <p:cNvSpPr txBox="1"/>
          <p:nvPr/>
        </p:nvSpPr>
        <p:spPr>
          <a:xfrm>
            <a:off x="6995160" y="2779776"/>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0.130</a:t>
            </a:r>
          </a:p>
        </p:txBody>
      </p:sp>
      <p:sp>
        <p:nvSpPr>
          <p:cNvPr id="40" name="text40"/>
          <p:cNvSpPr txBox="1"/>
          <p:nvPr/>
        </p:nvSpPr>
        <p:spPr>
          <a:xfrm>
            <a:off x="8549640" y="2779776"/>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стабільно</a:t>
            </a:r>
          </a:p>
        </p:txBody>
      </p:sp>
      <p:sp>
        <p:nvSpPr>
          <p:cNvPr id="41" name="shape41"/>
          <p:cNvSpPr/>
          <p:nvPr/>
        </p:nvSpPr>
        <p:spPr>
          <a:xfrm>
            <a:off x="749808" y="3172968"/>
            <a:ext cx="10561320" cy="365760"/>
          </a:xfrm>
          <a:prstGeom prst="rect">
            <a:avLst/>
          </a:prstGeom>
          <a:solidFill>
            <a:srgbClr val="0C0C0C"/>
          </a:solidFill>
          <a:ln>
            <a:noFill/>
          </a:ln>
        </p:spPr>
        <p:txBody>
          <a:bodyPr/>
          <a:lstStyle/>
          <a:p>
            <a:endParaRPr lang="uk-UA"/>
          </a:p>
        </p:txBody>
      </p:sp>
      <p:sp>
        <p:nvSpPr>
          <p:cNvPr id="42" name="text42"/>
          <p:cNvSpPr txBox="1"/>
          <p:nvPr/>
        </p:nvSpPr>
        <p:spPr>
          <a:xfrm>
            <a:off x="914400" y="3255264"/>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3–9 см</a:t>
            </a:r>
          </a:p>
        </p:txBody>
      </p:sp>
      <p:sp>
        <p:nvSpPr>
          <p:cNvPr id="43" name="text43"/>
          <p:cNvSpPr txBox="1"/>
          <p:nvPr/>
        </p:nvSpPr>
        <p:spPr>
          <a:xfrm>
            <a:off x="224028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0.182</a:t>
            </a:r>
          </a:p>
        </p:txBody>
      </p:sp>
      <p:sp>
        <p:nvSpPr>
          <p:cNvPr id="44" name="text44"/>
          <p:cNvSpPr txBox="1"/>
          <p:nvPr/>
        </p:nvSpPr>
        <p:spPr>
          <a:xfrm>
            <a:off x="342900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0.179</a:t>
            </a:r>
          </a:p>
        </p:txBody>
      </p:sp>
      <p:sp>
        <p:nvSpPr>
          <p:cNvPr id="45" name="text45"/>
          <p:cNvSpPr txBox="1"/>
          <p:nvPr/>
        </p:nvSpPr>
        <p:spPr>
          <a:xfrm>
            <a:off x="461772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0.176</a:t>
            </a:r>
          </a:p>
        </p:txBody>
      </p:sp>
      <p:sp>
        <p:nvSpPr>
          <p:cNvPr id="46" name="text46"/>
          <p:cNvSpPr txBox="1"/>
          <p:nvPr/>
        </p:nvSpPr>
        <p:spPr>
          <a:xfrm>
            <a:off x="580644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0.174</a:t>
            </a:r>
          </a:p>
        </p:txBody>
      </p:sp>
      <p:sp>
        <p:nvSpPr>
          <p:cNvPr id="47" name="text47"/>
          <p:cNvSpPr txBox="1"/>
          <p:nvPr/>
        </p:nvSpPr>
        <p:spPr>
          <a:xfrm>
            <a:off x="6995160" y="325526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0.171</a:t>
            </a:r>
          </a:p>
        </p:txBody>
      </p:sp>
      <p:sp>
        <p:nvSpPr>
          <p:cNvPr id="48" name="text48"/>
          <p:cNvSpPr txBox="1"/>
          <p:nvPr/>
        </p:nvSpPr>
        <p:spPr>
          <a:xfrm>
            <a:off x="8549640" y="3255264"/>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49" name="shape49"/>
          <p:cNvSpPr/>
          <p:nvPr/>
        </p:nvSpPr>
        <p:spPr>
          <a:xfrm>
            <a:off x="749808" y="3648456"/>
            <a:ext cx="10561320" cy="365760"/>
          </a:xfrm>
          <a:prstGeom prst="rect">
            <a:avLst/>
          </a:prstGeom>
          <a:solidFill>
            <a:srgbClr val="101010"/>
          </a:solidFill>
          <a:ln>
            <a:noFill/>
          </a:ln>
        </p:spPr>
        <p:txBody>
          <a:bodyPr/>
          <a:lstStyle/>
          <a:p>
            <a:endParaRPr lang="uk-UA"/>
          </a:p>
        </p:txBody>
      </p:sp>
      <p:sp>
        <p:nvSpPr>
          <p:cNvPr id="50" name="text50"/>
          <p:cNvSpPr txBox="1"/>
          <p:nvPr/>
        </p:nvSpPr>
        <p:spPr>
          <a:xfrm>
            <a:off x="914400" y="3730752"/>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9–27 см</a:t>
            </a:r>
          </a:p>
        </p:txBody>
      </p:sp>
      <p:sp>
        <p:nvSpPr>
          <p:cNvPr id="51" name="text51"/>
          <p:cNvSpPr txBox="1"/>
          <p:nvPr/>
        </p:nvSpPr>
        <p:spPr>
          <a:xfrm>
            <a:off x="224028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0.201</a:t>
            </a:r>
          </a:p>
        </p:txBody>
      </p:sp>
      <p:sp>
        <p:nvSpPr>
          <p:cNvPr id="52" name="text52"/>
          <p:cNvSpPr txBox="1"/>
          <p:nvPr/>
        </p:nvSpPr>
        <p:spPr>
          <a:xfrm>
            <a:off x="342900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0.198</a:t>
            </a:r>
          </a:p>
        </p:txBody>
      </p:sp>
      <p:sp>
        <p:nvSpPr>
          <p:cNvPr id="53" name="text53"/>
          <p:cNvSpPr txBox="1"/>
          <p:nvPr/>
        </p:nvSpPr>
        <p:spPr>
          <a:xfrm>
            <a:off x="461772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0.196</a:t>
            </a:r>
          </a:p>
        </p:txBody>
      </p:sp>
      <p:sp>
        <p:nvSpPr>
          <p:cNvPr id="54" name="text54"/>
          <p:cNvSpPr txBox="1"/>
          <p:nvPr/>
        </p:nvSpPr>
        <p:spPr>
          <a:xfrm>
            <a:off x="580644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0.193</a:t>
            </a:r>
          </a:p>
        </p:txBody>
      </p:sp>
      <p:sp>
        <p:nvSpPr>
          <p:cNvPr id="55" name="text55"/>
          <p:cNvSpPr txBox="1"/>
          <p:nvPr/>
        </p:nvSpPr>
        <p:spPr>
          <a:xfrm>
            <a:off x="6995160" y="3730752"/>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0.190</a:t>
            </a:r>
          </a:p>
        </p:txBody>
      </p:sp>
      <p:sp>
        <p:nvSpPr>
          <p:cNvPr id="56" name="text56"/>
          <p:cNvSpPr txBox="1"/>
          <p:nvPr/>
        </p:nvSpPr>
        <p:spPr>
          <a:xfrm>
            <a:off x="8549640" y="3730752"/>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висихання</a:t>
            </a:r>
          </a:p>
        </p:txBody>
      </p:sp>
      <p:sp>
        <p:nvSpPr>
          <p:cNvPr id="57" name="shape57"/>
          <p:cNvSpPr/>
          <p:nvPr/>
        </p:nvSpPr>
        <p:spPr>
          <a:xfrm>
            <a:off x="749808" y="4123944"/>
            <a:ext cx="10561320" cy="365760"/>
          </a:xfrm>
          <a:prstGeom prst="rect">
            <a:avLst/>
          </a:prstGeom>
          <a:solidFill>
            <a:srgbClr val="0C0C0C"/>
          </a:solidFill>
          <a:ln>
            <a:noFill/>
          </a:ln>
        </p:spPr>
        <p:txBody>
          <a:bodyPr/>
          <a:lstStyle/>
          <a:p>
            <a:endParaRPr lang="uk-UA"/>
          </a:p>
        </p:txBody>
      </p:sp>
      <p:sp>
        <p:nvSpPr>
          <p:cNvPr id="58" name="text58"/>
          <p:cNvSpPr txBox="1"/>
          <p:nvPr/>
        </p:nvSpPr>
        <p:spPr>
          <a:xfrm>
            <a:off x="914400" y="4206240"/>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27–81 см</a:t>
            </a:r>
          </a:p>
        </p:txBody>
      </p:sp>
      <p:sp>
        <p:nvSpPr>
          <p:cNvPr id="59" name="text59"/>
          <p:cNvSpPr txBox="1"/>
          <p:nvPr/>
        </p:nvSpPr>
        <p:spPr>
          <a:xfrm>
            <a:off x="224028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0.222</a:t>
            </a:r>
          </a:p>
        </p:txBody>
      </p:sp>
      <p:sp>
        <p:nvSpPr>
          <p:cNvPr id="60" name="text60"/>
          <p:cNvSpPr txBox="1"/>
          <p:nvPr/>
        </p:nvSpPr>
        <p:spPr>
          <a:xfrm>
            <a:off x="342900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0.222</a:t>
            </a:r>
          </a:p>
        </p:txBody>
      </p:sp>
      <p:sp>
        <p:nvSpPr>
          <p:cNvPr id="61" name="text61"/>
          <p:cNvSpPr txBox="1"/>
          <p:nvPr/>
        </p:nvSpPr>
        <p:spPr>
          <a:xfrm>
            <a:off x="461772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0.221</a:t>
            </a:r>
          </a:p>
        </p:txBody>
      </p:sp>
      <p:sp>
        <p:nvSpPr>
          <p:cNvPr id="62" name="text62"/>
          <p:cNvSpPr txBox="1"/>
          <p:nvPr/>
        </p:nvSpPr>
        <p:spPr>
          <a:xfrm>
            <a:off x="580644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0.220</a:t>
            </a:r>
          </a:p>
        </p:txBody>
      </p:sp>
      <p:sp>
        <p:nvSpPr>
          <p:cNvPr id="63" name="text63"/>
          <p:cNvSpPr txBox="1"/>
          <p:nvPr/>
        </p:nvSpPr>
        <p:spPr>
          <a:xfrm>
            <a:off x="6995160" y="4206240"/>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0.219</a:t>
            </a:r>
          </a:p>
        </p:txBody>
      </p:sp>
      <p:sp>
        <p:nvSpPr>
          <p:cNvPr id="64" name="text64"/>
          <p:cNvSpPr txBox="1"/>
          <p:nvPr/>
        </p:nvSpPr>
        <p:spPr>
          <a:xfrm>
            <a:off x="8549640" y="4206240"/>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стабільно</a:t>
            </a:r>
          </a:p>
        </p:txBody>
      </p:sp>
      <p:sp>
        <p:nvSpPr>
          <p:cNvPr id="65" name="shape65"/>
          <p:cNvSpPr/>
          <p:nvPr/>
        </p:nvSpPr>
        <p:spPr>
          <a:xfrm>
            <a:off x="749808" y="4599432"/>
            <a:ext cx="10561320" cy="329184"/>
          </a:xfrm>
          <a:prstGeom prst="rect">
            <a:avLst/>
          </a:prstGeom>
          <a:solidFill>
            <a:srgbClr val="0C0C0C"/>
          </a:solidFill>
          <a:ln>
            <a:noFill/>
          </a:ln>
        </p:spPr>
        <p:txBody>
          <a:bodyPr/>
          <a:lstStyle/>
          <a:p>
            <a:endParaRPr lang="uk-UA"/>
          </a:p>
        </p:txBody>
      </p:sp>
      <p:sp>
        <p:nvSpPr>
          <p:cNvPr id="66" name="text66"/>
          <p:cNvSpPr txBox="1"/>
          <p:nvPr/>
        </p:nvSpPr>
        <p:spPr>
          <a:xfrm>
            <a:off x="914400" y="4672584"/>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T 0 см</a:t>
            </a:r>
          </a:p>
        </p:txBody>
      </p:sp>
      <p:sp>
        <p:nvSpPr>
          <p:cNvPr id="67" name="text67"/>
          <p:cNvSpPr txBox="1"/>
          <p:nvPr/>
        </p:nvSpPr>
        <p:spPr>
          <a:xfrm>
            <a:off x="224028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+17.9°</a:t>
            </a:r>
          </a:p>
        </p:txBody>
      </p:sp>
      <p:sp>
        <p:nvSpPr>
          <p:cNvPr id="68" name="text68"/>
          <p:cNvSpPr txBox="1"/>
          <p:nvPr/>
        </p:nvSpPr>
        <p:spPr>
          <a:xfrm>
            <a:off x="342900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+15.2°</a:t>
            </a:r>
          </a:p>
        </p:txBody>
      </p:sp>
      <p:sp>
        <p:nvSpPr>
          <p:cNvPr id="69" name="text69"/>
          <p:cNvSpPr txBox="1"/>
          <p:nvPr/>
        </p:nvSpPr>
        <p:spPr>
          <a:xfrm>
            <a:off x="461772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+14.9°</a:t>
            </a:r>
          </a:p>
        </p:txBody>
      </p:sp>
      <p:sp>
        <p:nvSpPr>
          <p:cNvPr id="70" name="text70"/>
          <p:cNvSpPr txBox="1"/>
          <p:nvPr/>
        </p:nvSpPr>
        <p:spPr>
          <a:xfrm>
            <a:off x="580644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+14.5°</a:t>
            </a:r>
          </a:p>
        </p:txBody>
      </p:sp>
      <p:sp>
        <p:nvSpPr>
          <p:cNvPr id="71" name="text71"/>
          <p:cNvSpPr txBox="1"/>
          <p:nvPr/>
        </p:nvSpPr>
        <p:spPr>
          <a:xfrm>
            <a:off x="6995160" y="4672584"/>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+17.3°</a:t>
            </a:r>
          </a:p>
        </p:txBody>
      </p:sp>
      <p:sp>
        <p:nvSpPr>
          <p:cNvPr id="72" name="text72"/>
          <p:cNvSpPr txBox="1"/>
          <p:nvPr/>
        </p:nvSpPr>
        <p:spPr>
          <a:xfrm>
            <a:off x="8549640" y="4672584"/>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стабільно</a:t>
            </a:r>
          </a:p>
        </p:txBody>
      </p:sp>
      <p:sp>
        <p:nvSpPr>
          <p:cNvPr id="73" name="shape73"/>
          <p:cNvSpPr/>
          <p:nvPr/>
        </p:nvSpPr>
        <p:spPr>
          <a:xfrm>
            <a:off x="749808" y="5020056"/>
            <a:ext cx="10561320" cy="329184"/>
          </a:xfrm>
          <a:prstGeom prst="rect">
            <a:avLst/>
          </a:prstGeom>
          <a:solidFill>
            <a:srgbClr val="101010"/>
          </a:solidFill>
          <a:ln>
            <a:noFill/>
          </a:ln>
        </p:spPr>
        <p:txBody>
          <a:bodyPr/>
          <a:lstStyle/>
          <a:p>
            <a:endParaRPr lang="uk-UA"/>
          </a:p>
        </p:txBody>
      </p:sp>
      <p:sp>
        <p:nvSpPr>
          <p:cNvPr id="74" name="text74"/>
          <p:cNvSpPr txBox="1"/>
          <p:nvPr/>
        </p:nvSpPr>
        <p:spPr>
          <a:xfrm>
            <a:off x="914400" y="5093208"/>
            <a:ext cx="1097280" cy="146304"/>
          </a:xfrm>
          <a:prstGeom prst="rect">
            <a:avLst/>
          </a:prstGeom>
          <a:noFill/>
          <a:ln>
            <a:noFill/>
          </a:ln>
        </p:spPr>
        <p:txBody>
          <a:bodyPr wrap="none" lIns="0" tIns="0" rIns="0" bIns="0">
            <a:normAutofit lnSpcReduction="10000"/>
          </a:bodyPr>
          <a:lstStyle/>
          <a:p>
            <a:pPr algn="l"/>
            <a:r>
              <a:rPr lang="uk-UA" sz="1000" b="1">
                <a:solidFill>
                  <a:srgbClr val="FFFFFF"/>
                </a:solidFill>
                <a:latin typeface="Aptos"/>
                <a:cs typeface="Aptos"/>
              </a:rPr>
              <a:t>T 6 см</a:t>
            </a:r>
          </a:p>
        </p:txBody>
      </p:sp>
      <p:sp>
        <p:nvSpPr>
          <p:cNvPr id="75" name="text75"/>
          <p:cNvSpPr txBox="1"/>
          <p:nvPr/>
        </p:nvSpPr>
        <p:spPr>
          <a:xfrm>
            <a:off x="224028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+17.9°</a:t>
            </a:r>
          </a:p>
        </p:txBody>
      </p:sp>
      <p:sp>
        <p:nvSpPr>
          <p:cNvPr id="76" name="text76"/>
          <p:cNvSpPr txBox="1"/>
          <p:nvPr/>
        </p:nvSpPr>
        <p:spPr>
          <a:xfrm>
            <a:off x="342900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+15.6°</a:t>
            </a:r>
          </a:p>
        </p:txBody>
      </p:sp>
      <p:sp>
        <p:nvSpPr>
          <p:cNvPr id="77" name="text77"/>
          <p:cNvSpPr txBox="1"/>
          <p:nvPr/>
        </p:nvSpPr>
        <p:spPr>
          <a:xfrm>
            <a:off x="461772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+15.1°</a:t>
            </a:r>
          </a:p>
        </p:txBody>
      </p:sp>
      <p:sp>
        <p:nvSpPr>
          <p:cNvPr id="78" name="text78"/>
          <p:cNvSpPr txBox="1"/>
          <p:nvPr/>
        </p:nvSpPr>
        <p:spPr>
          <a:xfrm>
            <a:off x="580644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+14.1°</a:t>
            </a:r>
          </a:p>
        </p:txBody>
      </p:sp>
      <p:sp>
        <p:nvSpPr>
          <p:cNvPr id="79" name="text79"/>
          <p:cNvSpPr txBox="1"/>
          <p:nvPr/>
        </p:nvSpPr>
        <p:spPr>
          <a:xfrm>
            <a:off x="6995160" y="5093208"/>
            <a:ext cx="100584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+15.8°</a:t>
            </a:r>
          </a:p>
        </p:txBody>
      </p:sp>
      <p:sp>
        <p:nvSpPr>
          <p:cNvPr id="80" name="text80"/>
          <p:cNvSpPr txBox="1"/>
          <p:nvPr/>
        </p:nvSpPr>
        <p:spPr>
          <a:xfrm>
            <a:off x="8549640" y="5093208"/>
            <a:ext cx="2468880" cy="146304"/>
          </a:xfrm>
          <a:prstGeom prst="rect">
            <a:avLst/>
          </a:prstGeom>
          <a:noFill/>
          <a:ln>
            <a:noFill/>
          </a:ln>
        </p:spPr>
        <p:txBody>
          <a:bodyPr wrap="none" lIns="0" tIns="0" rIns="0" bIns="0">
            <a:normAutofit lnSpcReduction="10000"/>
          </a:bodyPr>
          <a:lstStyle/>
          <a:p>
            <a:pPr algn="ctr"/>
            <a:r>
              <a:rPr lang="uk-UA" sz="1000">
                <a:solidFill>
                  <a:srgbClr val="FFFFFF"/>
                </a:solidFill>
                <a:latin typeface="Aptos"/>
                <a:cs typeface="Aptos"/>
              </a:rPr>
              <a:t>↓ холодає</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3E1C227-75E8-6415-E794-16944E0DF5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E95AB9-E820-DEC9-F6B8-209558450D74}"/>
              </a:ext>
            </a:extLst>
          </p:cNvPr>
          <p:cNvSpPr txBox="1"/>
          <p:nvPr/>
        </p:nvSpPr>
        <p:spPr>
          <a:xfrm>
            <a:off x="2215692" y="326951"/>
            <a:ext cx="7346306"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СТАН ТА ПОЛОЖЕННЯ ПРОТИВНИКА СТАРИЦЯ</a:t>
            </a:r>
          </a:p>
        </p:txBody>
      </p:sp>
      <p:pic>
        <p:nvPicPr>
          <p:cNvPr id="4" name="logo_left">
            <a:extLst>
              <a:ext uri="{FF2B5EF4-FFF2-40B4-BE49-F238E27FC236}">
                <a16:creationId xmlns:a16="http://schemas.microsoft.com/office/drawing/2014/main" id="{584DB9EC-086C-82E3-B5FB-2F57CC2E67E3}"/>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7815C158-8460-1BB5-5D4D-4A823D035918}"/>
              </a:ext>
            </a:extLst>
          </p:cNvPr>
          <p:cNvPicPr/>
          <p:nvPr/>
        </p:nvPicPr>
        <p:blipFill>
          <a:blip r:embed="rId4"/>
          <a:stretch>
            <a:fillRect/>
          </a:stretch>
        </p:blipFill>
        <p:spPr>
          <a:xfrm>
            <a:off x="11064240" y="109728"/>
            <a:ext cx="685800" cy="896112"/>
          </a:xfrm>
          <a:prstGeom prst="rect">
            <a:avLst/>
          </a:prstGeom>
        </p:spPr>
      </p:pic>
      <p:sp>
        <p:nvSpPr>
          <p:cNvPr id="10" name="shape14">
            <a:extLst>
              <a:ext uri="{FF2B5EF4-FFF2-40B4-BE49-F238E27FC236}">
                <a16:creationId xmlns:a16="http://schemas.microsoft.com/office/drawing/2014/main" id="{17D9777D-12D3-19FA-E798-F2DAC2B30D56}"/>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6" name="TextBox 15">
            <a:extLst>
              <a:ext uri="{FF2B5EF4-FFF2-40B4-BE49-F238E27FC236}">
                <a16:creationId xmlns:a16="http://schemas.microsoft.com/office/drawing/2014/main" id="{250FF53C-772F-5F21-A65E-4A6AE53EE028}"/>
              </a:ext>
            </a:extLst>
          </p:cNvPr>
          <p:cNvSpPr txBox="1"/>
          <p:nvPr/>
        </p:nvSpPr>
        <p:spPr>
          <a:xfrm>
            <a:off x="274320" y="1121569"/>
            <a:ext cx="11475720" cy="3441327"/>
          </a:xfrm>
          <a:prstGeom prst="rect">
            <a:avLst/>
          </a:prstGeom>
          <a:noFill/>
        </p:spPr>
        <p:txBody>
          <a:bodyPr wrap="square">
            <a:spAutoFit/>
          </a:bodyPr>
          <a:lstStyle/>
          <a:p>
            <a:pPr indent="450215">
              <a:lnSpc>
                <a:spcPct val="115000"/>
              </a:lnSpc>
              <a:spcAft>
                <a:spcPts val="800"/>
              </a:spcAft>
              <a:buNone/>
              <a:tabLst>
                <a:tab pos="450215" algn="l"/>
              </a:tabLst>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В </a:t>
            </a:r>
            <a:r>
              <a:rPr lang="uk-UA" sz="1200"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районі виконання бойових завдань 23 ШП «РУГ»</a:t>
            </a: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2 корпусу НГУ «Хартія» на Вовчанському напрямку </a:t>
            </a:r>
            <a:r>
              <a:rPr lang="ru-RU" sz="1200"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п</a:t>
            </a:r>
            <a:r>
              <a:rPr lang="ru-RU"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ротивник силами штурмових підрозділів ТН “Липцовско-Печенежское” </a:t>
            </a: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не полишає спроб створити сталий плацдарм по рубежу ІЗБИЦЬКЕ, СТАРИЦЯ.</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indent="450215">
              <a:lnSpc>
                <a:spcPct val="115000"/>
              </a:lnSpc>
              <a:spcAft>
                <a:spcPts val="800"/>
              </a:spcAft>
              <a:buNone/>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З метою реакції на наступальні дії підрозділів </a:t>
            </a:r>
            <a:r>
              <a:rPr lang="uk-UA" sz="1200"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23 ШП «РУГ» </a:t>
            </a: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противник:</a:t>
            </a:r>
            <a:endParaRPr lang="uk-UA"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171450" indent="-171450">
              <a:lnSpc>
                <a:spcPct val="115000"/>
              </a:lnSpc>
              <a:spcAft>
                <a:spcPts val="800"/>
              </a:spcAft>
              <a:buFont typeface="Arial" panose="020B0604020202020204" pitchFamily="34" charset="0"/>
              <a:buChar char="•"/>
            </a:pPr>
            <a:r>
              <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1009 мсп 68 мсд продовжує інфільтрацію особового складу в лісовий масив РУБІЖАНСЬКИЙ південніше СТАРИЦЯ з метою вийти на південний край лісу та заблокувати логістичні шляхи СОУ на передові позиції в лісі РУБІЖАНСЬКИЙ. </a:t>
            </a:r>
          </a:p>
          <a:p>
            <a:pPr marL="171450" indent="-171450">
              <a:lnSpc>
                <a:spcPct val="115000"/>
              </a:lnSpc>
              <a:spcAft>
                <a:spcPts val="800"/>
              </a:spcAft>
              <a:buFont typeface="Arial" panose="020B0604020202020204" pitchFamily="34" charset="0"/>
              <a:buChar char="•"/>
            </a:pPr>
            <a:r>
              <a:rPr lang="ru-RU" sz="1200" dirty="0">
                <a:solidFill>
                  <a:schemeClr val="bg1"/>
                </a:solidFill>
                <a:latin typeface="Times New Roman" panose="02020603050405020304" pitchFamily="18" charset="0"/>
                <a:cs typeface="Times New Roman" panose="02020603050405020304" pitchFamily="18" charset="0"/>
              </a:rPr>
              <a:t>«Шторм В» 7 омсп 11 АК продовжує інфільтрацію особового складу в лісовий масив РУБІЖАНСЬКИЙ південніше СТАРИЦЯ з метою обійти позиції СОУ в СТАРИЦЯ, вийти до ІЗБИЦЬКЕ, заблокувати логістичні шляхи на передові позиції СОУ в західній частині СТАРИЦЯ</a:t>
            </a:r>
            <a:r>
              <a:rPr lang="uk-UA" sz="1200" dirty="0">
                <a:solidFill>
                  <a:schemeClr val="bg1"/>
                </a:solidFill>
                <a:latin typeface="Times New Roman" panose="02020603050405020304" pitchFamily="18" charset="0"/>
                <a:cs typeface="Times New Roman" panose="02020603050405020304" pitchFamily="18" charset="0"/>
              </a:rPr>
              <a:t>,</a:t>
            </a:r>
            <a:r>
              <a:rPr lang="ru-RU" sz="1200" dirty="0">
                <a:solidFill>
                  <a:schemeClr val="bg1"/>
                </a:solidFill>
                <a:latin typeface="Times New Roman" panose="02020603050405020304" pitchFamily="18" charset="0"/>
                <a:cs typeface="Times New Roman" panose="02020603050405020304" pitchFamily="18" charset="0"/>
              </a:rPr>
              <a:t> оволодіти лісом на околицях ІЗБИЦЬКЕ, створити сприятливі умови для подальшого просування ІЗБИЦЬКЕ-ВАРВАРІВКА-ТЕРНОВА.</a:t>
            </a:r>
            <a:endParaRPr lang="uk-UA" sz="12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71450" indent="-171450">
              <a:lnSpc>
                <a:spcPct val="115000"/>
              </a:lnSpc>
              <a:spcAft>
                <a:spcPts val="800"/>
              </a:spcAft>
              <a:buFont typeface="Arial" panose="020B0604020202020204" pitchFamily="34" charset="0"/>
              <a:buChar char="•"/>
            </a:pPr>
            <a:endParaRPr lang="uk-UA" sz="1200" b="1"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800"/>
              </a:spcAft>
            </a:pPr>
            <a:r>
              <a:rPr lang="uk-UA"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Для виконання визначених завдань утримує угруповання у складі: </a:t>
            </a:r>
            <a:br>
              <a:rPr lang="uk-UA"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ru-RU" sz="1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бригад – 2, полків – 6, окремих батальйонів – 5, загонів – 3, особового складу – до 20,1 тис. в/с; танків – до 112 од.; ББМ – понад 240 од.; АС – понад 279 од.; РСЗВ – до 60 од.; ПТРК – понад 216 од.; ППО – до 94 од.; ОТРК – 4 од.; ВВС – 2 од.; БПС – 410 розрахунків.</a:t>
            </a:r>
          </a:p>
          <a:p>
            <a:pPr indent="450215">
              <a:lnSpc>
                <a:spcPct val="115000"/>
              </a:lnSpc>
              <a:spcAft>
                <a:spcPts val="800"/>
              </a:spcAft>
              <a:buNone/>
            </a:pPr>
            <a:endParaRPr lang="uk-UA"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25427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5DA136-0EAA-662F-5FDC-1E4AB2AE32B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0DC14C1-C2B2-A3AE-A4F6-AECBE6B25C70}"/>
              </a:ext>
            </a:extLst>
          </p:cNvPr>
          <p:cNvPicPr>
            <a:picLocks noChangeAspect="1"/>
          </p:cNvPicPr>
          <p:nvPr/>
        </p:nvPicPr>
        <p:blipFill>
          <a:blip r:embed="rId3">
            <a:extLst>
              <a:ext uri="{28A0092B-C50C-407E-A947-70E740481C1C}">
                <a14:useLocalDpi xmlns:a14="http://schemas.microsoft.com/office/drawing/2010/main" val="0"/>
              </a:ext>
            </a:extLst>
          </a:blip>
          <a:srcRect l="3596" t="7762" r="3837" b="17433"/>
          <a:stretch>
            <a:fillRect/>
          </a:stretch>
        </p:blipFill>
        <p:spPr>
          <a:xfrm>
            <a:off x="0" y="1049732"/>
            <a:ext cx="12192000" cy="5808268"/>
          </a:xfrm>
          <a:prstGeom prst="rect">
            <a:avLst/>
          </a:prstGeom>
        </p:spPr>
      </p:pic>
      <p:sp>
        <p:nvSpPr>
          <p:cNvPr id="2" name="TextBox 1">
            <a:extLst>
              <a:ext uri="{FF2B5EF4-FFF2-40B4-BE49-F238E27FC236}">
                <a16:creationId xmlns:a16="http://schemas.microsoft.com/office/drawing/2014/main" id="{D03EB11A-29D6-E137-E71C-848BE52F5520}"/>
              </a:ext>
            </a:extLst>
          </p:cNvPr>
          <p:cNvSpPr txBox="1"/>
          <p:nvPr/>
        </p:nvSpPr>
        <p:spPr>
          <a:xfrm>
            <a:off x="2005760" y="326951"/>
            <a:ext cx="8067017"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ЙМОВІРНИЙ ХАРАКТЕР ДІЙ ПРОТИВНИКА СТАРИЦЯ</a:t>
            </a:r>
          </a:p>
        </p:txBody>
      </p:sp>
      <p:pic>
        <p:nvPicPr>
          <p:cNvPr id="4" name="logo_left">
            <a:extLst>
              <a:ext uri="{FF2B5EF4-FFF2-40B4-BE49-F238E27FC236}">
                <a16:creationId xmlns:a16="http://schemas.microsoft.com/office/drawing/2014/main" id="{C710FDCE-CBBA-A814-4873-E33469B48450}"/>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EE0EE85C-432C-1218-A132-B4DB2C247BBB}"/>
              </a:ext>
            </a:extLst>
          </p:cNvPr>
          <p:cNvPicPr/>
          <p:nvPr/>
        </p:nvPicPr>
        <p:blipFill>
          <a:blip r:embed="rId5"/>
          <a:stretch>
            <a:fillRect/>
          </a:stretch>
        </p:blipFill>
        <p:spPr>
          <a:xfrm>
            <a:off x="11064240" y="109728"/>
            <a:ext cx="685800" cy="896112"/>
          </a:xfrm>
          <a:prstGeom prst="rect">
            <a:avLst/>
          </a:prstGeom>
        </p:spPr>
      </p:pic>
      <p:sp>
        <p:nvSpPr>
          <p:cNvPr id="10" name="shape14">
            <a:extLst>
              <a:ext uri="{FF2B5EF4-FFF2-40B4-BE49-F238E27FC236}">
                <a16:creationId xmlns:a16="http://schemas.microsoft.com/office/drawing/2014/main" id="{ACB4CD02-96A3-5649-7536-543A0B136D90}"/>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36" name="TextBox 35">
            <a:extLst>
              <a:ext uri="{FF2B5EF4-FFF2-40B4-BE49-F238E27FC236}">
                <a16:creationId xmlns:a16="http://schemas.microsoft.com/office/drawing/2014/main" id="{709E3634-B6BF-064B-13F9-1CCA38689388}"/>
              </a:ext>
            </a:extLst>
          </p:cNvPr>
          <p:cNvSpPr txBox="1"/>
          <p:nvPr/>
        </p:nvSpPr>
        <p:spPr>
          <a:xfrm>
            <a:off x="114300" y="1901952"/>
            <a:ext cx="4360066" cy="932259"/>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1009 мсп 68 мсд продовжить заходи з інфільтрації в лісовий масив РУБІЖАНСЬКИЙ південніше СТАРИЦЯ з метою вийти на південний край лісу та заблокувати логістичні шляхи СОУ на передові позиції в лісі РУБІЖАНСЬКИЙ. В подальшому оволодіти лісовим масивом повністю, прокласти через нього додаткові логістичні  шляхи ГАТИЩЕ-СТАРИЦЯ-ІЗБИЦЬКЕ та на лівий берег р.СІВЕРСЬКИЙ ДОНЕЦЬ в райони ГРАФСЬКЕ та ВЕРХНЯ ПИСАРІВКА.</a:t>
            </a:r>
          </a:p>
        </p:txBody>
      </p:sp>
      <p:sp>
        <p:nvSpPr>
          <p:cNvPr id="11" name="TextBox 10">
            <a:extLst>
              <a:ext uri="{FF2B5EF4-FFF2-40B4-BE49-F238E27FC236}">
                <a16:creationId xmlns:a16="http://schemas.microsoft.com/office/drawing/2014/main" id="{FAD46647-B7DB-BC80-13B4-7C2860D00669}"/>
              </a:ext>
            </a:extLst>
          </p:cNvPr>
          <p:cNvSpPr txBox="1"/>
          <p:nvPr/>
        </p:nvSpPr>
        <p:spPr>
          <a:xfrm>
            <a:off x="114300" y="2962870"/>
            <a:ext cx="4360066" cy="932259"/>
          </a:xfrm>
          <a:prstGeom prst="roundRect">
            <a:avLst>
              <a:gd name="adj" fmla="val 1925"/>
            </a:avLst>
          </a:prstGeom>
          <a:solidFill>
            <a:schemeClr val="tx1"/>
          </a:solidFill>
          <a:ln>
            <a:solidFill>
              <a:schemeClr val="bg1"/>
            </a:solidFill>
          </a:ln>
        </p:spPr>
        <p:txBody>
          <a:bodyPr wrap="square" rtlCol="0">
            <a:spAutoFit/>
          </a:bodyPr>
          <a:lstStyle/>
          <a:p>
            <a:r>
              <a:rPr lang="ru-RU" sz="900" dirty="0">
                <a:solidFill>
                  <a:schemeClr val="bg1"/>
                </a:solidFill>
              </a:rPr>
              <a:t>«Шторм В» 7 омсп 11 АК продовжить заходи з інфільтрації в лісовий масив РУБІЖАНСЬКИЙ південніше СТАРИЦЯ. З метою обійти позиції СОУ в СТАРИЦЯ, вийти до ІЗБИЦЬКЕ, заблокувати логістичні шляхи на передові позиції СОУ в західній частині СТАРИЦЯ.  Оволодіти лісом на околицях ІЗБИЦЬКЕ, створити сприятливі умовіи для подальшого просування ІЗБИЦЬКЕ-ВАРВАРІВКА-ТЕРНОВА.</a:t>
            </a:r>
          </a:p>
        </p:txBody>
      </p:sp>
    </p:spTree>
    <p:extLst>
      <p:ext uri="{BB962C8B-B14F-4D97-AF65-F5344CB8AC3E}">
        <p14:creationId xmlns:p14="http://schemas.microsoft.com/office/powerpoint/2010/main" val="678126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C8836F0-3C24-F9B8-1C53-6A97061E293D}"/>
            </a:ext>
          </a:extLst>
        </p:cNvPr>
        <p:cNvGrpSpPr/>
        <p:nvPr/>
      </p:nvGrpSpPr>
      <p:grpSpPr>
        <a:xfrm>
          <a:off x="0" y="0"/>
          <a:ext cx="0" cy="0"/>
          <a:chOff x="0" y="0"/>
          <a:chExt cx="0" cy="0"/>
        </a:xfrm>
      </p:grpSpPr>
      <p:pic>
        <p:nvPicPr>
          <p:cNvPr id="7" name="Рисунок 6">
            <a:extLst>
              <a:ext uri="{FF2B5EF4-FFF2-40B4-BE49-F238E27FC236}">
                <a16:creationId xmlns:a16="http://schemas.microsoft.com/office/drawing/2014/main" id="{02A96B67-BB44-38CE-14D1-A6ED72BF46CA}"/>
              </a:ext>
            </a:extLst>
          </p:cNvPr>
          <p:cNvPicPr>
            <a:picLocks noChangeAspect="1"/>
          </p:cNvPicPr>
          <p:nvPr/>
        </p:nvPicPr>
        <p:blipFill>
          <a:blip r:embed="rId3">
            <a:extLst>
              <a:ext uri="{28A0092B-C50C-407E-A947-70E740481C1C}">
                <a14:useLocalDpi xmlns:a14="http://schemas.microsoft.com/office/drawing/2010/main" val="0"/>
              </a:ext>
            </a:extLst>
          </a:blip>
          <a:srcRect l="10756" t="6560" r="3228" b="22272"/>
          <a:stretch>
            <a:fillRect/>
          </a:stretch>
        </p:blipFill>
        <p:spPr>
          <a:xfrm>
            <a:off x="0" y="1060705"/>
            <a:ext cx="12199470" cy="5797295"/>
          </a:xfrm>
          <a:prstGeom prst="rect">
            <a:avLst/>
          </a:prstGeom>
        </p:spPr>
      </p:pic>
      <p:sp>
        <p:nvSpPr>
          <p:cNvPr id="9" name="TextBox 8">
            <a:extLst>
              <a:ext uri="{FF2B5EF4-FFF2-40B4-BE49-F238E27FC236}">
                <a16:creationId xmlns:a16="http://schemas.microsoft.com/office/drawing/2014/main" id="{5BB92201-261A-3D6C-8168-5304532BEFC4}"/>
              </a:ext>
            </a:extLst>
          </p:cNvPr>
          <p:cNvSpPr txBox="1"/>
          <p:nvPr/>
        </p:nvSpPr>
        <p:spPr>
          <a:xfrm>
            <a:off x="2994993" y="203841"/>
            <a:ext cx="5933804" cy="707886"/>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pPr algn="ctr"/>
            <a:r>
              <a:rPr lang="uk-UA" sz="2000" dirty="0"/>
              <a:t>ІНФОРМАЦІЙНЕ ЗВЕДЕННЯ ПО ПРОТИВНИКУ</a:t>
            </a:r>
            <a:br>
              <a:rPr lang="uk-UA" sz="2000" dirty="0"/>
            </a:br>
            <a:r>
              <a:rPr lang="uk-UA" sz="2000" dirty="0"/>
              <a:t>ПУД СТАРИЦЯ </a:t>
            </a:r>
            <a:endParaRPr lang="uk-UA" sz="2000" noProof="1"/>
          </a:p>
        </p:txBody>
      </p:sp>
      <p:pic>
        <p:nvPicPr>
          <p:cNvPr id="4" name="logo_left">
            <a:extLst>
              <a:ext uri="{FF2B5EF4-FFF2-40B4-BE49-F238E27FC236}">
                <a16:creationId xmlns:a16="http://schemas.microsoft.com/office/drawing/2014/main" id="{03672F8E-49D5-4FA1-AB1E-6B1493EA9881}"/>
              </a:ext>
            </a:extLst>
          </p:cNvPr>
          <p:cNvPicPr/>
          <p:nvPr/>
        </p:nvPicPr>
        <p:blipFill>
          <a:blip r:embed="rId4"/>
          <a:stretch>
            <a:fillRect/>
          </a:stretch>
        </p:blipFill>
        <p:spPr>
          <a:xfrm>
            <a:off x="274320" y="109728"/>
            <a:ext cx="585216" cy="896112"/>
          </a:xfrm>
          <a:prstGeom prst="rect">
            <a:avLst/>
          </a:prstGeom>
        </p:spPr>
      </p:pic>
      <p:pic>
        <p:nvPicPr>
          <p:cNvPr id="6" name="logo_right">
            <a:extLst>
              <a:ext uri="{FF2B5EF4-FFF2-40B4-BE49-F238E27FC236}">
                <a16:creationId xmlns:a16="http://schemas.microsoft.com/office/drawing/2014/main" id="{169BA3F6-7237-E754-1E3D-52C186551E81}"/>
              </a:ext>
            </a:extLst>
          </p:cNvPr>
          <p:cNvPicPr/>
          <p:nvPr/>
        </p:nvPicPr>
        <p:blipFill>
          <a:blip r:embed="rId5"/>
          <a:stretch>
            <a:fillRect/>
          </a:stretch>
        </p:blipFill>
        <p:spPr>
          <a:xfrm>
            <a:off x="11064240" y="109728"/>
            <a:ext cx="685800" cy="896112"/>
          </a:xfrm>
          <a:prstGeom prst="rect">
            <a:avLst/>
          </a:prstGeom>
        </p:spPr>
      </p:pic>
      <p:sp>
        <p:nvSpPr>
          <p:cNvPr id="11" name="shape14">
            <a:extLst>
              <a:ext uri="{FF2B5EF4-FFF2-40B4-BE49-F238E27FC236}">
                <a16:creationId xmlns:a16="http://schemas.microsoft.com/office/drawing/2014/main" id="{CD7C53EB-57DC-292A-0255-0C35E5035028}"/>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36" name="Rectangle: Rounded Corners 35">
            <a:extLst>
              <a:ext uri="{FF2B5EF4-FFF2-40B4-BE49-F238E27FC236}">
                <a16:creationId xmlns:a16="http://schemas.microsoft.com/office/drawing/2014/main" id="{6F5AA867-A6B5-4E24-070D-CF34397984EE}"/>
              </a:ext>
            </a:extLst>
          </p:cNvPr>
          <p:cNvSpPr/>
          <p:nvPr/>
        </p:nvSpPr>
        <p:spPr>
          <a:xfrm>
            <a:off x="274320" y="1224030"/>
            <a:ext cx="4029321" cy="3575036"/>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ru-RU" sz="1100" b="1" dirty="0">
                <a:solidFill>
                  <a:schemeClr val="bg1"/>
                </a:solidFill>
              </a:rPr>
              <a:t>АКТУАЛЬНИЙ СТАН ТА ПОЛОЖЕННЯ ПРОТИВНИКА</a:t>
            </a:r>
          </a:p>
          <a:p>
            <a:r>
              <a:rPr lang="ru-RU" sz="1100" dirty="0">
                <a:solidFill>
                  <a:schemeClr val="bg1"/>
                </a:solidFill>
              </a:rPr>
              <a:t>Згідно розвідувальної інформації отриманій по взаємодії, районах контакту з противником пошуково-ударних груп та аналізу доставки посилок повітряними засобами, маємо наступні кількість та положення противника, зазначені графічно на схемі.</a:t>
            </a:r>
          </a:p>
          <a:p>
            <a:endParaRPr lang="ru-RU" sz="1100" dirty="0">
              <a:solidFill>
                <a:schemeClr val="bg1"/>
              </a:solidFill>
            </a:endParaRPr>
          </a:p>
          <a:p>
            <a:r>
              <a:rPr lang="ru-RU" sz="1100" b="1" dirty="0">
                <a:solidFill>
                  <a:schemeClr val="bg1"/>
                </a:solidFill>
              </a:rPr>
              <a:t>ПОЗИВНІ ПРОТИВНИКА</a:t>
            </a:r>
          </a:p>
          <a:p>
            <a:r>
              <a:rPr lang="ru-RU" sz="1100" dirty="0">
                <a:solidFill>
                  <a:schemeClr val="bg1"/>
                </a:solidFill>
              </a:rPr>
              <a:t>Згідно перехоплень відомо про поранених (9) КУБА, ЛЕШИЙ, ЛЕНИН, КИРПИЧ, СИГЕЖА, МАГА, ШПАГА, ЛИНЬ та ймовірно КЛИМ.</a:t>
            </a:r>
            <a:br>
              <a:rPr lang="ru-RU" sz="1100" dirty="0">
                <a:solidFill>
                  <a:schemeClr val="bg1"/>
                </a:solidFill>
              </a:rPr>
            </a:br>
            <a:r>
              <a:rPr lang="ru-RU" sz="1100" dirty="0">
                <a:solidFill>
                  <a:schemeClr val="bg1"/>
                </a:solidFill>
              </a:rPr>
              <a:t>Згідно перехоплень відомо про безповоротних (6) КАВА, КЕША, СТАЖЕР, СКІФ, РЕГБІСТ</a:t>
            </a:r>
            <a:r>
              <a:rPr lang="uk-UA" sz="1100" dirty="0">
                <a:solidFill>
                  <a:schemeClr val="bg1"/>
                </a:solidFill>
              </a:rPr>
              <a:t>, ЧИП</a:t>
            </a:r>
            <a:r>
              <a:rPr lang="ru-RU" sz="1100" dirty="0">
                <a:solidFill>
                  <a:schemeClr val="bg1"/>
                </a:solidFill>
              </a:rPr>
              <a:t>.</a:t>
            </a:r>
            <a:br>
              <a:rPr lang="ru-RU" sz="1100" dirty="0">
                <a:solidFill>
                  <a:schemeClr val="bg1"/>
                </a:solidFill>
              </a:rPr>
            </a:br>
            <a:r>
              <a:rPr lang="ru-RU" sz="1100" dirty="0">
                <a:solidFill>
                  <a:schemeClr val="bg1"/>
                </a:solidFill>
              </a:rPr>
              <a:t>Інші відомі позивні в лісі (29): КОЛА, РИВ, МОДНИК, ХОЛ, БОБИК, ДУБОЩИТ, ДЕД, ШПАГА, ЛУТНИК, ДЕМОН, ЗАНУДА, КНЯЗЬ, БАЧУРА, ПУШКИН, ЖДАН, РИЖИЙ, МОРЕ, ФРАНЦУЗ, БАРС, ЛЕО, ХАН, БРАТКА, ЦИГАН, КАРЕЛ, ФАР, МЕМ, КРИК, БЛАЖЕНИЙ, СТРЕЛА, МАГА.</a:t>
            </a:r>
          </a:p>
          <a:p>
            <a:r>
              <a:rPr lang="ru-RU" sz="1100" dirty="0">
                <a:solidFill>
                  <a:schemeClr val="bg1"/>
                </a:solidFill>
              </a:rPr>
              <a:t>Всі вказані вище позивні належать до 1009 мсп (імовірно 2 та 3 батальйону).</a:t>
            </a:r>
          </a:p>
          <a:p>
            <a:endParaRPr lang="ru-RU" sz="1100" dirty="0">
              <a:solidFill>
                <a:schemeClr val="bg1"/>
              </a:solidFill>
            </a:endParaRPr>
          </a:p>
        </p:txBody>
      </p:sp>
      <p:sp>
        <p:nvSpPr>
          <p:cNvPr id="8" name="TextBox 7">
            <a:extLst>
              <a:ext uri="{FF2B5EF4-FFF2-40B4-BE49-F238E27FC236}">
                <a16:creationId xmlns:a16="http://schemas.microsoft.com/office/drawing/2014/main" id="{F7BF010E-D4D1-A1D2-7266-6398F3552896}"/>
              </a:ext>
            </a:extLst>
          </p:cNvPr>
          <p:cNvSpPr txBox="1"/>
          <p:nvPr/>
        </p:nvSpPr>
        <p:spPr>
          <a:xfrm>
            <a:off x="12604955" y="1838632"/>
            <a:ext cx="184731" cy="369332"/>
          </a:xfrm>
          <a:prstGeom prst="rect">
            <a:avLst/>
          </a:prstGeom>
          <a:noFill/>
        </p:spPr>
        <p:txBody>
          <a:bodyPr wrap="none" rtlCol="0">
            <a:spAutoFit/>
          </a:bodyPr>
          <a:lstStyle/>
          <a:p>
            <a:endParaRPr lang="ru-UA" dirty="0"/>
          </a:p>
        </p:txBody>
      </p:sp>
    </p:spTree>
    <p:extLst>
      <p:ext uri="{BB962C8B-B14F-4D97-AF65-F5344CB8AC3E}">
        <p14:creationId xmlns:p14="http://schemas.microsoft.com/office/powerpoint/2010/main" val="1777279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B00C7A-3719-A63B-4F02-81F81003C4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D8C6E-DE3A-4B53-9ED0-FE23B9E04BF3}"/>
              </a:ext>
            </a:extLst>
          </p:cNvPr>
          <p:cNvPicPr>
            <a:picLocks noChangeAspect="1"/>
          </p:cNvPicPr>
          <p:nvPr/>
        </p:nvPicPr>
        <p:blipFill>
          <a:blip r:embed="rId3">
            <a:extLst>
              <a:ext uri="{28A0092B-C50C-407E-A947-70E740481C1C}">
                <a14:useLocalDpi xmlns:a14="http://schemas.microsoft.com/office/drawing/2010/main" val="0"/>
              </a:ext>
            </a:extLst>
          </a:blip>
          <a:srcRect l="3269" t="5216" r="3394" b="17583"/>
          <a:stretch>
            <a:fillRect/>
          </a:stretch>
        </p:blipFill>
        <p:spPr>
          <a:xfrm>
            <a:off x="-1526" y="1066132"/>
            <a:ext cx="12192000" cy="5791868"/>
          </a:xfrm>
          <a:prstGeom prst="rect">
            <a:avLst/>
          </a:prstGeom>
        </p:spPr>
      </p:pic>
      <p:sp>
        <p:nvSpPr>
          <p:cNvPr id="9" name="TextBox 8">
            <a:extLst>
              <a:ext uri="{FF2B5EF4-FFF2-40B4-BE49-F238E27FC236}">
                <a16:creationId xmlns:a16="http://schemas.microsoft.com/office/drawing/2014/main" id="{F4DB2E9E-661D-6BF3-4AD7-671CA99DED77}"/>
              </a:ext>
            </a:extLst>
          </p:cNvPr>
          <p:cNvSpPr txBox="1"/>
          <p:nvPr/>
        </p:nvSpPr>
        <p:spPr>
          <a:xfrm>
            <a:off x="4965333" y="357729"/>
            <a:ext cx="1993110" cy="400110"/>
          </a:xfrm>
          <a:prstGeom prst="rect">
            <a:avLst/>
          </a:prstGeom>
          <a:noFill/>
        </p:spPr>
        <p:txBody>
          <a:bodyPr wrap="none" rtlCol="0">
            <a:spAutoFit/>
          </a:bodyPr>
          <a:lstStyle>
            <a:defPPr>
              <a:defRPr lang="uk-UA"/>
            </a:defPPr>
            <a:lvl1pPr>
              <a:defRPr sz="2400">
                <a:solidFill>
                  <a:schemeClr val="bg1"/>
                </a:solidFill>
                <a:latin typeface="Arial" panose="020B0604020202020204" pitchFamily="34" charset="0"/>
                <a:cs typeface="Arial" panose="020B0604020202020204" pitchFamily="34" charset="0"/>
              </a:defRPr>
            </a:lvl1pPr>
          </a:lstStyle>
          <a:p>
            <a:pPr algn="ctr"/>
            <a:r>
              <a:rPr lang="uk-UA" sz="2000" dirty="0"/>
              <a:t>ПУД СТАРИЦЯ</a:t>
            </a:r>
            <a:endParaRPr lang="uk-UA" sz="2000" noProof="1"/>
          </a:p>
        </p:txBody>
      </p:sp>
      <p:pic>
        <p:nvPicPr>
          <p:cNvPr id="4" name="logo_left">
            <a:extLst>
              <a:ext uri="{FF2B5EF4-FFF2-40B4-BE49-F238E27FC236}">
                <a16:creationId xmlns:a16="http://schemas.microsoft.com/office/drawing/2014/main" id="{BEA96100-3B36-BB42-2A8D-D95BB27422AF}"/>
              </a:ext>
            </a:extLst>
          </p:cNvPr>
          <p:cNvPicPr/>
          <p:nvPr/>
        </p:nvPicPr>
        <p:blipFill>
          <a:blip r:embed="rId4"/>
          <a:stretch>
            <a:fillRect/>
          </a:stretch>
        </p:blipFill>
        <p:spPr>
          <a:xfrm>
            <a:off x="274320" y="109728"/>
            <a:ext cx="585216" cy="896112"/>
          </a:xfrm>
          <a:prstGeom prst="rect">
            <a:avLst/>
          </a:prstGeom>
        </p:spPr>
      </p:pic>
      <p:pic>
        <p:nvPicPr>
          <p:cNvPr id="6" name="logo_right">
            <a:extLst>
              <a:ext uri="{FF2B5EF4-FFF2-40B4-BE49-F238E27FC236}">
                <a16:creationId xmlns:a16="http://schemas.microsoft.com/office/drawing/2014/main" id="{2B1B11C9-893F-D310-6B2F-860AAB7257E7}"/>
              </a:ext>
            </a:extLst>
          </p:cNvPr>
          <p:cNvPicPr/>
          <p:nvPr/>
        </p:nvPicPr>
        <p:blipFill>
          <a:blip r:embed="rId5"/>
          <a:stretch>
            <a:fillRect/>
          </a:stretch>
        </p:blipFill>
        <p:spPr>
          <a:xfrm>
            <a:off x="11064240" y="109728"/>
            <a:ext cx="685800" cy="896112"/>
          </a:xfrm>
          <a:prstGeom prst="rect">
            <a:avLst/>
          </a:prstGeom>
        </p:spPr>
      </p:pic>
      <p:sp>
        <p:nvSpPr>
          <p:cNvPr id="11" name="shape14">
            <a:extLst>
              <a:ext uri="{FF2B5EF4-FFF2-40B4-BE49-F238E27FC236}">
                <a16:creationId xmlns:a16="http://schemas.microsoft.com/office/drawing/2014/main" id="{49B0C5BF-4ED9-8E0B-AB3B-7B2D8B54A8BA}"/>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36" name="Rectangle: Rounded Corners 35">
            <a:extLst>
              <a:ext uri="{FF2B5EF4-FFF2-40B4-BE49-F238E27FC236}">
                <a16:creationId xmlns:a16="http://schemas.microsoft.com/office/drawing/2014/main" id="{A053F943-19E1-42A2-6DFD-AAB4879B2D76}"/>
              </a:ext>
            </a:extLst>
          </p:cNvPr>
          <p:cNvSpPr/>
          <p:nvPr/>
        </p:nvSpPr>
        <p:spPr>
          <a:xfrm>
            <a:off x="274317" y="1262357"/>
            <a:ext cx="4029321" cy="838047"/>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Група 1 МПБ</a:t>
            </a:r>
            <a:br>
              <a:rPr lang="uk-UA" sz="1100" b="1" dirty="0">
                <a:solidFill>
                  <a:schemeClr val="bg1"/>
                </a:solidFill>
              </a:rPr>
            </a:br>
            <a:r>
              <a:rPr lang="uk-UA" sz="1100" dirty="0">
                <a:solidFill>
                  <a:schemeClr val="bg1"/>
                </a:solidFill>
              </a:rPr>
              <a:t>Станом на 18:00 група пройшла маршрут від С14 до С4. Поруч зі стартовою точкою виявили тіло противника. По маршруту противника невиявлено.</a:t>
            </a:r>
            <a:endParaRPr lang="ru-RU" sz="1100" dirty="0">
              <a:solidFill>
                <a:schemeClr val="bg1"/>
              </a:solidFill>
            </a:endParaRPr>
          </a:p>
          <a:p>
            <a:endParaRPr lang="ru-RU" sz="1100" dirty="0">
              <a:solidFill>
                <a:schemeClr val="bg1"/>
              </a:solidFill>
            </a:endParaRPr>
          </a:p>
        </p:txBody>
      </p:sp>
      <p:sp>
        <p:nvSpPr>
          <p:cNvPr id="8" name="TextBox 7">
            <a:extLst>
              <a:ext uri="{FF2B5EF4-FFF2-40B4-BE49-F238E27FC236}">
                <a16:creationId xmlns:a16="http://schemas.microsoft.com/office/drawing/2014/main" id="{3455361B-7646-558C-E7D3-CB28FD7C689E}"/>
              </a:ext>
            </a:extLst>
          </p:cNvPr>
          <p:cNvSpPr txBox="1"/>
          <p:nvPr/>
        </p:nvSpPr>
        <p:spPr>
          <a:xfrm>
            <a:off x="12604955" y="1838632"/>
            <a:ext cx="184731" cy="369332"/>
          </a:xfrm>
          <a:prstGeom prst="rect">
            <a:avLst/>
          </a:prstGeom>
          <a:noFill/>
        </p:spPr>
        <p:txBody>
          <a:bodyPr wrap="none" rtlCol="0">
            <a:spAutoFit/>
          </a:bodyPr>
          <a:lstStyle/>
          <a:p>
            <a:endParaRPr lang="ru-UA" dirty="0"/>
          </a:p>
        </p:txBody>
      </p:sp>
      <p:cxnSp>
        <p:nvCxnSpPr>
          <p:cNvPr id="14" name="Прямая со стрелкой 26">
            <a:extLst>
              <a:ext uri="{FF2B5EF4-FFF2-40B4-BE49-F238E27FC236}">
                <a16:creationId xmlns:a16="http://schemas.microsoft.com/office/drawing/2014/main" id="{F0A39D18-4F12-CA36-D544-DFD66F6E2D91}"/>
              </a:ext>
            </a:extLst>
          </p:cNvPr>
          <p:cNvCxnSpPr>
            <a:cxnSpLocks/>
            <a:stCxn id="36" idx="3"/>
          </p:cNvCxnSpPr>
          <p:nvPr/>
        </p:nvCxnSpPr>
        <p:spPr>
          <a:xfrm>
            <a:off x="4303638" y="1681381"/>
            <a:ext cx="2196750" cy="2798604"/>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8" name="Rectangle: Rounded Corners 17">
            <a:extLst>
              <a:ext uri="{FF2B5EF4-FFF2-40B4-BE49-F238E27FC236}">
                <a16:creationId xmlns:a16="http://schemas.microsoft.com/office/drawing/2014/main" id="{36854FDF-E796-BEC3-BE99-2F68B3B267BC}"/>
              </a:ext>
            </a:extLst>
          </p:cNvPr>
          <p:cNvSpPr/>
          <p:nvPr/>
        </p:nvSpPr>
        <p:spPr>
          <a:xfrm>
            <a:off x="7885311" y="2016906"/>
            <a:ext cx="4029321" cy="620618"/>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Групи 1 і 2 РР</a:t>
            </a:r>
            <a:br>
              <a:rPr lang="uk-UA" sz="1100" b="1" dirty="0">
                <a:solidFill>
                  <a:schemeClr val="bg1"/>
                </a:solidFill>
              </a:rPr>
            </a:br>
            <a:r>
              <a:rPr lang="uk-UA" sz="1100" dirty="0">
                <a:solidFill>
                  <a:schemeClr val="bg1"/>
                </a:solidFill>
              </a:rPr>
              <a:t>Станом на 18:00 групи не задіювались в проведені пошуково-ударних дій.</a:t>
            </a:r>
            <a:endParaRPr lang="ru-RU" sz="1100" dirty="0">
              <a:solidFill>
                <a:schemeClr val="bg1"/>
              </a:solidFill>
            </a:endParaRPr>
          </a:p>
        </p:txBody>
      </p:sp>
      <p:sp>
        <p:nvSpPr>
          <p:cNvPr id="16" name="Rectangle: Rounded Corners 15">
            <a:extLst>
              <a:ext uri="{FF2B5EF4-FFF2-40B4-BE49-F238E27FC236}">
                <a16:creationId xmlns:a16="http://schemas.microsoft.com/office/drawing/2014/main" id="{EF66125A-E1D9-BCB1-4208-D65112707DD3}"/>
              </a:ext>
            </a:extLst>
          </p:cNvPr>
          <p:cNvSpPr/>
          <p:nvPr/>
        </p:nvSpPr>
        <p:spPr>
          <a:xfrm>
            <a:off x="274316" y="4469028"/>
            <a:ext cx="4029321" cy="623169"/>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Група 2 МПБ</a:t>
            </a:r>
            <a:br>
              <a:rPr lang="uk-UA" sz="1100" b="1" dirty="0">
                <a:solidFill>
                  <a:schemeClr val="bg1"/>
                </a:solidFill>
              </a:rPr>
            </a:br>
            <a:r>
              <a:rPr lang="uk-UA" sz="1100" dirty="0">
                <a:solidFill>
                  <a:schemeClr val="bg1"/>
                </a:solidFill>
              </a:rPr>
              <a:t>Станом на 18:00 група не задіювалась в проведені пошуково-ударних дій.</a:t>
            </a:r>
            <a:endParaRPr lang="ru-RU" sz="1100" dirty="0">
              <a:solidFill>
                <a:schemeClr val="bg1"/>
              </a:solidFill>
            </a:endParaRPr>
          </a:p>
        </p:txBody>
      </p:sp>
      <p:cxnSp>
        <p:nvCxnSpPr>
          <p:cNvPr id="17" name="Прямая со стрелкой 26">
            <a:extLst>
              <a:ext uri="{FF2B5EF4-FFF2-40B4-BE49-F238E27FC236}">
                <a16:creationId xmlns:a16="http://schemas.microsoft.com/office/drawing/2014/main" id="{68753801-C421-AE06-FE19-BB4ED75EFD11}"/>
              </a:ext>
            </a:extLst>
          </p:cNvPr>
          <p:cNvCxnSpPr>
            <a:cxnSpLocks/>
          </p:cNvCxnSpPr>
          <p:nvPr/>
        </p:nvCxnSpPr>
        <p:spPr>
          <a:xfrm>
            <a:off x="4303637" y="5017105"/>
            <a:ext cx="3581674" cy="433607"/>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9" name="Прямая со стрелкой 26">
            <a:extLst>
              <a:ext uri="{FF2B5EF4-FFF2-40B4-BE49-F238E27FC236}">
                <a16:creationId xmlns:a16="http://schemas.microsoft.com/office/drawing/2014/main" id="{0D1F99A1-3267-7A5F-9FB8-099BD6CE5E1F}"/>
              </a:ext>
            </a:extLst>
          </p:cNvPr>
          <p:cNvCxnSpPr>
            <a:cxnSpLocks/>
          </p:cNvCxnSpPr>
          <p:nvPr/>
        </p:nvCxnSpPr>
        <p:spPr>
          <a:xfrm>
            <a:off x="8412154" y="2637524"/>
            <a:ext cx="1238840" cy="4220476"/>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37" name="Rectangle: Rounded Corners 36">
            <a:extLst>
              <a:ext uri="{FF2B5EF4-FFF2-40B4-BE49-F238E27FC236}">
                <a16:creationId xmlns:a16="http://schemas.microsoft.com/office/drawing/2014/main" id="{3C39F334-CFAC-F8EB-85FD-9EE1778FBA3E}"/>
              </a:ext>
            </a:extLst>
          </p:cNvPr>
          <p:cNvSpPr/>
          <p:nvPr/>
        </p:nvSpPr>
        <p:spPr>
          <a:xfrm>
            <a:off x="274316" y="5432872"/>
            <a:ext cx="4029321" cy="831535"/>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Група Резервна РР</a:t>
            </a:r>
            <a:br>
              <a:rPr lang="uk-UA" sz="1100" b="1" dirty="0">
                <a:solidFill>
                  <a:schemeClr val="bg1"/>
                </a:solidFill>
              </a:rPr>
            </a:br>
            <a:r>
              <a:rPr lang="uk-UA" sz="1100" dirty="0">
                <a:solidFill>
                  <a:schemeClr val="bg1"/>
                </a:solidFill>
              </a:rPr>
              <a:t>Станом на 18:00  </a:t>
            </a:r>
            <a:r>
              <a:rPr lang="uk-UA" sz="1100" b="1" dirty="0">
                <a:solidFill>
                  <a:schemeClr val="bg1"/>
                </a:solidFill>
              </a:rPr>
              <a:t>г</a:t>
            </a:r>
            <a:r>
              <a:rPr lang="uk-UA" sz="1100" dirty="0">
                <a:solidFill>
                  <a:schemeClr val="bg1"/>
                </a:solidFill>
              </a:rPr>
              <a:t>рупа виставила СП на точці де по перехопленням мав з’явитися противник. Противника невиявлено, група повернулась на точку старту.</a:t>
            </a:r>
            <a:br>
              <a:rPr lang="uk-UA" sz="1100" dirty="0">
                <a:solidFill>
                  <a:schemeClr val="bg1"/>
                </a:solidFill>
              </a:rPr>
            </a:br>
            <a:endParaRPr lang="ru-RU" sz="1100" dirty="0">
              <a:solidFill>
                <a:schemeClr val="bg1"/>
              </a:solidFill>
            </a:endParaRPr>
          </a:p>
        </p:txBody>
      </p:sp>
      <p:cxnSp>
        <p:nvCxnSpPr>
          <p:cNvPr id="38" name="Прямая со стрелкой 26">
            <a:extLst>
              <a:ext uri="{FF2B5EF4-FFF2-40B4-BE49-F238E27FC236}">
                <a16:creationId xmlns:a16="http://schemas.microsoft.com/office/drawing/2014/main" id="{CCBA51F0-CEAD-F0A8-748F-00F9898D646D}"/>
              </a:ext>
            </a:extLst>
          </p:cNvPr>
          <p:cNvCxnSpPr>
            <a:cxnSpLocks/>
            <a:stCxn id="37" idx="3"/>
          </p:cNvCxnSpPr>
          <p:nvPr/>
        </p:nvCxnSpPr>
        <p:spPr>
          <a:xfrm>
            <a:off x="4303637" y="5848640"/>
            <a:ext cx="4987847" cy="316186"/>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7" name="Rectangle: Rounded Corners 35">
            <a:extLst>
              <a:ext uri="{FF2B5EF4-FFF2-40B4-BE49-F238E27FC236}">
                <a16:creationId xmlns:a16="http://schemas.microsoft.com/office/drawing/2014/main" id="{C5863F80-EBA8-6E31-5C01-E2D22D751AC4}"/>
              </a:ext>
            </a:extLst>
          </p:cNvPr>
          <p:cNvSpPr/>
          <p:nvPr/>
        </p:nvSpPr>
        <p:spPr>
          <a:xfrm>
            <a:off x="247832" y="3788478"/>
            <a:ext cx="4029321" cy="457068"/>
          </a:xfrm>
          <a:prstGeom prst="roundRect">
            <a:avLst>
              <a:gd name="adj" fmla="val 2355"/>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b="1" dirty="0">
                <a:solidFill>
                  <a:schemeClr val="bg1"/>
                </a:solidFill>
              </a:rPr>
              <a:t>КСП ШКВАЛ</a:t>
            </a:r>
            <a:br>
              <a:rPr lang="uk-UA" sz="1100" b="1" dirty="0">
                <a:solidFill>
                  <a:schemeClr val="bg1"/>
                </a:solidFill>
              </a:rPr>
            </a:br>
            <a:r>
              <a:rPr lang="uk-UA" sz="1100" dirty="0">
                <a:solidFill>
                  <a:schemeClr val="bg1"/>
                </a:solidFill>
              </a:rPr>
              <a:t>Доповідали про обстріл КСП з 12:00 до 12:30</a:t>
            </a:r>
            <a:endParaRPr lang="ru-RU" sz="1100" dirty="0">
              <a:solidFill>
                <a:schemeClr val="bg1"/>
              </a:solidFill>
            </a:endParaRPr>
          </a:p>
        </p:txBody>
      </p:sp>
      <p:cxnSp>
        <p:nvCxnSpPr>
          <p:cNvPr id="39" name="Прямая со стрелкой 26">
            <a:extLst>
              <a:ext uri="{FF2B5EF4-FFF2-40B4-BE49-F238E27FC236}">
                <a16:creationId xmlns:a16="http://schemas.microsoft.com/office/drawing/2014/main" id="{1982303B-1844-FB69-E338-136CDDDF6A1F}"/>
              </a:ext>
            </a:extLst>
          </p:cNvPr>
          <p:cNvCxnSpPr>
            <a:cxnSpLocks/>
            <a:stCxn id="7" idx="3"/>
          </p:cNvCxnSpPr>
          <p:nvPr/>
        </p:nvCxnSpPr>
        <p:spPr>
          <a:xfrm>
            <a:off x="4277153" y="4017012"/>
            <a:ext cx="3087208" cy="1025866"/>
          </a:xfrm>
          <a:prstGeom prst="straightConnector1">
            <a:avLst/>
          </a:prstGeom>
          <a:ln>
            <a:solidFill>
              <a:schemeClr val="bg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57324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339A928-FB89-50B6-13C4-1AB0F966A4D8}"/>
            </a:ext>
          </a:extLst>
        </p:cNvPr>
        <p:cNvGrpSpPr/>
        <p:nvPr/>
      </p:nvGrpSpPr>
      <p:grpSpPr>
        <a:xfrm>
          <a:off x="0" y="0"/>
          <a:ext cx="0" cy="0"/>
          <a:chOff x="0" y="0"/>
          <a:chExt cx="0" cy="0"/>
        </a:xfrm>
      </p:grpSpPr>
      <p:sp>
        <p:nvSpPr>
          <p:cNvPr id="9" name="TextBox 3">
            <a:extLst>
              <a:ext uri="{FF2B5EF4-FFF2-40B4-BE49-F238E27FC236}">
                <a16:creationId xmlns:a16="http://schemas.microsoft.com/office/drawing/2014/main" id="{38410A13-3AB5-7EB4-B8DC-8467BF7AF9FC}"/>
              </a:ext>
            </a:extLst>
          </p:cNvPr>
          <p:cNvSpPr txBox="1"/>
          <p:nvPr/>
        </p:nvSpPr>
        <p:spPr>
          <a:xfrm>
            <a:off x="2282585" y="3217500"/>
            <a:ext cx="7626831" cy="461665"/>
          </a:xfrm>
          <a:prstGeom prst="rect">
            <a:avLst/>
          </a:prstGeom>
          <a:noFill/>
        </p:spPr>
        <p:txBody>
          <a:bodyPr wrap="none" rtlCol="0">
            <a:spAutoFit/>
          </a:bodyPr>
          <a:ls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uk-UA" sz="2400" dirty="0">
                <a:solidFill>
                  <a:schemeClr val="bg1"/>
                </a:solidFill>
                <a:latin typeface="Arial" panose="020B0604020202020204" pitchFamily="34" charset="0"/>
                <a:cs typeface="Arial" panose="020B0604020202020204" pitchFamily="34" charset="0"/>
              </a:rPr>
              <a:t>НОВІ ПЕРЕМІЩЕННЯ ПРОТИВНИКА НЕВИЯВЛЕНІ</a:t>
            </a:r>
          </a:p>
        </p:txBody>
      </p:sp>
      <p:pic>
        <p:nvPicPr>
          <p:cNvPr id="5" name="MAVPA map">
            <a:extLst>
              <a:ext uri="{FF2B5EF4-FFF2-40B4-BE49-F238E27FC236}">
                <a16:creationId xmlns:a16="http://schemas.microsoft.com/office/drawing/2014/main" id="{B8886DC2-1056-A218-5B40-E07045392482}"/>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918E41A4-76CF-D98B-BD57-A22025E3ED5C}"/>
              </a:ext>
            </a:extLst>
          </p:cNvPr>
          <p:cNvSpPr txBox="1"/>
          <p:nvPr/>
        </p:nvSpPr>
        <p:spPr>
          <a:xfrm>
            <a:off x="4582139" y="326952"/>
            <a:ext cx="277800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IMINT</a:t>
            </a:r>
            <a:r>
              <a:rPr lang="uk-UA" sz="2400" dirty="0">
                <a:solidFill>
                  <a:schemeClr val="bg1"/>
                </a:solidFill>
                <a:latin typeface="Arial" panose="020B0604020202020204" pitchFamily="34" charset="0"/>
                <a:cs typeface="Arial" panose="020B0604020202020204" pitchFamily="34" charset="0"/>
              </a:rPr>
              <a:t> (СТАРИЦЯ)</a:t>
            </a:r>
          </a:p>
        </p:txBody>
      </p:sp>
      <p:pic>
        <p:nvPicPr>
          <p:cNvPr id="6" name="logo_left">
            <a:extLst>
              <a:ext uri="{FF2B5EF4-FFF2-40B4-BE49-F238E27FC236}">
                <a16:creationId xmlns:a16="http://schemas.microsoft.com/office/drawing/2014/main" id="{C5D8872C-B168-97A5-6B4F-4D3DEA413B4F}"/>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AD44F622-9F4A-45F3-3082-A3FB09A4C867}"/>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946CE102-8D81-039E-ECAF-74FC05C64629}"/>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7" name="Rectangle: Rounded Corners 6">
            <a:extLst>
              <a:ext uri="{FF2B5EF4-FFF2-40B4-BE49-F238E27FC236}">
                <a16:creationId xmlns:a16="http://schemas.microsoft.com/office/drawing/2014/main" id="{EEDD5247-9DA5-D263-1CE0-6A2087116FA5}"/>
              </a:ext>
            </a:extLst>
          </p:cNvPr>
          <p:cNvSpPr/>
          <p:nvPr/>
        </p:nvSpPr>
        <p:spPr>
          <a:xfrm>
            <a:off x="676065" y="1901952"/>
            <a:ext cx="2829118" cy="834104"/>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Переміщення особового складу (6 в/с):</a:t>
            </a:r>
            <a:br>
              <a:rPr lang="uk-UA" sz="1100" dirty="0">
                <a:solidFill>
                  <a:schemeClr val="bg1"/>
                </a:solidFill>
              </a:rPr>
            </a:br>
            <a:r>
              <a:rPr lang="uk-UA" sz="1100" dirty="0">
                <a:solidFill>
                  <a:schemeClr val="bg1"/>
                </a:solidFill>
              </a:rPr>
              <a:t>ор АЛІГАТОР-5  – 2 в/с</a:t>
            </a:r>
            <a:br>
              <a:rPr lang="uk-UA" sz="1100" dirty="0">
                <a:solidFill>
                  <a:schemeClr val="bg1"/>
                </a:solidFill>
              </a:rPr>
            </a:br>
            <a:r>
              <a:rPr lang="uk-UA" sz="1100" dirty="0">
                <a:solidFill>
                  <a:schemeClr val="bg1"/>
                </a:solidFill>
              </a:rPr>
              <a:t>ор ШПІЦ – 1 в/с</a:t>
            </a:r>
          </a:p>
          <a:p>
            <a:r>
              <a:rPr lang="uk-UA" sz="1100" dirty="0">
                <a:solidFill>
                  <a:schemeClr val="bg1"/>
                </a:solidFill>
              </a:rPr>
              <a:t>ор ЛІС – 3 в/с</a:t>
            </a:r>
          </a:p>
        </p:txBody>
      </p:sp>
    </p:spTree>
    <p:extLst>
      <p:ext uri="{BB962C8B-B14F-4D97-AF65-F5344CB8AC3E}">
        <p14:creationId xmlns:p14="http://schemas.microsoft.com/office/powerpoint/2010/main" val="3901855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AE622E2-E633-0C87-731E-93F2152B288A}"/>
            </a:ext>
          </a:extLst>
        </p:cNvPr>
        <p:cNvGrpSpPr/>
        <p:nvPr/>
      </p:nvGrpSpPr>
      <p:grpSpPr>
        <a:xfrm>
          <a:off x="0" y="0"/>
          <a:ext cx="0" cy="0"/>
          <a:chOff x="0" y="0"/>
          <a:chExt cx="0" cy="0"/>
        </a:xfrm>
      </p:grpSpPr>
      <p:pic>
        <p:nvPicPr>
          <p:cNvPr id="4" name="MAVPA map">
            <a:extLst>
              <a:ext uri="{FF2B5EF4-FFF2-40B4-BE49-F238E27FC236}">
                <a16:creationId xmlns:a16="http://schemas.microsoft.com/office/drawing/2014/main" id="{ACFB8C58-12C8-FAF0-D007-70C5F5CF119D}"/>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B5E1DE42-855F-04CC-F1B9-8E776B98FFF9}"/>
              </a:ext>
            </a:extLst>
          </p:cNvPr>
          <p:cNvSpPr txBox="1"/>
          <p:nvPr/>
        </p:nvSpPr>
        <p:spPr>
          <a:xfrm>
            <a:off x="4035963" y="326952"/>
            <a:ext cx="4516942"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ЗОНИ ОБСТРІЛІВ (СТАРИЦЯ)</a:t>
            </a:r>
          </a:p>
        </p:txBody>
      </p:sp>
      <p:pic>
        <p:nvPicPr>
          <p:cNvPr id="6" name="logo_left">
            <a:extLst>
              <a:ext uri="{FF2B5EF4-FFF2-40B4-BE49-F238E27FC236}">
                <a16:creationId xmlns:a16="http://schemas.microsoft.com/office/drawing/2014/main" id="{2589F66D-9B33-3B02-51D9-81AC3DBE7299}"/>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3F9F9F7F-306B-0CF8-ED84-70AEDF6EA746}"/>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8AFCA3E8-92EF-A741-F015-8419647E8613}"/>
              </a:ext>
            </a:extLst>
          </p:cNvPr>
          <p:cNvSpPr/>
          <p:nvPr/>
        </p:nvSpPr>
        <p:spPr>
          <a:xfrm>
            <a:off x="274320" y="1005840"/>
            <a:ext cx="11640312" cy="10973"/>
          </a:xfrm>
          <a:prstGeom prst="rect">
            <a:avLst/>
          </a:prstGeom>
          <a:solidFill>
            <a:srgbClr val="5A5A5A"/>
          </a:solidFill>
          <a:ln>
            <a:noFill/>
          </a:ln>
        </p:spPr>
        <p:txBody>
          <a:bodyPr/>
          <a:lstStyle/>
          <a:p>
            <a:endParaRPr lang="uk-UA"/>
          </a:p>
        </p:txBody>
      </p:sp>
      <p:grpSp>
        <p:nvGrpSpPr>
          <p:cNvPr id="7" name="Group 6">
            <a:extLst>
              <a:ext uri="{FF2B5EF4-FFF2-40B4-BE49-F238E27FC236}">
                <a16:creationId xmlns:a16="http://schemas.microsoft.com/office/drawing/2014/main" id="{7534F591-6444-7A11-EB4A-FFA7E42718A4}"/>
              </a:ext>
            </a:extLst>
          </p:cNvPr>
          <p:cNvGrpSpPr/>
          <p:nvPr/>
        </p:nvGrpSpPr>
        <p:grpSpPr>
          <a:xfrm>
            <a:off x="97421" y="5664994"/>
            <a:ext cx="2829118" cy="1083278"/>
            <a:chOff x="97421" y="5664994"/>
            <a:chExt cx="2829118" cy="1083278"/>
          </a:xfrm>
        </p:grpSpPr>
        <p:sp>
          <p:nvSpPr>
            <p:cNvPr id="10" name="Rectangle: Rounded Corners 9">
              <a:extLst>
                <a:ext uri="{FF2B5EF4-FFF2-40B4-BE49-F238E27FC236}">
                  <a16:creationId xmlns:a16="http://schemas.microsoft.com/office/drawing/2014/main" id="{7FF8E246-07F3-AF44-A411-BAFB6C0B8068}"/>
                </a:ext>
              </a:extLst>
            </p:cNvPr>
            <p:cNvSpPr/>
            <p:nvPr/>
          </p:nvSpPr>
          <p:spPr>
            <a:xfrm>
              <a:off x="97421" y="5664994"/>
              <a:ext cx="2829118" cy="1083278"/>
            </a:xfrm>
            <a:prstGeom prst="roundRect">
              <a:avLst>
                <a:gd name="adj" fmla="val 5497"/>
              </a:avLst>
            </a:prstGeom>
            <a:solidFill>
              <a:srgbClr val="131819"/>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uk-UA" sz="1100" dirty="0">
                <a:solidFill>
                  <a:schemeClr val="bg1"/>
                </a:solidFill>
              </a:endParaRPr>
            </a:p>
          </p:txBody>
        </p:sp>
        <p:pic>
          <p:nvPicPr>
            <p:cNvPr id="11" name="Picture 10">
              <a:extLst>
                <a:ext uri="{FF2B5EF4-FFF2-40B4-BE49-F238E27FC236}">
                  <a16:creationId xmlns:a16="http://schemas.microsoft.com/office/drawing/2014/main" id="{6ED45246-6CC1-219C-8EA3-2327F16EEE5B}"/>
                </a:ext>
              </a:extLst>
            </p:cNvPr>
            <p:cNvPicPr>
              <a:picLocks noChangeAspect="1"/>
            </p:cNvPicPr>
            <p:nvPr/>
          </p:nvPicPr>
          <p:blipFill>
            <a:blip r:embed="rId6"/>
            <a:stretch>
              <a:fillRect/>
            </a:stretch>
          </p:blipFill>
          <p:spPr>
            <a:xfrm>
              <a:off x="135617" y="5715000"/>
              <a:ext cx="2752725" cy="943165"/>
            </a:xfrm>
            <a:prstGeom prst="rect">
              <a:avLst/>
            </a:prstGeom>
          </p:spPr>
        </p:pic>
      </p:grpSp>
      <p:pic>
        <p:nvPicPr>
          <p:cNvPr id="14" name="Picture 13">
            <a:extLst>
              <a:ext uri="{FF2B5EF4-FFF2-40B4-BE49-F238E27FC236}">
                <a16:creationId xmlns:a16="http://schemas.microsoft.com/office/drawing/2014/main" id="{392894AE-19F1-62CF-0580-DC6D1F5D006D}"/>
              </a:ext>
            </a:extLst>
          </p:cNvPr>
          <p:cNvPicPr>
            <a:picLocks noChangeAspect="1"/>
          </p:cNvPicPr>
          <p:nvPr/>
        </p:nvPicPr>
        <p:blipFill>
          <a:blip r:embed="rId7"/>
          <a:stretch>
            <a:fillRect/>
          </a:stretch>
        </p:blipFill>
        <p:spPr>
          <a:xfrm>
            <a:off x="9879806" y="4635719"/>
            <a:ext cx="2214773" cy="2112553"/>
          </a:xfrm>
          <a:prstGeom prst="rect">
            <a:avLst/>
          </a:prstGeom>
        </p:spPr>
      </p:pic>
    </p:spTree>
    <p:extLst>
      <p:ext uri="{BB962C8B-B14F-4D97-AF65-F5344CB8AC3E}">
        <p14:creationId xmlns:p14="http://schemas.microsoft.com/office/powerpoint/2010/main" val="4393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D1B6EFA-D645-5384-A414-DBAF3152DEC4}"/>
            </a:ext>
          </a:extLst>
        </p:cNvPr>
        <p:cNvGrpSpPr/>
        <p:nvPr/>
      </p:nvGrpSpPr>
      <p:grpSpPr>
        <a:xfrm>
          <a:off x="0" y="0"/>
          <a:ext cx="0" cy="0"/>
          <a:chOff x="0" y="0"/>
          <a:chExt cx="0" cy="0"/>
        </a:xfrm>
      </p:grpSpPr>
      <p:pic>
        <p:nvPicPr>
          <p:cNvPr id="5" name="MAVPA map">
            <a:extLst>
              <a:ext uri="{FF2B5EF4-FFF2-40B4-BE49-F238E27FC236}">
                <a16:creationId xmlns:a16="http://schemas.microsoft.com/office/drawing/2014/main" id="{BDDE4511-DFB6-5F5B-D8F4-1C6701D51679}"/>
              </a:ext>
            </a:extLst>
          </p:cNvPr>
          <p:cNvPicPr/>
          <p:nvPr/>
        </p:nvPicPr>
        <p:blipFill>
          <a:blip r:embed="rId3"/>
          <a:stretch>
            <a:fillRect/>
          </a:stretch>
        </p:blipFill>
        <p:spPr>
          <a:xfrm>
            <a:off x="0" y="1143000"/>
            <a:ext cx="12192000" cy="5715000"/>
          </a:xfrm>
          <a:prstGeom prst="rect">
            <a:avLst/>
          </a:prstGeom>
        </p:spPr>
      </p:pic>
      <p:sp>
        <p:nvSpPr>
          <p:cNvPr id="2" name="TextBox 1">
            <a:extLst>
              <a:ext uri="{FF2B5EF4-FFF2-40B4-BE49-F238E27FC236}">
                <a16:creationId xmlns:a16="http://schemas.microsoft.com/office/drawing/2014/main" id="{7117F7C1-58BF-9D7D-62EB-B27CF8E51BFB}"/>
              </a:ext>
            </a:extLst>
          </p:cNvPr>
          <p:cNvSpPr txBox="1"/>
          <p:nvPr/>
        </p:nvSpPr>
        <p:spPr>
          <a:xfrm>
            <a:off x="4733366" y="326951"/>
            <a:ext cx="4282134"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ДОСТАВКИ (ТЗР, СТАРИЦЯ)</a:t>
            </a:r>
          </a:p>
        </p:txBody>
      </p:sp>
      <p:pic>
        <p:nvPicPr>
          <p:cNvPr id="6" name="logo_left">
            <a:extLst>
              <a:ext uri="{FF2B5EF4-FFF2-40B4-BE49-F238E27FC236}">
                <a16:creationId xmlns:a16="http://schemas.microsoft.com/office/drawing/2014/main" id="{CBB609D8-0549-1910-0C3E-0D1507DA1CB5}"/>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37567979-C03C-8A32-B8C2-812064387ACF}"/>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8EF01386-0E59-2A8F-3D28-086CD876D7ED}"/>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9" name="Rectangle: Rounded Corners 8">
            <a:extLst>
              <a:ext uri="{FF2B5EF4-FFF2-40B4-BE49-F238E27FC236}">
                <a16:creationId xmlns:a16="http://schemas.microsoft.com/office/drawing/2014/main" id="{BEC2EB44-48AA-ADB7-AA88-030E441A3B45}"/>
              </a:ext>
            </a:extLst>
          </p:cNvPr>
          <p:cNvSpPr/>
          <p:nvPr/>
        </p:nvSpPr>
        <p:spPr>
          <a:xfrm>
            <a:off x="2083921" y="5715000"/>
            <a:ext cx="1749987" cy="974461"/>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Всього зафіксовано:</a:t>
            </a:r>
            <a:br>
              <a:rPr lang="uk-UA" sz="1100" dirty="0">
                <a:solidFill>
                  <a:schemeClr val="bg1"/>
                </a:solidFill>
              </a:rPr>
            </a:br>
            <a:r>
              <a:rPr lang="uk-UA" sz="1100" dirty="0">
                <a:solidFill>
                  <a:schemeClr val="bg1"/>
                </a:solidFill>
              </a:rPr>
              <a:t>94</a:t>
            </a:r>
            <a:endParaRPr lang="en-US" sz="1100" dirty="0">
              <a:solidFill>
                <a:schemeClr val="bg1"/>
              </a:solidFill>
            </a:endParaRPr>
          </a:p>
          <a:p>
            <a:endParaRPr lang="en-US" sz="1100" dirty="0">
              <a:solidFill>
                <a:schemeClr val="bg1"/>
              </a:solidFill>
            </a:endParaRPr>
          </a:p>
          <a:p>
            <a:r>
              <a:rPr lang="uk-UA" sz="1100" dirty="0">
                <a:solidFill>
                  <a:schemeClr val="bg1"/>
                </a:solidFill>
              </a:rPr>
              <a:t>В зоні інтересу 23 ШП:</a:t>
            </a:r>
            <a:br>
              <a:rPr lang="uk-UA" sz="1100" dirty="0">
                <a:solidFill>
                  <a:schemeClr val="bg1"/>
                </a:solidFill>
              </a:rPr>
            </a:br>
            <a:r>
              <a:rPr lang="uk-UA" sz="1100" dirty="0">
                <a:solidFill>
                  <a:schemeClr val="bg1"/>
                </a:solidFill>
              </a:rPr>
              <a:t>6</a:t>
            </a:r>
          </a:p>
        </p:txBody>
      </p:sp>
    </p:spTree>
    <p:extLst>
      <p:ext uri="{BB962C8B-B14F-4D97-AF65-F5344CB8AC3E}">
        <p14:creationId xmlns:p14="http://schemas.microsoft.com/office/powerpoint/2010/main" val="3723048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5FB8D3-6129-A2C2-B035-CE98A5FCA4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06869E-8829-ED8D-75A0-2760E2AF359B}"/>
              </a:ext>
            </a:extLst>
          </p:cNvPr>
          <p:cNvSpPr txBox="1"/>
          <p:nvPr/>
        </p:nvSpPr>
        <p:spPr>
          <a:xfrm>
            <a:off x="4733366" y="326951"/>
            <a:ext cx="4538871"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ДОСТАВКИ (31.08-06.09.2026)</a:t>
            </a:r>
          </a:p>
        </p:txBody>
      </p:sp>
      <p:pic>
        <p:nvPicPr>
          <p:cNvPr id="6" name="logo_left">
            <a:extLst>
              <a:ext uri="{FF2B5EF4-FFF2-40B4-BE49-F238E27FC236}">
                <a16:creationId xmlns:a16="http://schemas.microsoft.com/office/drawing/2014/main" id="{5F02C460-FEB0-699D-5D63-B87BD25D9132}"/>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080E6302-AB96-9E0D-3B07-8BFCC91A2430}"/>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CE7B4E74-AC0A-D1CF-6E98-2A1A2B9F6769}"/>
              </a:ext>
            </a:extLst>
          </p:cNvPr>
          <p:cNvSpPr/>
          <p:nvPr/>
        </p:nvSpPr>
        <p:spPr>
          <a:xfrm>
            <a:off x="274320" y="1005840"/>
            <a:ext cx="11640312" cy="10973"/>
          </a:xfrm>
          <a:prstGeom prst="rect">
            <a:avLst/>
          </a:prstGeom>
          <a:solidFill>
            <a:srgbClr val="5A5A5A"/>
          </a:solidFill>
          <a:ln>
            <a:noFill/>
          </a:ln>
        </p:spPr>
        <p:txBody>
          <a:bodyPr/>
          <a:lstStyle/>
          <a:p>
            <a:endParaRPr lang="uk-UA"/>
          </a:p>
        </p:txBody>
      </p:sp>
      <p:pic>
        <p:nvPicPr>
          <p:cNvPr id="5" name="Picture 4">
            <a:extLst>
              <a:ext uri="{FF2B5EF4-FFF2-40B4-BE49-F238E27FC236}">
                <a16:creationId xmlns:a16="http://schemas.microsoft.com/office/drawing/2014/main" id="{EA4BBD4C-EE3A-8FCD-DAE5-D8BA68A4BE71}"/>
              </a:ext>
            </a:extLst>
          </p:cNvPr>
          <p:cNvPicPr>
            <a:picLocks noChangeAspect="1"/>
          </p:cNvPicPr>
          <p:nvPr/>
        </p:nvPicPr>
        <p:blipFill>
          <a:blip r:embed="rId5"/>
          <a:stretch>
            <a:fillRect/>
          </a:stretch>
        </p:blipFill>
        <p:spPr>
          <a:xfrm>
            <a:off x="0" y="1205595"/>
            <a:ext cx="12192000" cy="5652405"/>
          </a:xfrm>
          <a:prstGeom prst="rect">
            <a:avLst/>
          </a:prstGeom>
        </p:spPr>
      </p:pic>
    </p:spTree>
    <p:extLst>
      <p:ext uri="{BB962C8B-B14F-4D97-AF65-F5344CB8AC3E}">
        <p14:creationId xmlns:p14="http://schemas.microsoft.com/office/powerpoint/2010/main" val="3427022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8A3C3A7-F780-19FF-D638-1EF329944643}"/>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E8D45D28-F730-8C4B-8F5A-FA2FA60DC567}"/>
              </a:ext>
            </a:extLst>
          </p:cNvPr>
          <p:cNvSpPr txBox="1"/>
          <p:nvPr/>
        </p:nvSpPr>
        <p:spPr>
          <a:xfrm>
            <a:off x="3151490" y="3198167"/>
            <a:ext cx="5885970"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НОВІ ЦІЛІ ПРОТИВНИКА НЕВИЯВЛЕНІ</a:t>
            </a:r>
          </a:p>
        </p:txBody>
      </p:sp>
      <p:sp>
        <p:nvSpPr>
          <p:cNvPr id="2" name="TextBox 1">
            <a:extLst>
              <a:ext uri="{FF2B5EF4-FFF2-40B4-BE49-F238E27FC236}">
                <a16:creationId xmlns:a16="http://schemas.microsoft.com/office/drawing/2014/main" id="{A2A6272C-1990-B93A-7C92-27FCF1D5A061}"/>
              </a:ext>
            </a:extLst>
          </p:cNvPr>
          <p:cNvSpPr txBox="1"/>
          <p:nvPr/>
        </p:nvSpPr>
        <p:spPr>
          <a:xfrm>
            <a:off x="2293788" y="326952"/>
            <a:ext cx="7388561"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ПЛАНОВІ ЦІЛІ ПРОТИВНИКА СТАРИЦЯ (за добу)</a:t>
            </a:r>
          </a:p>
        </p:txBody>
      </p:sp>
      <p:pic>
        <p:nvPicPr>
          <p:cNvPr id="6" name="logo_left">
            <a:extLst>
              <a:ext uri="{FF2B5EF4-FFF2-40B4-BE49-F238E27FC236}">
                <a16:creationId xmlns:a16="http://schemas.microsoft.com/office/drawing/2014/main" id="{CBE5FA89-BD95-4430-0C88-2F188EFCCA09}"/>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FF4F23C6-4890-C4B9-4A63-4124E33A9526}"/>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A0B4D62F-1B75-6A4F-95F9-18BC1550375E}"/>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7" name="Rectangle: Rounded Corners 16">
            <a:extLst>
              <a:ext uri="{FF2B5EF4-FFF2-40B4-BE49-F238E27FC236}">
                <a16:creationId xmlns:a16="http://schemas.microsoft.com/office/drawing/2014/main" id="{46BD5BD5-59AA-6B33-9EE1-75464A9BC590}"/>
              </a:ext>
            </a:extLst>
          </p:cNvPr>
          <p:cNvSpPr/>
          <p:nvPr/>
        </p:nvSpPr>
        <p:spPr>
          <a:xfrm>
            <a:off x="8920922" y="5652404"/>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Планові цілі противника 7 днів</a:t>
            </a:r>
            <a:endParaRPr lang="en-US" sz="1100" dirty="0">
              <a:solidFill>
                <a:schemeClr val="bg1"/>
              </a:solidFill>
            </a:endParaRPr>
          </a:p>
          <a:p>
            <a:endParaRPr lang="en-US"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1744537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3D7E71D-77CD-4706-677F-4F9FD6E7C5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DC7E385-D67C-C769-A193-EB1CA296E49A}"/>
              </a:ext>
            </a:extLst>
          </p:cNvPr>
          <p:cNvSpPr txBox="1"/>
          <p:nvPr/>
        </p:nvSpPr>
        <p:spPr>
          <a:xfrm>
            <a:off x="2868688" y="3198167"/>
            <a:ext cx="6432017"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МІНУВАННЯ ПРОТИВНИКА НЕВИЯВЛЕНО</a:t>
            </a:r>
          </a:p>
        </p:txBody>
      </p:sp>
      <p:pic>
        <p:nvPicPr>
          <p:cNvPr id="10" name="Picture 9">
            <a:extLst>
              <a:ext uri="{FF2B5EF4-FFF2-40B4-BE49-F238E27FC236}">
                <a16:creationId xmlns:a16="http://schemas.microsoft.com/office/drawing/2014/main" id="{9696C8C8-FBBB-9D73-027F-E9D49E8EB5BC}"/>
              </a:ext>
            </a:extLst>
          </p:cNvPr>
          <p:cNvPicPr>
            <a:picLocks noChangeAspect="1"/>
          </p:cNvPicPr>
          <p:nvPr/>
        </p:nvPicPr>
        <p:blipFill>
          <a:blip r:embed="rId3">
            <a:extLst>
              <a:ext uri="{28A0092B-C50C-407E-A947-70E740481C1C}">
                <a14:useLocalDpi xmlns:a14="http://schemas.microsoft.com/office/drawing/2010/main" val="0"/>
              </a:ext>
            </a:extLst>
          </a:blip>
          <a:srcRect l="3625" t="6481" r="3625" b="13994"/>
          <a:stretch>
            <a:fillRect/>
          </a:stretch>
        </p:blipFill>
        <p:spPr>
          <a:xfrm>
            <a:off x="0" y="1087545"/>
            <a:ext cx="12192000" cy="5770455"/>
          </a:xfrm>
          <a:prstGeom prst="rect">
            <a:avLst/>
          </a:prstGeom>
        </p:spPr>
      </p:pic>
      <p:sp>
        <p:nvSpPr>
          <p:cNvPr id="2" name="TextBox 1">
            <a:extLst>
              <a:ext uri="{FF2B5EF4-FFF2-40B4-BE49-F238E27FC236}">
                <a16:creationId xmlns:a16="http://schemas.microsoft.com/office/drawing/2014/main" id="{3B6CA41A-5B58-94A2-89BF-E764901DCE21}"/>
              </a:ext>
            </a:extLst>
          </p:cNvPr>
          <p:cNvSpPr txBox="1"/>
          <p:nvPr/>
        </p:nvSpPr>
        <p:spPr>
          <a:xfrm>
            <a:off x="2401798" y="326952"/>
            <a:ext cx="7118487"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МІНУВАННЯ ПРОТИВНИКА СТАРИЦЯ (за добу)</a:t>
            </a:r>
          </a:p>
        </p:txBody>
      </p:sp>
      <p:pic>
        <p:nvPicPr>
          <p:cNvPr id="6" name="logo_left">
            <a:extLst>
              <a:ext uri="{FF2B5EF4-FFF2-40B4-BE49-F238E27FC236}">
                <a16:creationId xmlns:a16="http://schemas.microsoft.com/office/drawing/2014/main" id="{ED0A1AE7-4236-2254-DED9-6E6EDACE6A6E}"/>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6832C01C-4273-89FF-91DF-86166C2D64DB}"/>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33C2A0BE-3C17-86AD-B851-CAC6EACA2C2E}"/>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8" name="Rectangle: Rounded Corners 17">
            <a:extLst>
              <a:ext uri="{FF2B5EF4-FFF2-40B4-BE49-F238E27FC236}">
                <a16:creationId xmlns:a16="http://schemas.microsoft.com/office/drawing/2014/main" id="{3C9F3C62-B2A1-2299-AA5E-08C99ABA1F84}"/>
              </a:ext>
            </a:extLst>
          </p:cNvPr>
          <p:cNvSpPr/>
          <p:nvPr/>
        </p:nvSpPr>
        <p:spPr>
          <a:xfrm>
            <a:off x="8973560" y="5652405"/>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13. Вороже мінування</a:t>
            </a:r>
          </a:p>
          <a:p>
            <a:endParaRPr lang="ru-RU"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1387204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30CDF85-CEAF-EF2B-066B-A4B796FAB2E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383306D-D445-7D9E-F8E6-D528472A7390}"/>
              </a:ext>
            </a:extLst>
          </p:cNvPr>
          <p:cNvPicPr>
            <a:picLocks noChangeAspect="1"/>
          </p:cNvPicPr>
          <p:nvPr/>
        </p:nvPicPr>
        <p:blipFill>
          <a:blip r:embed="rId3">
            <a:extLst>
              <a:ext uri="{28A0092B-C50C-407E-A947-70E740481C1C}">
                <a14:useLocalDpi xmlns:a14="http://schemas.microsoft.com/office/drawing/2010/main" val="0"/>
              </a:ext>
            </a:extLst>
          </a:blip>
          <a:srcRect l="1420" t="7965" r="1420" b="5189"/>
          <a:stretch>
            <a:fillRect/>
          </a:stretch>
        </p:blipFill>
        <p:spPr>
          <a:xfrm>
            <a:off x="-1" y="1082536"/>
            <a:ext cx="12201051" cy="5775464"/>
          </a:xfrm>
          <a:prstGeom prst="rect">
            <a:avLst/>
          </a:prstGeom>
        </p:spPr>
      </p:pic>
      <p:sp>
        <p:nvSpPr>
          <p:cNvPr id="2" name="TextBox 1">
            <a:extLst>
              <a:ext uri="{FF2B5EF4-FFF2-40B4-BE49-F238E27FC236}">
                <a16:creationId xmlns:a16="http://schemas.microsoft.com/office/drawing/2014/main" id="{E834AFEC-CCCB-7D2E-FB6C-933FA5635DE7}"/>
              </a:ext>
            </a:extLst>
          </p:cNvPr>
          <p:cNvSpPr txBox="1"/>
          <p:nvPr/>
        </p:nvSpPr>
        <p:spPr>
          <a:xfrm>
            <a:off x="1800832" y="320876"/>
            <a:ext cx="8587287"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ПЛАНОВІ ЦІЛІ ПРОТИВНИКА ХАРКІВ та область (за добу)</a:t>
            </a:r>
          </a:p>
        </p:txBody>
      </p:sp>
      <p:pic>
        <p:nvPicPr>
          <p:cNvPr id="6" name="logo_left">
            <a:extLst>
              <a:ext uri="{FF2B5EF4-FFF2-40B4-BE49-F238E27FC236}">
                <a16:creationId xmlns:a16="http://schemas.microsoft.com/office/drawing/2014/main" id="{7236D54C-50EF-7A66-FFA3-5C09033E8FE8}"/>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0C1D825C-D9C4-B814-C06A-2F81F5939AC1}"/>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02A6EEB5-ACB2-3BDD-840E-021233BE6956}"/>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8" name="Rectangle: Rounded Corners 17">
            <a:extLst>
              <a:ext uri="{FF2B5EF4-FFF2-40B4-BE49-F238E27FC236}">
                <a16:creationId xmlns:a16="http://schemas.microsoft.com/office/drawing/2014/main" id="{A9E3426E-E01A-ECD8-683D-1E25AFA6DF5F}"/>
              </a:ext>
            </a:extLst>
          </p:cNvPr>
          <p:cNvSpPr/>
          <p:nvPr/>
        </p:nvSpPr>
        <p:spPr>
          <a:xfrm>
            <a:off x="173228" y="5685721"/>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Планові цілі противника 7 днів</a:t>
            </a:r>
            <a:endParaRPr lang="en-US" sz="1100" dirty="0">
              <a:solidFill>
                <a:schemeClr val="bg1"/>
              </a:solidFill>
            </a:endParaRPr>
          </a:p>
          <a:p>
            <a:endParaRPr lang="en-US"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2548142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27FE139-0F46-4868-AE15-5A350E2009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B7266C-33AA-B9B5-F433-6991B05E2E58}"/>
              </a:ext>
            </a:extLst>
          </p:cNvPr>
          <p:cNvSpPr txBox="1"/>
          <p:nvPr/>
        </p:nvSpPr>
        <p:spPr>
          <a:xfrm>
            <a:off x="2868688" y="3198167"/>
            <a:ext cx="5885970"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НОВІ ЦІЛІ ПРОТИВНИКА НЕВИЯВЛЕНІ</a:t>
            </a:r>
          </a:p>
        </p:txBody>
      </p:sp>
      <p:pic>
        <p:nvPicPr>
          <p:cNvPr id="9" name="Picture 8">
            <a:extLst>
              <a:ext uri="{FF2B5EF4-FFF2-40B4-BE49-F238E27FC236}">
                <a16:creationId xmlns:a16="http://schemas.microsoft.com/office/drawing/2014/main" id="{E6B52D29-426B-107C-8E3F-7746FB50C04F}"/>
              </a:ext>
            </a:extLst>
          </p:cNvPr>
          <p:cNvPicPr>
            <a:picLocks noChangeAspect="1"/>
          </p:cNvPicPr>
          <p:nvPr/>
        </p:nvPicPr>
        <p:blipFill>
          <a:blip r:embed="rId3">
            <a:extLst>
              <a:ext uri="{28A0092B-C50C-407E-A947-70E740481C1C}">
                <a14:useLocalDpi xmlns:a14="http://schemas.microsoft.com/office/drawing/2010/main" val="0"/>
              </a:ext>
            </a:extLst>
          </a:blip>
          <a:srcRect l="2754" t="7822" r="2910" b="9590"/>
          <a:stretch>
            <a:fillRect/>
          </a:stretch>
        </p:blipFill>
        <p:spPr>
          <a:xfrm>
            <a:off x="0" y="1038756"/>
            <a:ext cx="12192000" cy="5819243"/>
          </a:xfrm>
          <a:prstGeom prst="rect">
            <a:avLst/>
          </a:prstGeom>
        </p:spPr>
      </p:pic>
      <p:sp>
        <p:nvSpPr>
          <p:cNvPr id="2" name="TextBox 1">
            <a:extLst>
              <a:ext uri="{FF2B5EF4-FFF2-40B4-BE49-F238E27FC236}">
                <a16:creationId xmlns:a16="http://schemas.microsoft.com/office/drawing/2014/main" id="{3DAF5555-3499-73E6-ACBB-1B7194CF27E1}"/>
              </a:ext>
            </a:extLst>
          </p:cNvPr>
          <p:cNvSpPr txBox="1"/>
          <p:nvPr/>
        </p:nvSpPr>
        <p:spPr>
          <a:xfrm>
            <a:off x="2603777" y="331343"/>
            <a:ext cx="6981398" cy="461665"/>
          </a:xfrm>
          <a:prstGeom prst="rect">
            <a:avLst/>
          </a:prstGeom>
          <a:noFill/>
        </p:spPr>
        <p:txBody>
          <a:bodyPr wrap="none" rtlCol="0">
            <a:spAutoFit/>
          </a:bodyPr>
          <a:lstStyle/>
          <a:p>
            <a:r>
              <a:rPr lang="uk-UA" sz="2400" dirty="0">
                <a:solidFill>
                  <a:schemeClr val="bg1"/>
                </a:solidFill>
                <a:latin typeface="Arial" panose="020B0604020202020204" pitchFamily="34" charset="0"/>
                <a:cs typeface="Arial" panose="020B0604020202020204" pitchFamily="34" charset="0"/>
              </a:rPr>
              <a:t>ПЛАНОВІ ЦІЛІ ПРОТИВНИКА ХАРКІВ (за добу)</a:t>
            </a:r>
          </a:p>
        </p:txBody>
      </p:sp>
      <p:pic>
        <p:nvPicPr>
          <p:cNvPr id="6" name="logo_left">
            <a:extLst>
              <a:ext uri="{FF2B5EF4-FFF2-40B4-BE49-F238E27FC236}">
                <a16:creationId xmlns:a16="http://schemas.microsoft.com/office/drawing/2014/main" id="{9DB94E09-00D2-44E3-B415-76B6EE5ACBE4}"/>
              </a:ext>
            </a:extLst>
          </p:cNvPr>
          <p:cNvPicPr/>
          <p:nvPr/>
        </p:nvPicPr>
        <p:blipFill>
          <a:blip r:embed="rId4"/>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B22CDAA9-01DD-CD1F-BEEC-D8979B9B1696}"/>
              </a:ext>
            </a:extLst>
          </p:cNvPr>
          <p:cNvPicPr/>
          <p:nvPr/>
        </p:nvPicPr>
        <p:blipFill>
          <a:blip r:embed="rId5"/>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05E09FAF-525E-325D-C641-2691B4967E55}"/>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8" name="Rectangle: Rounded Corners 17">
            <a:extLst>
              <a:ext uri="{FF2B5EF4-FFF2-40B4-BE49-F238E27FC236}">
                <a16:creationId xmlns:a16="http://schemas.microsoft.com/office/drawing/2014/main" id="{B5B6F5E4-1CFB-15BC-D55D-A6AA935BE3FC}"/>
              </a:ext>
            </a:extLst>
          </p:cNvPr>
          <p:cNvSpPr/>
          <p:nvPr/>
        </p:nvSpPr>
        <p:spPr>
          <a:xfrm>
            <a:off x="128772" y="5755509"/>
            <a:ext cx="2829118" cy="99276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solidFill>
                  <a:schemeClr val="bg1"/>
                </a:solidFill>
              </a:rPr>
              <a:t>Детальніше на шарі:</a:t>
            </a:r>
            <a:br>
              <a:rPr lang="uk-UA" sz="1100" dirty="0">
                <a:solidFill>
                  <a:schemeClr val="bg1"/>
                </a:solidFill>
              </a:rPr>
            </a:br>
            <a:r>
              <a:rPr lang="ru-RU" sz="1100" dirty="0">
                <a:solidFill>
                  <a:schemeClr val="bg1"/>
                </a:solidFill>
              </a:rPr>
              <a:t>(S2 РУГ) Планові цілі противника 7 днів</a:t>
            </a:r>
            <a:endParaRPr lang="en-US" sz="1100" dirty="0">
              <a:solidFill>
                <a:schemeClr val="bg1"/>
              </a:solidFill>
            </a:endParaRPr>
          </a:p>
          <a:p>
            <a:endParaRPr lang="en-US" sz="1100" dirty="0">
              <a:solidFill>
                <a:schemeClr val="bg1"/>
              </a:solidFill>
            </a:endParaRPr>
          </a:p>
          <a:p>
            <a:r>
              <a:rPr lang="uk-UA" sz="1100" dirty="0">
                <a:solidFill>
                  <a:schemeClr val="bg1"/>
                </a:solidFill>
              </a:rPr>
              <a:t>для отримання доступу до шару зверніться в </a:t>
            </a:r>
            <a:r>
              <a:rPr lang="en-US" sz="1100" dirty="0">
                <a:solidFill>
                  <a:schemeClr val="bg1"/>
                </a:solidFill>
              </a:rPr>
              <a:t>S-2</a:t>
            </a:r>
            <a:endParaRPr lang="uk-UA" sz="1100" dirty="0">
              <a:solidFill>
                <a:schemeClr val="bg1"/>
              </a:solidFill>
            </a:endParaRPr>
          </a:p>
        </p:txBody>
      </p:sp>
    </p:spTree>
    <p:extLst>
      <p:ext uri="{BB962C8B-B14F-4D97-AF65-F5344CB8AC3E}">
        <p14:creationId xmlns:p14="http://schemas.microsoft.com/office/powerpoint/2010/main" val="4143765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4AFDDE7-EE02-D475-B247-6774F692A1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EAFB40-A6A6-8ECE-925F-68801F7D7144}"/>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(31.08-06.09.2026)</a:t>
            </a:r>
          </a:p>
        </p:txBody>
      </p:sp>
      <p:pic>
        <p:nvPicPr>
          <p:cNvPr id="6" name="logo_left">
            <a:extLst>
              <a:ext uri="{FF2B5EF4-FFF2-40B4-BE49-F238E27FC236}">
                <a16:creationId xmlns:a16="http://schemas.microsoft.com/office/drawing/2014/main" id="{1EEBA6E8-7D06-2A40-DAAC-20101BA2B8E7}"/>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66ADB41A-71FF-DA23-3BBF-CABAB1AB5F34}"/>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FF93B6E6-C264-67F5-2A69-C001509FAD4A}"/>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E2079AA0-D12C-FDE3-9353-ADBE84E0525E}"/>
              </a:ext>
            </a:extLst>
          </p:cNvPr>
          <p:cNvSpPr/>
          <p:nvPr/>
        </p:nvSpPr>
        <p:spPr>
          <a:xfrm>
            <a:off x="566924" y="1536569"/>
            <a:ext cx="5340953" cy="3106262"/>
          </a:xfrm>
          <a:prstGeom prst="roundRect">
            <a:avLst>
              <a:gd name="adj" fmla="val 273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Протягом звітного періоду російські пропагандисти продовжили скоординовану інформаційну кампанію, що почалась 26.08.2026, і була спрямована на спростування успішного просування в/с 23 ошп “Р.У.Г.” 2 КНГУ в районі ДВОРІЧНА на Куп’янському напрямку. Зафіксовано появу нового наративу з висловлюванням звинувачень на адресу командування 2 КНГУ “Хартія” у поданні нібито сфальсифікованих даних щодо тактичних успіхів СОУ. Дані наративи мали на меті применшити успіхі СОУ, деморалізувати іноземних добровольців зі складу СОУ, дискредитувати командування СОУ та створити ілюзії контролю ситуації підрозділами РОВ на данному напрямку.</a:t>
            </a:r>
          </a:p>
          <a:p>
            <a:pPr marL="171450" indent="-171450">
              <a:buFont typeface="Arial" panose="020B0604020202020204" pitchFamily="34" charset="0"/>
              <a:buChar char="•"/>
            </a:pPr>
            <a:r>
              <a:rPr lang="uk-UA" sz="1100" dirty="0"/>
              <a:t>Так, 31.08.2026 низка Telegram-каналів (зокрема “Оперативный простор”, “Харьковские новости”, “Птицин/КСАЕ”) поширили заяву каналу “Расщепило” зі спростуванням успішного просування в/с 23 ошп “Р.У.Г.” 2 КНГУ у лісовому масиві на зах. від ДВОРІЧНА на Куп’янському напрямку. У дописі демонструвались кадри нібито патрулювання даного лісового масиву в/с 68 мсд 6 ЗВА та відсутність в цій зоні о/с СОУ. Також адміністратори каналу заявляли про нібито понад 150 запитів у період з 17.08.2026 по 31.08.2026 від родичів б/з іноземних добровольців зі складу СОУ.</a:t>
            </a:r>
            <a:endParaRPr lang="uk-UA" sz="1100" dirty="0">
              <a:solidFill>
                <a:schemeClr val="bg1"/>
              </a:solidFill>
            </a:endParaRPr>
          </a:p>
        </p:txBody>
      </p:sp>
      <p:cxnSp>
        <p:nvCxnSpPr>
          <p:cNvPr id="62" name="Straight Connector 61">
            <a:extLst>
              <a:ext uri="{FF2B5EF4-FFF2-40B4-BE49-F238E27FC236}">
                <a16:creationId xmlns:a16="http://schemas.microsoft.com/office/drawing/2014/main" id="{5B6D3977-F065-A3B7-85C7-1BE4AA98512B}"/>
              </a:ext>
            </a:extLst>
          </p:cNvPr>
          <p:cNvCxnSpPr>
            <a:cxnSpLocks/>
          </p:cNvCxnSpPr>
          <p:nvPr/>
        </p:nvCxnSpPr>
        <p:spPr>
          <a:xfrm>
            <a:off x="6177062" y="1536569"/>
            <a:ext cx="0" cy="5126644"/>
          </a:xfrm>
          <a:prstGeom prst="line">
            <a:avLst/>
          </a:prstGeom>
          <a:solidFill>
            <a:srgbClr val="5A5A5A"/>
          </a:solidFill>
          <a:ln>
            <a:solidFill>
              <a:schemeClr val="tx1">
                <a:lumMod val="75000"/>
                <a:lumOff val="25000"/>
              </a:schemeClr>
            </a:solidFill>
          </a:ln>
        </p:spPr>
      </p:cxnSp>
      <p:sp>
        <p:nvSpPr>
          <p:cNvPr id="16" name="Rectangle: Rounded Corners 15">
            <a:extLst>
              <a:ext uri="{FF2B5EF4-FFF2-40B4-BE49-F238E27FC236}">
                <a16:creationId xmlns:a16="http://schemas.microsoft.com/office/drawing/2014/main" id="{F1627A90-2FE3-53DD-DD67-0A5C4F040C36}"/>
              </a:ext>
            </a:extLst>
          </p:cNvPr>
          <p:cNvSpPr>
            <a:spLocks/>
          </p:cNvSpPr>
          <p:nvPr/>
        </p:nvSpPr>
        <p:spPr>
          <a:xfrm>
            <a:off x="566924" y="4809212"/>
            <a:ext cx="5340953" cy="1159339"/>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uk-UA" sz="1100" dirty="0"/>
              <a:t>01.09.2026 низка Telegram-каналів (зокрема “Северный ветер”, “Расщепило”) поширили заяву каналу “Птицин/КСАЕ” зі звинуваченнями на адресу командування 2 КНГУ “Хартія” у поданні нібито сфальсифікованих даних щодо тактичних успіхів в/с 23 ошп “Р.У.Г.” 2 КНГУ у лісовому масиві на зх. від ДВОРІЧНА на Куп’янському напрямку. У дописі демонструвалась нарізка кадрів пересування в/с РОВ нібито в даному районі. </a:t>
            </a:r>
            <a:endParaRPr lang="uk-UA" sz="1100" dirty="0">
              <a:solidFill>
                <a:schemeClr val="bg1"/>
              </a:solidFill>
            </a:endParaRPr>
          </a:p>
        </p:txBody>
      </p:sp>
      <p:sp>
        <p:nvSpPr>
          <p:cNvPr id="21" name="TextBox 20">
            <a:extLst>
              <a:ext uri="{FF2B5EF4-FFF2-40B4-BE49-F238E27FC236}">
                <a16:creationId xmlns:a16="http://schemas.microsoft.com/office/drawing/2014/main" id="{19B74FA3-4138-57DD-E33A-AEE4835DB164}"/>
              </a:ext>
            </a:extLst>
          </p:cNvPr>
          <p:cNvSpPr txBox="1"/>
          <p:nvPr/>
        </p:nvSpPr>
        <p:spPr>
          <a:xfrm>
            <a:off x="4892378" y="1117275"/>
            <a:ext cx="2569368" cy="307777"/>
          </a:xfrm>
          <a:prstGeom prst="rect">
            <a:avLst/>
          </a:prstGeom>
          <a:noFill/>
        </p:spPr>
        <p:txBody>
          <a:bodyPr wrap="square">
            <a:spAutoFit/>
          </a:bodyPr>
          <a:lstStyle/>
          <a:p>
            <a:r>
              <a:rPr lang="uk-UA" sz="1400" b="1" dirty="0">
                <a:solidFill>
                  <a:schemeClr val="bg1"/>
                </a:solidFill>
              </a:rPr>
              <a:t>КУП</a:t>
            </a:r>
            <a:r>
              <a:rPr lang="en-US" sz="1400" b="1" dirty="0">
                <a:solidFill>
                  <a:schemeClr val="bg1"/>
                </a:solidFill>
              </a:rPr>
              <a:t>’</a:t>
            </a:r>
            <a:r>
              <a:rPr lang="uk-UA" sz="1400" b="1" dirty="0">
                <a:solidFill>
                  <a:schemeClr val="bg1"/>
                </a:solidFill>
              </a:rPr>
              <a:t>ЯНСЬКИЙ НАПРЯМОК: </a:t>
            </a:r>
          </a:p>
        </p:txBody>
      </p:sp>
      <p:sp>
        <p:nvSpPr>
          <p:cNvPr id="25" name="Rectangle: Rounded Corners 24">
            <a:extLst>
              <a:ext uri="{FF2B5EF4-FFF2-40B4-BE49-F238E27FC236}">
                <a16:creationId xmlns:a16="http://schemas.microsoft.com/office/drawing/2014/main" id="{780A13C7-F917-54DF-1D6C-E6C9B4C365F5}"/>
              </a:ext>
            </a:extLst>
          </p:cNvPr>
          <p:cNvSpPr/>
          <p:nvPr/>
        </p:nvSpPr>
        <p:spPr>
          <a:xfrm>
            <a:off x="6446248" y="1547625"/>
            <a:ext cx="5340953" cy="848846"/>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uk-UA" sz="1100" dirty="0"/>
              <a:t>02.09.2026 Telegram-канал “Оперативный простор” простор поширив заяву про те, що кадри успішного просування в/с 23 ошп “Р.У.Г.” 2 КНГУ у лісовому масиві на зх. від ДВОРІЧНА на Куп’янському напрямку нібито є архівним відео від 24.06.2026.</a:t>
            </a:r>
            <a:endParaRPr lang="uk-UA" sz="1100" dirty="0">
              <a:solidFill>
                <a:schemeClr val="bg1"/>
              </a:solidFill>
            </a:endParaRPr>
          </a:p>
        </p:txBody>
      </p:sp>
      <p:sp>
        <p:nvSpPr>
          <p:cNvPr id="28" name="Rectangle: Rounded Corners 27">
            <a:extLst>
              <a:ext uri="{FF2B5EF4-FFF2-40B4-BE49-F238E27FC236}">
                <a16:creationId xmlns:a16="http://schemas.microsoft.com/office/drawing/2014/main" id="{837D6875-96EB-6774-B55E-F0FD46AC8B27}"/>
              </a:ext>
            </a:extLst>
          </p:cNvPr>
          <p:cNvSpPr/>
          <p:nvPr/>
        </p:nvSpPr>
        <p:spPr>
          <a:xfrm>
            <a:off x="6465095" y="2533331"/>
            <a:ext cx="5340953" cy="1127379"/>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uk-UA" sz="1100" dirty="0"/>
              <a:t>Упродовж 03-04.09.2026 Telegram-канали, пов'язані з підрозділами противника (зокрема “ПТИЦИН\КСАЕ”, “Расщепило”), поширювали заяви зі спростуванням нового успішного просування в/с 23 ошп “Р.У.Г.” 2 КНГУ в районі ДВОРІЧНА на Куп’янському напрямку. Згідно із заявами пропагандистів о/с даного підрозділу СОУ нібито зазнав значних уражень від в/с 350 мсп 69 мсд 6 ЗВА. </a:t>
            </a:r>
            <a:endParaRPr lang="uk-UA" sz="1100" dirty="0">
              <a:solidFill>
                <a:schemeClr val="bg1"/>
              </a:solidFill>
            </a:endParaRPr>
          </a:p>
        </p:txBody>
      </p:sp>
      <p:sp>
        <p:nvSpPr>
          <p:cNvPr id="32" name="Rectangle: Rounded Corners 31">
            <a:extLst>
              <a:ext uri="{FF2B5EF4-FFF2-40B4-BE49-F238E27FC236}">
                <a16:creationId xmlns:a16="http://schemas.microsoft.com/office/drawing/2014/main" id="{811C185A-BF49-A5BC-0726-BCCE1A4A9784}"/>
              </a:ext>
            </a:extLst>
          </p:cNvPr>
          <p:cNvSpPr/>
          <p:nvPr/>
        </p:nvSpPr>
        <p:spPr>
          <a:xfrm>
            <a:off x="6465094" y="3797570"/>
            <a:ext cx="5340953" cy="2456731"/>
          </a:xfrm>
          <a:prstGeom prst="roundRect">
            <a:avLst>
              <a:gd name="adj" fmla="val 3041"/>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Також зафіксовано тенденцію щодо поширення пропагандистами кардів присутності РОВ у непідконтрольних ним н. п. на Куп’янському напрямку. Такий наратив спрямований на створення ілюзії тактичних успіхів РОВ, безвихідного положення СОУ та схиляння до припинення спротиву.</a:t>
            </a:r>
          </a:p>
          <a:p>
            <a:pPr marL="171450" indent="-171450">
              <a:buFont typeface="Arial" panose="020B0604020202020204" pitchFamily="34" charset="0"/>
              <a:buChar char="•"/>
            </a:pPr>
            <a:r>
              <a:rPr lang="uk-UA" sz="1100" dirty="0"/>
              <a:t>Так, 02.09.2026 низка каналів (зокрема “Птицин/КСАЕ”) заявили про присутність РОВ у центрі КУП’ЯНСЬК та у центрі МИРНЕ (кол. МОСКОВКА). Кадри з МИРНЕ було також геолоковано у центрі МИРНЕ. Водночас дата зйомки та відсутність використання ШІ не підтверджені.</a:t>
            </a:r>
          </a:p>
          <a:p>
            <a:pPr marL="171450" indent="-171450">
              <a:buFont typeface="Arial" panose="020B0604020202020204" pitchFamily="34" charset="0"/>
              <a:buChar char="•"/>
            </a:pPr>
            <a:r>
              <a:rPr lang="uk-UA" sz="1100" dirty="0"/>
              <a:t>Уже 03.09.2026 низка каналів (зокрема “Позывной герань”) заявляли про присутність РОВ на залізничній станції ЗАОСКІЛЛЯ у КУП’ЯНСЬК. А також продовжували поширювати кадри із нібито присутністю РОВ у центрі МИРНЕ (кол. МОСКОВКА) із зауваженням, що дана інформація потребує додаткового підтвердження.</a:t>
            </a:r>
            <a:endParaRPr lang="uk-UA" sz="1100" dirty="0">
              <a:solidFill>
                <a:schemeClr val="bg1"/>
              </a:solidFill>
            </a:endParaRPr>
          </a:p>
        </p:txBody>
      </p:sp>
    </p:spTree>
    <p:extLst>
      <p:ext uri="{BB962C8B-B14F-4D97-AF65-F5344CB8AC3E}">
        <p14:creationId xmlns:p14="http://schemas.microsoft.com/office/powerpoint/2010/main" val="2108774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C682407-9559-88FF-604D-F4BB04B37D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AE613E-C995-19A3-D8DA-9A24046E7ACB}"/>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(31.08-06.09.2026)</a:t>
            </a:r>
          </a:p>
        </p:txBody>
      </p:sp>
      <p:pic>
        <p:nvPicPr>
          <p:cNvPr id="6" name="logo_left">
            <a:extLst>
              <a:ext uri="{FF2B5EF4-FFF2-40B4-BE49-F238E27FC236}">
                <a16:creationId xmlns:a16="http://schemas.microsoft.com/office/drawing/2014/main" id="{B230FF85-DB8C-8D07-21FE-14EEF0F4E116}"/>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182531C0-EF92-0437-71F9-8D40025A7D7B}"/>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C48D0D12-BD5D-6843-FB41-CB30216FEC89}"/>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07B52734-B31C-FBCC-CC68-EDB2951F4F11}"/>
              </a:ext>
            </a:extLst>
          </p:cNvPr>
          <p:cNvSpPr/>
          <p:nvPr/>
        </p:nvSpPr>
        <p:spPr>
          <a:xfrm>
            <a:off x="3506585" y="1684728"/>
            <a:ext cx="5340953" cy="2463931"/>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Окрім цього пропагадисти продовжили комплексну інформаційну кампанію щодо в/с 39 обрмп 30 КМП ЗСУ за допомогою публікації т. зв. радіоперехоплень нібито між в/с даного підрозділу. Такий 11 наратив є продовженням інформаційної кампанії російських пропаганадистів з метою деморалізації та дискредитації о/с та командування даного підрозділу СОУ, а також розпалювання ворожнечі між о/с одного підрозділу, який перебуває у зоні бойових дій та який перебуває у тилу. </a:t>
            </a:r>
          </a:p>
          <a:p>
            <a:pPr marL="171450" indent="-171450">
              <a:buFont typeface="Arial" panose="020B0604020202020204" pitchFamily="34" charset="0"/>
              <a:buChar char="•"/>
            </a:pPr>
            <a:r>
              <a:rPr lang="uk-UA" sz="1100" dirty="0"/>
              <a:t>Так, 03.09.2026 Telegram-канал “Оперативный простор” опублікував запис нібито радіоперехоплення спілкування між в/с 39 обрмп 30 КМП ЗСУ в якому йдеться про нібито відсутність проведення необхідних ротації о/с в районі ЛБЗ та нібито поповнення даного підрозроділу в/с із наркозалежністю. Вже 04.09.2026 вказане повідомлення продовжили поширювати понад 10 російських пропагандистських медіа (зокрема “ТАСС”, “РИА Новости”). </a:t>
            </a:r>
            <a:endParaRPr lang="uk-UA" sz="1100" dirty="0">
              <a:solidFill>
                <a:schemeClr val="bg1"/>
              </a:solidFill>
            </a:endParaRPr>
          </a:p>
        </p:txBody>
      </p:sp>
      <p:sp>
        <p:nvSpPr>
          <p:cNvPr id="21" name="TextBox 20">
            <a:extLst>
              <a:ext uri="{FF2B5EF4-FFF2-40B4-BE49-F238E27FC236}">
                <a16:creationId xmlns:a16="http://schemas.microsoft.com/office/drawing/2014/main" id="{64ED1184-88AC-65B6-9A72-F2F65DABD449}"/>
              </a:ext>
            </a:extLst>
          </p:cNvPr>
          <p:cNvSpPr txBox="1"/>
          <p:nvPr/>
        </p:nvSpPr>
        <p:spPr>
          <a:xfrm>
            <a:off x="4892378" y="1117275"/>
            <a:ext cx="2569368" cy="307777"/>
          </a:xfrm>
          <a:prstGeom prst="rect">
            <a:avLst/>
          </a:prstGeom>
          <a:noFill/>
        </p:spPr>
        <p:txBody>
          <a:bodyPr wrap="square">
            <a:spAutoFit/>
          </a:bodyPr>
          <a:lstStyle/>
          <a:p>
            <a:r>
              <a:rPr lang="uk-UA" sz="1400" b="1" dirty="0">
                <a:solidFill>
                  <a:schemeClr val="bg1"/>
                </a:solidFill>
              </a:rPr>
              <a:t>КУП</a:t>
            </a:r>
            <a:r>
              <a:rPr lang="en-US" sz="1400" b="1" dirty="0">
                <a:solidFill>
                  <a:schemeClr val="bg1"/>
                </a:solidFill>
              </a:rPr>
              <a:t>’</a:t>
            </a:r>
            <a:r>
              <a:rPr lang="uk-UA" sz="1400" b="1" dirty="0">
                <a:solidFill>
                  <a:schemeClr val="bg1"/>
                </a:solidFill>
              </a:rPr>
              <a:t>ЯНСЬКИЙ НАПРЯМОК: </a:t>
            </a:r>
          </a:p>
        </p:txBody>
      </p:sp>
    </p:spTree>
    <p:extLst>
      <p:ext uri="{BB962C8B-B14F-4D97-AF65-F5344CB8AC3E}">
        <p14:creationId xmlns:p14="http://schemas.microsoft.com/office/powerpoint/2010/main" val="2414788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E82997-44AF-FE9B-8E16-C5C1C96C67AA}"/>
            </a:ext>
          </a:extLst>
        </p:cNvPr>
        <p:cNvGrpSpPr/>
        <p:nvPr/>
      </p:nvGrpSpPr>
      <p:grpSpPr>
        <a:xfrm>
          <a:off x="0" y="0"/>
          <a:ext cx="0" cy="0"/>
          <a:chOff x="0" y="0"/>
          <a:chExt cx="0" cy="0"/>
        </a:xfrm>
      </p:grpSpPr>
      <p:pic>
        <p:nvPicPr>
          <p:cNvPr id="6" name="logo_left">
            <a:extLst>
              <a:ext uri="{FF2B5EF4-FFF2-40B4-BE49-F238E27FC236}">
                <a16:creationId xmlns:a16="http://schemas.microsoft.com/office/drawing/2014/main" id="{5280AC82-BFD8-D21B-BB42-BCBB3C105A36}"/>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ADBB0E90-D0B3-C5D5-E6C9-BA13C68F0DFC}"/>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3CCA6561-348D-8D4D-C5F5-B1376DE7CD65}"/>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6B8FCBE6-6E55-91A9-69C2-BE109D17EC51}"/>
              </a:ext>
            </a:extLst>
          </p:cNvPr>
          <p:cNvSpPr/>
          <p:nvPr/>
        </p:nvSpPr>
        <p:spPr>
          <a:xfrm>
            <a:off x="3423994" y="1542229"/>
            <a:ext cx="5340953" cy="3359734"/>
          </a:xfrm>
          <a:prstGeom prst="roundRect">
            <a:avLst>
              <a:gd name="adj" fmla="val 2900"/>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Протягом звітного періоду інформаційні ресурси противника продовжували скоординовану інформаційну компанію (переважно з посиланням на дописи каналу “Северный ветер”) з використанням пропагандистського кліше “Волчанский котел” щодо опису ситуації на Великобурлукському напрямку. У її рамках зафіксовано появу нового наративу із поширенням заяв про нібито оточення о/с СОУ на даному напрямку з метою деморалізації в/с СОУ, створення ілюзії безвихідного положення СОУ та схиляння до припинення спротиву. </a:t>
            </a:r>
          </a:p>
          <a:p>
            <a:pPr marL="171450" indent="-171450">
              <a:buFont typeface="Arial" panose="020B0604020202020204" pitchFamily="34" charset="0"/>
              <a:buChar char="•"/>
            </a:pPr>
            <a:r>
              <a:rPr lang="uk-UA" sz="1100" dirty="0"/>
              <a:t>Так, 03.09.2026 Telegram-групи, пов’язані з підрозділами противника (зокрема “Северный ветер”, “Расщепило”, “Оперативный простор”), поширювали заяву МО РФ про захоплення штурмовими підрозділами 126 мсп 71 мсд 14 АК та 11 тп 18 мсд 11 АК ВАСИЛІВКА, БЛАГОДАТНЕ, ДОВЖАНКА, СЛИЗНЕВЕ на Великобурлуцькому напрямку. При цьому пропагандисти заявляли про нібито оточення близько 2000 в/с СОУ на даному напрямку, використовуючи вислів “Волчанский котел”. </a:t>
            </a:r>
          </a:p>
          <a:p>
            <a:pPr marL="171450" indent="-171450">
              <a:buFont typeface="Arial" panose="020B0604020202020204" pitchFamily="34" charset="0"/>
              <a:buChar char="•"/>
            </a:pPr>
            <a:r>
              <a:rPr lang="uk-UA" sz="1100" dirty="0"/>
              <a:t>Упродовж 04-05.09.2026 зафіксовано понад 50 згадок кліше “Волчанский котел” у пропагандистських російських медіа (зокрема “ТАСС”, “РИА Новости”, “Российская газета”, “Аргументы и 12 факты”) в котексті нібито оточення СОУ та початку підрозділами РОВ заходів з ліквідації о/с СОУ на даному напрямку.</a:t>
            </a:r>
            <a:endParaRPr lang="uk-UA" sz="1100" dirty="0">
              <a:solidFill>
                <a:schemeClr val="bg1"/>
              </a:solidFill>
            </a:endParaRPr>
          </a:p>
        </p:txBody>
      </p:sp>
      <p:sp>
        <p:nvSpPr>
          <p:cNvPr id="60" name="TextBox 59">
            <a:extLst>
              <a:ext uri="{FF2B5EF4-FFF2-40B4-BE49-F238E27FC236}">
                <a16:creationId xmlns:a16="http://schemas.microsoft.com/office/drawing/2014/main" id="{EC3A8A86-691F-70DC-E480-7800405D4F65}"/>
              </a:ext>
            </a:extLst>
          </p:cNvPr>
          <p:cNvSpPr txBox="1"/>
          <p:nvPr/>
        </p:nvSpPr>
        <p:spPr>
          <a:xfrm>
            <a:off x="4949726" y="1080148"/>
            <a:ext cx="2473523" cy="307777"/>
          </a:xfrm>
          <a:prstGeom prst="rect">
            <a:avLst/>
          </a:prstGeom>
          <a:noFill/>
        </p:spPr>
        <p:txBody>
          <a:bodyPr wrap="square">
            <a:spAutoFit/>
          </a:bodyPr>
          <a:lstStyle/>
          <a:p>
            <a:r>
              <a:rPr lang="uk-UA" sz="1400" b="1" dirty="0">
                <a:solidFill>
                  <a:schemeClr val="bg1"/>
                </a:solidFill>
              </a:rPr>
              <a:t>ХАРКІВСЬКИЙ НАПРЯМОК:</a:t>
            </a:r>
          </a:p>
        </p:txBody>
      </p:sp>
      <p:sp>
        <p:nvSpPr>
          <p:cNvPr id="4" name="Rectangle: Rounded Corners 3">
            <a:extLst>
              <a:ext uri="{FF2B5EF4-FFF2-40B4-BE49-F238E27FC236}">
                <a16:creationId xmlns:a16="http://schemas.microsoft.com/office/drawing/2014/main" id="{18E34B8F-F46A-2623-009A-E03E9ADAE957}"/>
              </a:ext>
            </a:extLst>
          </p:cNvPr>
          <p:cNvSpPr/>
          <p:nvPr/>
        </p:nvSpPr>
        <p:spPr>
          <a:xfrm>
            <a:off x="3425523" y="5056267"/>
            <a:ext cx="5340953" cy="1009555"/>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Упродовж 02-03.09.2026 Telegram-групи, пов’язані з підрозділами противника (зокрема “Северный ветер”, “Расщепило”, “Севастопольцы” тощо) та російські пропагандистські медіа (зокрема “ТАСС”, “РИА Новости”, “РБК” тощо) масово поширювали заяву президента РФ про захоплення РОВ КОЗАЧА ЛОПАНЬ на Харківському напрямку.</a:t>
            </a:r>
            <a:endParaRPr lang="uk-UA" sz="1100" dirty="0">
              <a:solidFill>
                <a:schemeClr val="bg1"/>
              </a:solidFill>
            </a:endParaRPr>
          </a:p>
        </p:txBody>
      </p:sp>
      <p:sp>
        <p:nvSpPr>
          <p:cNvPr id="9" name="TextBox 8">
            <a:extLst>
              <a:ext uri="{FF2B5EF4-FFF2-40B4-BE49-F238E27FC236}">
                <a16:creationId xmlns:a16="http://schemas.microsoft.com/office/drawing/2014/main" id="{A361F9D0-B520-7FCD-0D54-05AF9B055530}"/>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(31.08-06.09.2026)</a:t>
            </a:r>
          </a:p>
        </p:txBody>
      </p:sp>
    </p:spTree>
    <p:extLst>
      <p:ext uri="{BB962C8B-B14F-4D97-AF65-F5344CB8AC3E}">
        <p14:creationId xmlns:p14="http://schemas.microsoft.com/office/powerpoint/2010/main" val="3422950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C599833-D779-BFD2-996E-70155B4BD576}"/>
            </a:ext>
          </a:extLst>
        </p:cNvPr>
        <p:cNvGrpSpPr/>
        <p:nvPr/>
      </p:nvGrpSpPr>
      <p:grpSpPr>
        <a:xfrm>
          <a:off x="0" y="0"/>
          <a:ext cx="0" cy="0"/>
          <a:chOff x="0" y="0"/>
          <a:chExt cx="0" cy="0"/>
        </a:xfrm>
      </p:grpSpPr>
      <p:pic>
        <p:nvPicPr>
          <p:cNvPr id="6" name="logo_left">
            <a:extLst>
              <a:ext uri="{FF2B5EF4-FFF2-40B4-BE49-F238E27FC236}">
                <a16:creationId xmlns:a16="http://schemas.microsoft.com/office/drawing/2014/main" id="{57BFF2A0-E8E4-2B7C-E2DF-16516C78E7DE}"/>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45777E8C-A64F-A1E9-29B9-845DDB6BE90F}"/>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B6246FA9-39D7-CD08-702B-4A40A50997DE}"/>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08A4B487-0634-999E-B401-CD53B69D7445}"/>
              </a:ext>
            </a:extLst>
          </p:cNvPr>
          <p:cNvSpPr/>
          <p:nvPr/>
        </p:nvSpPr>
        <p:spPr>
          <a:xfrm>
            <a:off x="5244112" y="4258700"/>
            <a:ext cx="6800249" cy="2389423"/>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В РФ почалися роботи над оновленням комплексу активного захисту “Арена-М” зі збільшенням кількості захисних боєприпасів з 12 до 36 одиниць. Роботи проводяться в рамках третього етапу оновлення системи, який мають завершити до початку І кварталу 2027 року. Про це в коментарі порталу “Мілітарний” </a:t>
            </a:r>
            <a:r>
              <a:rPr lang="uk-UA" sz="1100" dirty="0">
                <a:hlinkClick r:id="rId5"/>
              </a:rPr>
              <a:t>повідомив</a:t>
            </a:r>
            <a:r>
              <a:rPr lang="uk-UA" sz="1100" dirty="0"/>
              <a:t> дослідник історії танкобудування Андрій Тарасенко.</a:t>
            </a:r>
          </a:p>
          <a:p>
            <a:r>
              <a:rPr lang="uk-UA" sz="1100" dirty="0"/>
              <a:t>Експерт назвав низку ключових інженерних проблем для реалізації цього завдання: • обумовленість встановлення контрбоєприпасів (захисних боєприпасів) лише на башті; • додавання нових захисних боєприпасів вимагає збільшення габаритів башти по ширині, що, наприклад, призводить до унеможливлення відкриття кришки моторно-трансмісійного відділення для її обслуговування; 3 • встановлення контбоєприпасів під точним кутом (від 10 до 45 градусів), який залежить від типу цілей, що уражаються: атакуючих за горизонтальною траєкторією або ж зверху; • вимоги до високої початкової швидкості захисного боєприпасу комплексу “Арена-М” для перехоплення ракет протитанкових комплексів, які зумовлюють великий пороховий метальний заряд і масивні приварені до башти кронштейни для кріплення захисного боєприпасу з урахуванням віддачі. </a:t>
            </a:r>
            <a:endParaRPr lang="uk-UA" sz="1100" dirty="0">
              <a:solidFill>
                <a:schemeClr val="bg1"/>
              </a:solidFill>
            </a:endParaRPr>
          </a:p>
        </p:txBody>
      </p:sp>
      <p:cxnSp>
        <p:nvCxnSpPr>
          <p:cNvPr id="62" name="Straight Connector 61">
            <a:extLst>
              <a:ext uri="{FF2B5EF4-FFF2-40B4-BE49-F238E27FC236}">
                <a16:creationId xmlns:a16="http://schemas.microsoft.com/office/drawing/2014/main" id="{A91CA59F-1E3B-0865-AB55-28A6DEE10A09}"/>
              </a:ext>
            </a:extLst>
          </p:cNvPr>
          <p:cNvCxnSpPr>
            <a:cxnSpLocks/>
          </p:cNvCxnSpPr>
          <p:nvPr/>
        </p:nvCxnSpPr>
        <p:spPr>
          <a:xfrm>
            <a:off x="4885226" y="1555558"/>
            <a:ext cx="0" cy="4973949"/>
          </a:xfrm>
          <a:prstGeom prst="line">
            <a:avLst/>
          </a:prstGeom>
          <a:solidFill>
            <a:srgbClr val="5A5A5A"/>
          </a:solidFill>
          <a:ln>
            <a:solidFill>
              <a:schemeClr val="tx1">
                <a:lumMod val="75000"/>
                <a:lumOff val="25000"/>
              </a:schemeClr>
            </a:solidFill>
          </a:ln>
        </p:spPr>
      </p:cxnSp>
      <p:sp>
        <p:nvSpPr>
          <p:cNvPr id="16" name="Rectangle: Rounded Corners 15">
            <a:extLst>
              <a:ext uri="{FF2B5EF4-FFF2-40B4-BE49-F238E27FC236}">
                <a16:creationId xmlns:a16="http://schemas.microsoft.com/office/drawing/2014/main" id="{615529D3-35CC-45FC-A408-0D0A6BE0FAD6}"/>
              </a:ext>
            </a:extLst>
          </p:cNvPr>
          <p:cNvSpPr/>
          <p:nvPr/>
        </p:nvSpPr>
        <p:spPr>
          <a:xfrm>
            <a:off x="274319" y="1535116"/>
            <a:ext cx="4261405" cy="1400454"/>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БпЛА РОВ почали оснащувати сіткометами для захисту від ураження дронами-перехоплювачами СОУ. Про це повідомляє радник президента України з питань розвитку технологічних напрямів оборони Сергій Бескрестнов. Він оприлюднив відеозаписи, на яких російські </a:t>
            </a:r>
            <a:r>
              <a:rPr lang="uk-UA" sz="1100" dirty="0">
                <a:hlinkClick r:id="rId6"/>
              </a:rPr>
              <a:t>БпЛА “КВО” </a:t>
            </a:r>
            <a:r>
              <a:rPr lang="uk-UA" sz="1100" dirty="0"/>
              <a:t>(“Князь Вещий Олег”) та </a:t>
            </a:r>
            <a:r>
              <a:rPr lang="uk-UA" sz="1100" dirty="0">
                <a:hlinkClick r:id="rId7"/>
              </a:rPr>
              <a:t>БпЛА “Суперкам” </a:t>
            </a:r>
            <a:r>
              <a:rPr lang="uk-UA" sz="1100" dirty="0"/>
              <a:t>під час атаки дрона СОУ випускають сітки для захисту від перехоплення. </a:t>
            </a:r>
            <a:endParaRPr lang="uk-UA" sz="1100" dirty="0">
              <a:solidFill>
                <a:schemeClr val="bg1"/>
              </a:solidFill>
            </a:endParaRPr>
          </a:p>
        </p:txBody>
      </p:sp>
      <p:sp>
        <p:nvSpPr>
          <p:cNvPr id="31" name="TextBox 30">
            <a:extLst>
              <a:ext uri="{FF2B5EF4-FFF2-40B4-BE49-F238E27FC236}">
                <a16:creationId xmlns:a16="http://schemas.microsoft.com/office/drawing/2014/main" id="{2E7C880F-78B8-5393-3191-FD27F678F3ED}"/>
              </a:ext>
            </a:extLst>
          </p:cNvPr>
          <p:cNvSpPr txBox="1"/>
          <p:nvPr/>
        </p:nvSpPr>
        <p:spPr>
          <a:xfrm>
            <a:off x="4591499" y="1027301"/>
            <a:ext cx="3005951" cy="461665"/>
          </a:xfrm>
          <a:prstGeom prst="rect">
            <a:avLst/>
          </a:prstGeom>
          <a:noFill/>
        </p:spPr>
        <p:txBody>
          <a:bodyPr wrap="none" rtlCol="0">
            <a:spAutoFit/>
          </a:bodyPr>
          <a:lstStyle/>
          <a:p>
            <a:r>
              <a:rPr lang="uk-UA" sz="2400" dirty="0">
                <a:solidFill>
                  <a:schemeClr val="bg2">
                    <a:lumMod val="50000"/>
                  </a:schemeClr>
                </a:solidFill>
                <a:latin typeface="Arial" panose="020B0604020202020204" pitchFamily="34" charset="0"/>
                <a:cs typeface="Arial" panose="020B0604020202020204" pitchFamily="34" charset="0"/>
              </a:rPr>
              <a:t>НОВІ ЗРАЗКИ ОІВТ</a:t>
            </a:r>
          </a:p>
        </p:txBody>
      </p:sp>
      <p:sp>
        <p:nvSpPr>
          <p:cNvPr id="4" name="TextBox 3">
            <a:extLst>
              <a:ext uri="{FF2B5EF4-FFF2-40B4-BE49-F238E27FC236}">
                <a16:creationId xmlns:a16="http://schemas.microsoft.com/office/drawing/2014/main" id="{DAD1C7E5-DF1B-13A7-58CC-419571770FB4}"/>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(24.08-30.08.2026)</a:t>
            </a:r>
          </a:p>
        </p:txBody>
      </p:sp>
      <p:pic>
        <p:nvPicPr>
          <p:cNvPr id="3" name="Picture 2">
            <a:extLst>
              <a:ext uri="{FF2B5EF4-FFF2-40B4-BE49-F238E27FC236}">
                <a16:creationId xmlns:a16="http://schemas.microsoft.com/office/drawing/2014/main" id="{7D8215DA-292B-058B-417A-98F04FA8F719}"/>
              </a:ext>
            </a:extLst>
          </p:cNvPr>
          <p:cNvPicPr>
            <a:picLocks noChangeAspect="1"/>
          </p:cNvPicPr>
          <p:nvPr/>
        </p:nvPicPr>
        <p:blipFill>
          <a:blip r:embed="rId8"/>
          <a:stretch>
            <a:fillRect/>
          </a:stretch>
        </p:blipFill>
        <p:spPr>
          <a:xfrm>
            <a:off x="5244113" y="1510642"/>
            <a:ext cx="3628426" cy="2531890"/>
          </a:xfrm>
          <a:prstGeom prst="rect">
            <a:avLst/>
          </a:prstGeom>
        </p:spPr>
      </p:pic>
      <p:pic>
        <p:nvPicPr>
          <p:cNvPr id="9" name="Picture 8">
            <a:extLst>
              <a:ext uri="{FF2B5EF4-FFF2-40B4-BE49-F238E27FC236}">
                <a16:creationId xmlns:a16="http://schemas.microsoft.com/office/drawing/2014/main" id="{E71D5F9B-906C-FDA7-3D77-69171F9F928D}"/>
              </a:ext>
            </a:extLst>
          </p:cNvPr>
          <p:cNvPicPr>
            <a:picLocks noChangeAspect="1"/>
          </p:cNvPicPr>
          <p:nvPr/>
        </p:nvPicPr>
        <p:blipFill>
          <a:blip r:embed="rId9"/>
          <a:stretch>
            <a:fillRect/>
          </a:stretch>
        </p:blipFill>
        <p:spPr>
          <a:xfrm>
            <a:off x="274319" y="3173515"/>
            <a:ext cx="4261405" cy="2291907"/>
          </a:xfrm>
          <a:prstGeom prst="rect">
            <a:avLst/>
          </a:prstGeom>
        </p:spPr>
      </p:pic>
    </p:spTree>
    <p:extLst>
      <p:ext uri="{BB962C8B-B14F-4D97-AF65-F5344CB8AC3E}">
        <p14:creationId xmlns:p14="http://schemas.microsoft.com/office/powerpoint/2010/main" val="2549934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11E926F-5C0D-C174-8B85-FF0CF9C1CBAA}"/>
            </a:ext>
          </a:extLst>
        </p:cNvPr>
        <p:cNvGrpSpPr/>
        <p:nvPr/>
      </p:nvGrpSpPr>
      <p:grpSpPr>
        <a:xfrm>
          <a:off x="0" y="0"/>
          <a:ext cx="0" cy="0"/>
          <a:chOff x="0" y="0"/>
          <a:chExt cx="0" cy="0"/>
        </a:xfrm>
      </p:grpSpPr>
      <p:pic>
        <p:nvPicPr>
          <p:cNvPr id="6" name="logo_left">
            <a:extLst>
              <a:ext uri="{FF2B5EF4-FFF2-40B4-BE49-F238E27FC236}">
                <a16:creationId xmlns:a16="http://schemas.microsoft.com/office/drawing/2014/main" id="{5830711F-CBE1-7D2F-9194-7B704288D685}"/>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BB0C82D7-5D8F-0E3E-2460-23A2AD4D1D07}"/>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457747DF-E4B1-5E3E-CD5B-F553F69F5090}"/>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5D80B827-C5A9-CC80-4A3C-2CAAD4778EAF}"/>
              </a:ext>
            </a:extLst>
          </p:cNvPr>
          <p:cNvSpPr/>
          <p:nvPr/>
        </p:nvSpPr>
        <p:spPr>
          <a:xfrm>
            <a:off x="5179219" y="1555559"/>
            <a:ext cx="3364706" cy="3717232"/>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Підприємства РФ закуповують комплектуючі для виробництва близько 300-400 додаткових комплексів радіоелектронної боротьби (йм. “Волна Купол Гарант”), призначених для протидії системі супутникового зв’язку Starlink. Про це </a:t>
            </a:r>
            <a:r>
              <a:rPr lang="uk-UA" sz="1100" dirty="0">
                <a:hlinkClick r:id="rId5"/>
              </a:rPr>
              <a:t>повідомляє</a:t>
            </a:r>
            <a:r>
              <a:rPr lang="uk-UA" sz="1100" dirty="0"/>
              <a:t> радник президента України з питань розвитку технологічних напрямів оборони Сергій Бескрестнов. За його даними, ці комплекси виробляють, зокрема, у тимчасово окупованому Севастополі. Зона дії одного такого комплексу становить 15-20 кв. км.</a:t>
            </a:r>
          </a:p>
          <a:p>
            <a:r>
              <a:rPr lang="uk-UA" sz="1100" dirty="0"/>
              <a:t>На думку Бескрестнова, це свідчить про прагнення РФ створити суцільну зону захисту для ключових об’єктів військової інфраструктури в Криму та інших тимчасово окупованих територіях України. Він також припускає, що Україна в майбутньому може застосувати аналогічний підхід проти російської системи супутникового зв’зку “Рассвет”, яка на разі перебуває на стадії розгортання.</a:t>
            </a:r>
            <a:endParaRPr lang="uk-UA" sz="1100" dirty="0">
              <a:solidFill>
                <a:schemeClr val="bg1"/>
              </a:solidFill>
            </a:endParaRPr>
          </a:p>
        </p:txBody>
      </p:sp>
      <p:cxnSp>
        <p:nvCxnSpPr>
          <p:cNvPr id="62" name="Straight Connector 61">
            <a:extLst>
              <a:ext uri="{FF2B5EF4-FFF2-40B4-BE49-F238E27FC236}">
                <a16:creationId xmlns:a16="http://schemas.microsoft.com/office/drawing/2014/main" id="{61C897F8-DD86-AAD6-0AA0-7CC13991C7FA}"/>
              </a:ext>
            </a:extLst>
          </p:cNvPr>
          <p:cNvCxnSpPr>
            <a:cxnSpLocks/>
          </p:cNvCxnSpPr>
          <p:nvPr/>
        </p:nvCxnSpPr>
        <p:spPr>
          <a:xfrm>
            <a:off x="4885226" y="1555558"/>
            <a:ext cx="0" cy="4973949"/>
          </a:xfrm>
          <a:prstGeom prst="line">
            <a:avLst/>
          </a:prstGeom>
          <a:solidFill>
            <a:srgbClr val="5A5A5A"/>
          </a:solidFill>
          <a:ln>
            <a:solidFill>
              <a:schemeClr val="tx1">
                <a:lumMod val="75000"/>
                <a:lumOff val="25000"/>
              </a:schemeClr>
            </a:solidFill>
          </a:ln>
        </p:spPr>
      </p:cxnSp>
      <p:sp>
        <p:nvSpPr>
          <p:cNvPr id="16" name="Rectangle: Rounded Corners 15">
            <a:extLst>
              <a:ext uri="{FF2B5EF4-FFF2-40B4-BE49-F238E27FC236}">
                <a16:creationId xmlns:a16="http://schemas.microsoft.com/office/drawing/2014/main" id="{876AAE38-2E50-A1A6-8E8A-17E84CDA4688}"/>
              </a:ext>
            </a:extLst>
          </p:cNvPr>
          <p:cNvSpPr/>
          <p:nvPr/>
        </p:nvSpPr>
        <p:spPr>
          <a:xfrm>
            <a:off x="274319" y="1535116"/>
            <a:ext cx="4261405" cy="2058190"/>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РОВ значно збільшили дальність керування БпЛА за допомогою технології MIMO mesh-мереж. Про це свідчить звіт київського аналітичного 6 центру KI Insights, який досліджує динаміку технологічних змін у російськоукраїнській війні на основі аналізу трофейного озброєння, </a:t>
            </a:r>
            <a:r>
              <a:rPr lang="uk-UA" sz="1100" dirty="0">
                <a:hlinkClick r:id="rId6"/>
              </a:rPr>
              <a:t>повідомляє</a:t>
            </a:r>
            <a:r>
              <a:rPr lang="uk-UA" sz="1100" dirty="0"/>
              <a:t> портал “Мілітарний”. За оцінкою експертів, ланцюг ретрансляторів дозволяє утримувати стабільний зв’язок із БпЛА сімейства «Герань» та іншими дронами на відстані до 150-175 км від найвіддаленішої наземної станції. Це удвічі перевищує показники дальності російських мережевих систем, які фіксували у 2025 році.</a:t>
            </a:r>
            <a:endParaRPr lang="uk-UA" sz="1100" dirty="0">
              <a:solidFill>
                <a:schemeClr val="bg1"/>
              </a:solidFill>
            </a:endParaRPr>
          </a:p>
        </p:txBody>
      </p:sp>
      <p:sp>
        <p:nvSpPr>
          <p:cNvPr id="31" name="TextBox 30">
            <a:extLst>
              <a:ext uri="{FF2B5EF4-FFF2-40B4-BE49-F238E27FC236}">
                <a16:creationId xmlns:a16="http://schemas.microsoft.com/office/drawing/2014/main" id="{78AD372A-E582-76FF-B34A-ED5A520721FF}"/>
              </a:ext>
            </a:extLst>
          </p:cNvPr>
          <p:cNvSpPr txBox="1"/>
          <p:nvPr/>
        </p:nvSpPr>
        <p:spPr>
          <a:xfrm>
            <a:off x="4591499" y="1027301"/>
            <a:ext cx="3005951" cy="461665"/>
          </a:xfrm>
          <a:prstGeom prst="rect">
            <a:avLst/>
          </a:prstGeom>
          <a:noFill/>
        </p:spPr>
        <p:txBody>
          <a:bodyPr wrap="none" rtlCol="0">
            <a:spAutoFit/>
          </a:bodyPr>
          <a:lstStyle/>
          <a:p>
            <a:r>
              <a:rPr lang="uk-UA" sz="2400" dirty="0">
                <a:solidFill>
                  <a:schemeClr val="bg2">
                    <a:lumMod val="50000"/>
                  </a:schemeClr>
                </a:solidFill>
                <a:latin typeface="Arial" panose="020B0604020202020204" pitchFamily="34" charset="0"/>
                <a:cs typeface="Arial" panose="020B0604020202020204" pitchFamily="34" charset="0"/>
              </a:rPr>
              <a:t>НОВІ ЗРАЗКИ ОІВТ</a:t>
            </a:r>
          </a:p>
        </p:txBody>
      </p:sp>
      <p:sp>
        <p:nvSpPr>
          <p:cNvPr id="4" name="TextBox 3">
            <a:extLst>
              <a:ext uri="{FF2B5EF4-FFF2-40B4-BE49-F238E27FC236}">
                <a16:creationId xmlns:a16="http://schemas.microsoft.com/office/drawing/2014/main" id="{B1FFCD4C-7936-4968-B21C-3F7678A74FA1}"/>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(24.08-30.08.2026)</a:t>
            </a:r>
          </a:p>
        </p:txBody>
      </p:sp>
      <p:pic>
        <p:nvPicPr>
          <p:cNvPr id="5" name="Picture 4">
            <a:extLst>
              <a:ext uri="{FF2B5EF4-FFF2-40B4-BE49-F238E27FC236}">
                <a16:creationId xmlns:a16="http://schemas.microsoft.com/office/drawing/2014/main" id="{AB71C814-AB97-F6E3-6BC8-8360AF496FAC}"/>
              </a:ext>
            </a:extLst>
          </p:cNvPr>
          <p:cNvPicPr>
            <a:picLocks noChangeAspect="1"/>
          </p:cNvPicPr>
          <p:nvPr/>
        </p:nvPicPr>
        <p:blipFill>
          <a:blip r:embed="rId7"/>
          <a:stretch>
            <a:fillRect/>
          </a:stretch>
        </p:blipFill>
        <p:spPr>
          <a:xfrm>
            <a:off x="8642249" y="1555558"/>
            <a:ext cx="3272383" cy="3717232"/>
          </a:xfrm>
          <a:prstGeom prst="rect">
            <a:avLst/>
          </a:prstGeom>
        </p:spPr>
      </p:pic>
      <p:pic>
        <p:nvPicPr>
          <p:cNvPr id="10" name="Picture 9">
            <a:extLst>
              <a:ext uri="{FF2B5EF4-FFF2-40B4-BE49-F238E27FC236}">
                <a16:creationId xmlns:a16="http://schemas.microsoft.com/office/drawing/2014/main" id="{08BFD993-8C13-A9CD-337A-161692FB8739}"/>
              </a:ext>
            </a:extLst>
          </p:cNvPr>
          <p:cNvPicPr>
            <a:picLocks noChangeAspect="1"/>
          </p:cNvPicPr>
          <p:nvPr/>
        </p:nvPicPr>
        <p:blipFill>
          <a:blip r:embed="rId8"/>
          <a:stretch>
            <a:fillRect/>
          </a:stretch>
        </p:blipFill>
        <p:spPr>
          <a:xfrm>
            <a:off x="274320" y="3668903"/>
            <a:ext cx="4261404" cy="2392245"/>
          </a:xfrm>
          <a:prstGeom prst="rect">
            <a:avLst/>
          </a:prstGeom>
        </p:spPr>
      </p:pic>
    </p:spTree>
    <p:extLst>
      <p:ext uri="{BB962C8B-B14F-4D97-AF65-F5344CB8AC3E}">
        <p14:creationId xmlns:p14="http://schemas.microsoft.com/office/powerpoint/2010/main" val="2274805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8C67213-62F2-07E9-B122-7AFAD3E78CD0}"/>
            </a:ext>
          </a:extLst>
        </p:cNvPr>
        <p:cNvGrpSpPr/>
        <p:nvPr/>
      </p:nvGrpSpPr>
      <p:grpSpPr>
        <a:xfrm>
          <a:off x="0" y="0"/>
          <a:ext cx="0" cy="0"/>
          <a:chOff x="0" y="0"/>
          <a:chExt cx="0" cy="0"/>
        </a:xfrm>
      </p:grpSpPr>
      <p:pic>
        <p:nvPicPr>
          <p:cNvPr id="6" name="logo_left">
            <a:extLst>
              <a:ext uri="{FF2B5EF4-FFF2-40B4-BE49-F238E27FC236}">
                <a16:creationId xmlns:a16="http://schemas.microsoft.com/office/drawing/2014/main" id="{DEE7798E-87F6-B0C2-72C0-867CD363B116}"/>
              </a:ext>
            </a:extLst>
          </p:cNvPr>
          <p:cNvPicPr/>
          <p:nvPr/>
        </p:nvPicPr>
        <p:blipFill>
          <a:blip r:embed="rId3"/>
          <a:stretch>
            <a:fillRect/>
          </a:stretch>
        </p:blipFill>
        <p:spPr>
          <a:xfrm>
            <a:off x="274320" y="109728"/>
            <a:ext cx="585216" cy="896112"/>
          </a:xfrm>
          <a:prstGeom prst="rect">
            <a:avLst/>
          </a:prstGeom>
        </p:spPr>
      </p:pic>
      <p:pic>
        <p:nvPicPr>
          <p:cNvPr id="8" name="logo_right">
            <a:extLst>
              <a:ext uri="{FF2B5EF4-FFF2-40B4-BE49-F238E27FC236}">
                <a16:creationId xmlns:a16="http://schemas.microsoft.com/office/drawing/2014/main" id="{D4A6B5D4-FC53-1E0E-D7C1-FEB3CEA8FBFD}"/>
              </a:ext>
            </a:extLst>
          </p:cNvPr>
          <p:cNvPicPr/>
          <p:nvPr/>
        </p:nvPicPr>
        <p:blipFill>
          <a:blip r:embed="rId4"/>
          <a:stretch>
            <a:fillRect/>
          </a:stretch>
        </p:blipFill>
        <p:spPr>
          <a:xfrm>
            <a:off x="11064240" y="109728"/>
            <a:ext cx="685800" cy="896112"/>
          </a:xfrm>
          <a:prstGeom prst="rect">
            <a:avLst/>
          </a:prstGeom>
        </p:spPr>
      </p:pic>
      <p:sp>
        <p:nvSpPr>
          <p:cNvPr id="12" name="shape14">
            <a:extLst>
              <a:ext uri="{FF2B5EF4-FFF2-40B4-BE49-F238E27FC236}">
                <a16:creationId xmlns:a16="http://schemas.microsoft.com/office/drawing/2014/main" id="{BA359310-8BDA-2C9B-3F42-49557B71751E}"/>
              </a:ext>
            </a:extLst>
          </p:cNvPr>
          <p:cNvSpPr/>
          <p:nvPr/>
        </p:nvSpPr>
        <p:spPr>
          <a:xfrm>
            <a:off x="274320" y="1005840"/>
            <a:ext cx="11640312" cy="10973"/>
          </a:xfrm>
          <a:prstGeom prst="rect">
            <a:avLst/>
          </a:prstGeom>
          <a:solidFill>
            <a:srgbClr val="5A5A5A"/>
          </a:solidFill>
          <a:ln>
            <a:noFill/>
          </a:ln>
        </p:spPr>
        <p:txBody>
          <a:bodyPr/>
          <a:lstStyle/>
          <a:p>
            <a:endParaRPr lang="uk-UA"/>
          </a:p>
        </p:txBody>
      </p:sp>
      <p:sp>
        <p:nvSpPr>
          <p:cNvPr id="11" name="Rectangle: Rounded Corners 10">
            <a:extLst>
              <a:ext uri="{FF2B5EF4-FFF2-40B4-BE49-F238E27FC236}">
                <a16:creationId xmlns:a16="http://schemas.microsoft.com/office/drawing/2014/main" id="{2E2EAB05-4DD4-B86B-F81F-3C3767788ADB}"/>
              </a:ext>
            </a:extLst>
          </p:cNvPr>
          <p:cNvSpPr/>
          <p:nvPr/>
        </p:nvSpPr>
        <p:spPr>
          <a:xfrm>
            <a:off x="5179218" y="1555560"/>
            <a:ext cx="6570821" cy="1037110"/>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РОВ із невстановленої інженерної бригади УВ “Сєвєр” модернізували НРК “Курьер” для виконання задач на водоймах та заболочених ділянках. Про це </a:t>
            </a:r>
            <a:r>
              <a:rPr lang="uk-UA" sz="1100" dirty="0">
                <a:hlinkClick r:id="rId5"/>
              </a:rPr>
              <a:t>повідомляють</a:t>
            </a:r>
            <a:r>
              <a:rPr lang="uk-UA" sz="1100" dirty="0"/>
              <a:t> пропагандисти “РИА Новости”. Зауважується, що на базову платформу встановили буї, додали гвинти для веслування, а також доопрацювали управління стабільності на воді. Модернізовану версію уже випробували для доставки вантажів через водні перешкоди у зоні бойових дій.</a:t>
            </a:r>
            <a:endParaRPr lang="uk-UA" sz="1100" dirty="0">
              <a:solidFill>
                <a:schemeClr val="bg1"/>
              </a:solidFill>
            </a:endParaRPr>
          </a:p>
        </p:txBody>
      </p:sp>
      <p:cxnSp>
        <p:nvCxnSpPr>
          <p:cNvPr id="62" name="Straight Connector 61">
            <a:extLst>
              <a:ext uri="{FF2B5EF4-FFF2-40B4-BE49-F238E27FC236}">
                <a16:creationId xmlns:a16="http://schemas.microsoft.com/office/drawing/2014/main" id="{DFC784E0-C495-1B64-7EE3-1085F7BE6275}"/>
              </a:ext>
            </a:extLst>
          </p:cNvPr>
          <p:cNvCxnSpPr>
            <a:cxnSpLocks/>
          </p:cNvCxnSpPr>
          <p:nvPr/>
        </p:nvCxnSpPr>
        <p:spPr>
          <a:xfrm>
            <a:off x="4885226" y="1555558"/>
            <a:ext cx="0" cy="4973949"/>
          </a:xfrm>
          <a:prstGeom prst="line">
            <a:avLst/>
          </a:prstGeom>
          <a:solidFill>
            <a:srgbClr val="5A5A5A"/>
          </a:solidFill>
          <a:ln>
            <a:solidFill>
              <a:schemeClr val="tx1">
                <a:lumMod val="75000"/>
                <a:lumOff val="25000"/>
              </a:schemeClr>
            </a:solidFill>
          </a:ln>
        </p:spPr>
      </p:cxnSp>
      <p:sp>
        <p:nvSpPr>
          <p:cNvPr id="16" name="Rectangle: Rounded Corners 15">
            <a:extLst>
              <a:ext uri="{FF2B5EF4-FFF2-40B4-BE49-F238E27FC236}">
                <a16:creationId xmlns:a16="http://schemas.microsoft.com/office/drawing/2014/main" id="{78F66E55-9DD1-3B7A-0935-D2F29A4129E8}"/>
              </a:ext>
            </a:extLst>
          </p:cNvPr>
          <p:cNvSpPr/>
          <p:nvPr/>
        </p:nvSpPr>
        <p:spPr>
          <a:xfrm>
            <a:off x="274319" y="1535116"/>
            <a:ext cx="4261405" cy="665159"/>
          </a:xfrm>
          <a:prstGeom prst="roundRect">
            <a:avLst>
              <a:gd name="adj" fmla="val 5497"/>
            </a:avLst>
          </a:prstGeom>
          <a:solidFill>
            <a:schemeClr val="tx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uk-UA" sz="1100" dirty="0"/>
              <a:t>        Татарстанська компанія “Аэрокон” представила запатентований проєкт нового високошвидкісного дрона-перехоплювача. Про це </a:t>
            </a:r>
            <a:r>
              <a:rPr lang="uk-UA" sz="1100" dirty="0">
                <a:hlinkClick r:id="rId6"/>
              </a:rPr>
              <a:t>повідомляє</a:t>
            </a:r>
            <a:r>
              <a:rPr lang="uk-UA" sz="1100" dirty="0"/>
              <a:t> канал “Русское оружие”.</a:t>
            </a:r>
            <a:endParaRPr lang="uk-UA" sz="1100" dirty="0">
              <a:solidFill>
                <a:schemeClr val="bg1"/>
              </a:solidFill>
            </a:endParaRPr>
          </a:p>
        </p:txBody>
      </p:sp>
      <p:sp>
        <p:nvSpPr>
          <p:cNvPr id="31" name="TextBox 30">
            <a:extLst>
              <a:ext uri="{FF2B5EF4-FFF2-40B4-BE49-F238E27FC236}">
                <a16:creationId xmlns:a16="http://schemas.microsoft.com/office/drawing/2014/main" id="{1FAF8889-B841-5E2B-B7DB-8C4F3F1AEA11}"/>
              </a:ext>
            </a:extLst>
          </p:cNvPr>
          <p:cNvSpPr txBox="1"/>
          <p:nvPr/>
        </p:nvSpPr>
        <p:spPr>
          <a:xfrm>
            <a:off x="4591499" y="1027301"/>
            <a:ext cx="3005951" cy="461665"/>
          </a:xfrm>
          <a:prstGeom prst="rect">
            <a:avLst/>
          </a:prstGeom>
          <a:noFill/>
        </p:spPr>
        <p:txBody>
          <a:bodyPr wrap="none" rtlCol="0">
            <a:spAutoFit/>
          </a:bodyPr>
          <a:lstStyle/>
          <a:p>
            <a:r>
              <a:rPr lang="uk-UA" sz="2400" dirty="0">
                <a:solidFill>
                  <a:schemeClr val="bg2">
                    <a:lumMod val="50000"/>
                  </a:schemeClr>
                </a:solidFill>
                <a:latin typeface="Arial" panose="020B0604020202020204" pitchFamily="34" charset="0"/>
                <a:cs typeface="Arial" panose="020B0604020202020204" pitchFamily="34" charset="0"/>
              </a:rPr>
              <a:t>НОВІ ЗРАЗКИ ОІВТ</a:t>
            </a:r>
          </a:p>
        </p:txBody>
      </p:sp>
      <p:sp>
        <p:nvSpPr>
          <p:cNvPr id="4" name="TextBox 3">
            <a:extLst>
              <a:ext uri="{FF2B5EF4-FFF2-40B4-BE49-F238E27FC236}">
                <a16:creationId xmlns:a16="http://schemas.microsoft.com/office/drawing/2014/main" id="{4815150E-1574-6281-E481-DF5B77FFB1D8}"/>
              </a:ext>
            </a:extLst>
          </p:cNvPr>
          <p:cNvSpPr txBox="1"/>
          <p:nvPr/>
        </p:nvSpPr>
        <p:spPr>
          <a:xfrm>
            <a:off x="4182317" y="326951"/>
            <a:ext cx="3829895"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OSINT</a:t>
            </a:r>
            <a:r>
              <a:rPr lang="uk-UA" sz="2400" dirty="0">
                <a:solidFill>
                  <a:schemeClr val="bg1"/>
                </a:solidFill>
                <a:latin typeface="Arial" panose="020B0604020202020204" pitchFamily="34" charset="0"/>
                <a:cs typeface="Arial" panose="020B0604020202020204" pitchFamily="34" charset="0"/>
              </a:rPr>
              <a:t> (24.08-30.08.2026)</a:t>
            </a:r>
          </a:p>
        </p:txBody>
      </p:sp>
      <p:pic>
        <p:nvPicPr>
          <p:cNvPr id="3" name="Picture 2">
            <a:extLst>
              <a:ext uri="{FF2B5EF4-FFF2-40B4-BE49-F238E27FC236}">
                <a16:creationId xmlns:a16="http://schemas.microsoft.com/office/drawing/2014/main" id="{A50FFE73-AEE8-2892-5468-078BF967CACF}"/>
              </a:ext>
            </a:extLst>
          </p:cNvPr>
          <p:cNvPicPr>
            <a:picLocks noChangeAspect="1"/>
          </p:cNvPicPr>
          <p:nvPr/>
        </p:nvPicPr>
        <p:blipFill>
          <a:blip r:embed="rId7"/>
          <a:stretch>
            <a:fillRect/>
          </a:stretch>
        </p:blipFill>
        <p:spPr>
          <a:xfrm>
            <a:off x="274319" y="2266867"/>
            <a:ext cx="4261401" cy="3675969"/>
          </a:xfrm>
          <a:prstGeom prst="rect">
            <a:avLst/>
          </a:prstGeom>
        </p:spPr>
      </p:pic>
      <p:pic>
        <p:nvPicPr>
          <p:cNvPr id="9" name="Picture 8">
            <a:extLst>
              <a:ext uri="{FF2B5EF4-FFF2-40B4-BE49-F238E27FC236}">
                <a16:creationId xmlns:a16="http://schemas.microsoft.com/office/drawing/2014/main" id="{FCB12825-7D7E-3F2B-4614-F2B1C421E0A0}"/>
              </a:ext>
            </a:extLst>
          </p:cNvPr>
          <p:cNvPicPr>
            <a:picLocks noChangeAspect="1"/>
          </p:cNvPicPr>
          <p:nvPr/>
        </p:nvPicPr>
        <p:blipFill>
          <a:blip r:embed="rId8"/>
          <a:stretch>
            <a:fillRect/>
          </a:stretch>
        </p:blipFill>
        <p:spPr>
          <a:xfrm>
            <a:off x="5618321" y="2659264"/>
            <a:ext cx="5762625" cy="3981450"/>
          </a:xfrm>
          <a:prstGeom prst="rect">
            <a:avLst/>
          </a:prstGeom>
        </p:spPr>
      </p:pic>
    </p:spTree>
    <p:extLst>
      <p:ext uri="{BB962C8B-B14F-4D97-AF65-F5344CB8AC3E}">
        <p14:creationId xmlns:p14="http://schemas.microsoft.com/office/powerpoint/2010/main" val="3802378101"/>
      </p:ext>
    </p:extLst>
  </p:cSld>
  <p:clrMapOvr>
    <a:masterClrMapping/>
  </p:clrMapOvr>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12998</TotalTime>
  <Words>5999</Words>
  <Application>Microsoft Office PowerPoint</Application>
  <PresentationFormat>Widescreen</PresentationFormat>
  <Paragraphs>1238</Paragraphs>
  <Slides>48</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Aptos Display</vt:lpstr>
      <vt:lpstr>Arial</vt:lpstr>
      <vt:lpstr>Times New Roman</vt:lpstr>
      <vt:lpstr>Тема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Адмін</dc:creator>
  <cp:lastModifiedBy>Oleksandr Listunov</cp:lastModifiedBy>
  <cp:revision>42</cp:revision>
  <cp:lastPrinted>2026-08-12T16:43:28Z</cp:lastPrinted>
  <dcterms:created xsi:type="dcterms:W3CDTF">2026-07-18T11:47:03Z</dcterms:created>
  <dcterms:modified xsi:type="dcterms:W3CDTF">2026-09-06T17:03:45Z</dcterms:modified>
</cp:coreProperties>
</file>